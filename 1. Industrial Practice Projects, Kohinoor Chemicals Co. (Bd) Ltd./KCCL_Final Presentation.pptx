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media/image58.jpg" ContentType="image/jpg"/>
  <Override PartName="/ppt/notesSlides/notesSlide23.xml" ContentType="application/vnd.openxmlformats-officedocument.presentationml.notesSlide+xml"/>
  <Override PartName="/ppt/media/image59.jpg" ContentType="image/jpg"/>
  <Override PartName="/ppt/media/image60.jpg" ContentType="image/jpg"/>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71.jpg" ContentType="image/jpg"/>
  <Override PartName="/ppt/media/image90.jpg" ContentType="image/jpg"/>
  <Override PartName="/ppt/notesSlides/notesSlide26.xml" ContentType="application/vnd.openxmlformats-officedocument.presentationml.notesSlide+xml"/>
  <Override PartName="/ppt/media/image96.jpg" ContentType="image/jp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notesMasterIdLst>
    <p:notesMasterId r:id="rId70"/>
  </p:notesMasterIdLst>
  <p:sldIdLst>
    <p:sldId id="352" r:id="rId3"/>
    <p:sldId id="338" r:id="rId4"/>
    <p:sldId id="259" r:id="rId5"/>
    <p:sldId id="339" r:id="rId6"/>
    <p:sldId id="340" r:id="rId7"/>
    <p:sldId id="262" r:id="rId8"/>
    <p:sldId id="341" r:id="rId9"/>
    <p:sldId id="264" r:id="rId10"/>
    <p:sldId id="342" r:id="rId11"/>
    <p:sldId id="343" r:id="rId12"/>
    <p:sldId id="344" r:id="rId13"/>
    <p:sldId id="268" r:id="rId14"/>
    <p:sldId id="271" r:id="rId15"/>
    <p:sldId id="272" r:id="rId16"/>
    <p:sldId id="273" r:id="rId17"/>
    <p:sldId id="274" r:id="rId18"/>
    <p:sldId id="275" r:id="rId19"/>
    <p:sldId id="347" r:id="rId20"/>
    <p:sldId id="345" r:id="rId21"/>
    <p:sldId id="278" r:id="rId22"/>
    <p:sldId id="256" r:id="rId23"/>
    <p:sldId id="258" r:id="rId24"/>
    <p:sldId id="260" r:id="rId25"/>
    <p:sldId id="309" r:id="rId26"/>
    <p:sldId id="310" r:id="rId27"/>
    <p:sldId id="265" r:id="rId28"/>
    <p:sldId id="266" r:id="rId29"/>
    <p:sldId id="267" r:id="rId30"/>
    <p:sldId id="353" r:id="rId31"/>
    <p:sldId id="314" r:id="rId32"/>
    <p:sldId id="315" r:id="rId33"/>
    <p:sldId id="277" r:id="rId34"/>
    <p:sldId id="351" r:id="rId35"/>
    <p:sldId id="354" r:id="rId36"/>
    <p:sldId id="292" r:id="rId37"/>
    <p:sldId id="334" r:id="rId38"/>
    <p:sldId id="335" r:id="rId39"/>
    <p:sldId id="336" r:id="rId40"/>
    <p:sldId id="316" r:id="rId41"/>
    <p:sldId id="280" r:id="rId42"/>
    <p:sldId id="317" r:id="rId43"/>
    <p:sldId id="318" r:id="rId44"/>
    <p:sldId id="319" r:id="rId45"/>
    <p:sldId id="284" r:id="rId46"/>
    <p:sldId id="320" r:id="rId47"/>
    <p:sldId id="321" r:id="rId48"/>
    <p:sldId id="287" r:id="rId49"/>
    <p:sldId id="324" r:id="rId50"/>
    <p:sldId id="325" r:id="rId51"/>
    <p:sldId id="326" r:id="rId52"/>
    <p:sldId id="328" r:id="rId53"/>
    <p:sldId id="327" r:id="rId54"/>
    <p:sldId id="329" r:id="rId55"/>
    <p:sldId id="293" r:id="rId56"/>
    <p:sldId id="294" r:id="rId57"/>
    <p:sldId id="330" r:id="rId58"/>
    <p:sldId id="296" r:id="rId59"/>
    <p:sldId id="297" r:id="rId60"/>
    <p:sldId id="298" r:id="rId61"/>
    <p:sldId id="299" r:id="rId62"/>
    <p:sldId id="331" r:id="rId63"/>
    <p:sldId id="301" r:id="rId64"/>
    <p:sldId id="302" r:id="rId65"/>
    <p:sldId id="332" r:id="rId66"/>
    <p:sldId id="304" r:id="rId67"/>
    <p:sldId id="305" r:id="rId68"/>
    <p:sldId id="333" r:id="rId69"/>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5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02" autoAdjust="0"/>
    <p:restoredTop sz="94660"/>
  </p:normalViewPr>
  <p:slideViewPr>
    <p:cSldViewPr>
      <p:cViewPr varScale="1">
        <p:scale>
          <a:sx n="85" d="100"/>
          <a:sy n="85" d="100"/>
        </p:scale>
        <p:origin x="1170"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shana Jhinuk" userId="15828f3b192ad177" providerId="LiveId" clId="{8829385A-48BA-43B0-80A5-1EFC927BFDAF}"/>
    <pc:docChg chg="modSld">
      <pc:chgData name="Afshana Jhinuk" userId="15828f3b192ad177" providerId="LiveId" clId="{8829385A-48BA-43B0-80A5-1EFC927BFDAF}" dt="2023-08-11T18:31:15.887" v="4" actId="113"/>
      <pc:docMkLst>
        <pc:docMk/>
      </pc:docMkLst>
      <pc:sldChg chg="modSp mod">
        <pc:chgData name="Afshana Jhinuk" userId="15828f3b192ad177" providerId="LiveId" clId="{8829385A-48BA-43B0-80A5-1EFC927BFDAF}" dt="2023-08-11T18:30:49.919" v="2" actId="1076"/>
        <pc:sldMkLst>
          <pc:docMk/>
          <pc:sldMk cId="0" sldId="265"/>
        </pc:sldMkLst>
        <pc:spChg chg="mod">
          <ac:chgData name="Afshana Jhinuk" userId="15828f3b192ad177" providerId="LiveId" clId="{8829385A-48BA-43B0-80A5-1EFC927BFDAF}" dt="2023-08-11T18:30:49.919" v="2" actId="1076"/>
          <ac:spMkLst>
            <pc:docMk/>
            <pc:sldMk cId="0" sldId="265"/>
            <ac:spMk id="33" creationId="{00000000-0000-0000-0000-000000000000}"/>
          </ac:spMkLst>
        </pc:spChg>
      </pc:sldChg>
      <pc:sldChg chg="modSp mod">
        <pc:chgData name="Afshana Jhinuk" userId="15828f3b192ad177" providerId="LiveId" clId="{8829385A-48BA-43B0-80A5-1EFC927BFDAF}" dt="2023-08-11T18:31:15.887" v="4" actId="113"/>
        <pc:sldMkLst>
          <pc:docMk/>
          <pc:sldMk cId="0" sldId="268"/>
        </pc:sldMkLst>
        <pc:spChg chg="mod">
          <ac:chgData name="Afshana Jhinuk" userId="15828f3b192ad177" providerId="LiveId" clId="{8829385A-48BA-43B0-80A5-1EFC927BFDAF}" dt="2023-08-11T18:31:11.732" v="3" actId="113"/>
          <ac:spMkLst>
            <pc:docMk/>
            <pc:sldMk cId="0" sldId="268"/>
            <ac:spMk id="2" creationId="{667FFCE4-C4CA-20F6-AB3E-752DFE8A8220}"/>
          </ac:spMkLst>
        </pc:spChg>
        <pc:spChg chg="mod">
          <ac:chgData name="Afshana Jhinuk" userId="15828f3b192ad177" providerId="LiveId" clId="{8829385A-48BA-43B0-80A5-1EFC927BFDAF}" dt="2023-08-11T18:31:15.887" v="4" actId="113"/>
          <ac:spMkLst>
            <pc:docMk/>
            <pc:sldMk cId="0" sldId="268"/>
            <ac:spMk id="577" creationId="{00000000-0000-0000-0000-000000000000}"/>
          </ac:spMkLst>
        </pc:spChg>
      </pc:sldChg>
      <pc:sldChg chg="modSp mod">
        <pc:chgData name="Afshana Jhinuk" userId="15828f3b192ad177" providerId="LiveId" clId="{8829385A-48BA-43B0-80A5-1EFC927BFDAF}" dt="2023-08-11T18:30:11.599" v="0" actId="113"/>
        <pc:sldMkLst>
          <pc:docMk/>
          <pc:sldMk cId="602472429" sldId="333"/>
        </pc:sldMkLst>
        <pc:spChg chg="mod">
          <ac:chgData name="Afshana Jhinuk" userId="15828f3b192ad177" providerId="LiveId" clId="{8829385A-48BA-43B0-80A5-1EFC927BFDAF}" dt="2023-08-11T18:30:11.599" v="0" actId="113"/>
          <ac:spMkLst>
            <pc:docMk/>
            <pc:sldMk cId="602472429" sldId="333"/>
            <ac:spMk id="2" creationId="{D9657D2B-AA24-1B0B-41B3-337EFC060299}"/>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svg"/><Relationship Id="rId1" Type="http://schemas.openxmlformats.org/officeDocument/2006/relationships/image" Target="../media/image64.svg"/><Relationship Id="rId5" Type="http://schemas.openxmlformats.org/officeDocument/2006/relationships/image" Target="../media/image68.svg"/><Relationship Id="rId4" Type="http://schemas.openxmlformats.org/officeDocument/2006/relationships/image" Target="../media/image6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svg"/><Relationship Id="rId1" Type="http://schemas.openxmlformats.org/officeDocument/2006/relationships/image" Target="../media/image64.svg"/><Relationship Id="rId5" Type="http://schemas.openxmlformats.org/officeDocument/2006/relationships/image" Target="../media/image68.svg"/><Relationship Id="rId4" Type="http://schemas.openxmlformats.org/officeDocument/2006/relationships/image" Target="../media/image6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5A8F27-B761-4C6D-BAF9-0313BE17503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A257246-7182-4416-B7EA-6F9FEACC5690}">
      <dgm:prSet/>
      <dgm:spPr/>
      <dgm:t>
        <a:bodyPr/>
        <a:lstStyle/>
        <a:p>
          <a:pPr>
            <a:lnSpc>
              <a:spcPct val="100000"/>
            </a:lnSpc>
            <a:defRPr cap="all"/>
          </a:pPr>
          <a:r>
            <a:rPr lang="en-US" dirty="0"/>
            <a:t>Optimal Resource Utilization </a:t>
          </a:r>
        </a:p>
      </dgm:t>
    </dgm:pt>
    <dgm:pt modelId="{A91DB5E1-2333-4BA5-BCAA-90FA92EAFB7B}" type="parTrans" cxnId="{346D1DA8-3064-41B7-842F-BDC87F10CD9E}">
      <dgm:prSet/>
      <dgm:spPr/>
      <dgm:t>
        <a:bodyPr/>
        <a:lstStyle/>
        <a:p>
          <a:endParaRPr lang="en-US"/>
        </a:p>
      </dgm:t>
    </dgm:pt>
    <dgm:pt modelId="{70038476-F586-4EAA-97C9-82B6906DDC86}" type="sibTrans" cxnId="{346D1DA8-3064-41B7-842F-BDC87F10CD9E}">
      <dgm:prSet/>
      <dgm:spPr/>
      <dgm:t>
        <a:bodyPr/>
        <a:lstStyle/>
        <a:p>
          <a:endParaRPr lang="en-US"/>
        </a:p>
      </dgm:t>
    </dgm:pt>
    <dgm:pt modelId="{6EFFAE3D-1A2C-40F1-9ADA-C023D1531405}">
      <dgm:prSet/>
      <dgm:spPr/>
      <dgm:t>
        <a:bodyPr/>
        <a:lstStyle/>
        <a:p>
          <a:pPr>
            <a:lnSpc>
              <a:spcPct val="100000"/>
            </a:lnSpc>
            <a:defRPr cap="all"/>
          </a:pPr>
          <a:r>
            <a:rPr lang="en-US" dirty="0"/>
            <a:t>Increased machine efficiency due to better ventilation </a:t>
          </a:r>
        </a:p>
      </dgm:t>
    </dgm:pt>
    <dgm:pt modelId="{0BA2EBFD-A321-49AA-A413-1231E167F598}" type="parTrans" cxnId="{BEC3C891-8838-4200-A26B-5B23EF807411}">
      <dgm:prSet/>
      <dgm:spPr/>
      <dgm:t>
        <a:bodyPr/>
        <a:lstStyle/>
        <a:p>
          <a:endParaRPr lang="en-US"/>
        </a:p>
      </dgm:t>
    </dgm:pt>
    <dgm:pt modelId="{B8653784-5C8B-4BF3-B76E-F753AC0905D5}" type="sibTrans" cxnId="{BEC3C891-8838-4200-A26B-5B23EF807411}">
      <dgm:prSet/>
      <dgm:spPr/>
      <dgm:t>
        <a:bodyPr/>
        <a:lstStyle/>
        <a:p>
          <a:endParaRPr lang="en-US"/>
        </a:p>
      </dgm:t>
    </dgm:pt>
    <dgm:pt modelId="{5586AD17-A792-47A2-BEE4-DD23EC9CF426}">
      <dgm:prSet/>
      <dgm:spPr/>
      <dgm:t>
        <a:bodyPr/>
        <a:lstStyle/>
        <a:p>
          <a:pPr>
            <a:lnSpc>
              <a:spcPct val="100000"/>
            </a:lnSpc>
            <a:defRPr cap="all"/>
          </a:pPr>
          <a:r>
            <a:rPr lang="en-US" dirty="0"/>
            <a:t>Economical (compared to purchasing a warehouse) </a:t>
          </a:r>
        </a:p>
      </dgm:t>
    </dgm:pt>
    <dgm:pt modelId="{05898982-6033-4759-9617-7F2F46A0EACA}" type="parTrans" cxnId="{FD3F6AA0-82AB-438E-9CDE-F6FF164C61A5}">
      <dgm:prSet/>
      <dgm:spPr/>
      <dgm:t>
        <a:bodyPr/>
        <a:lstStyle/>
        <a:p>
          <a:endParaRPr lang="en-US"/>
        </a:p>
      </dgm:t>
    </dgm:pt>
    <dgm:pt modelId="{A5AEE2B6-1ED3-423D-826C-2A0883AE9D1F}" type="sibTrans" cxnId="{FD3F6AA0-82AB-438E-9CDE-F6FF164C61A5}">
      <dgm:prSet/>
      <dgm:spPr/>
      <dgm:t>
        <a:bodyPr/>
        <a:lstStyle/>
        <a:p>
          <a:endParaRPr lang="en-US"/>
        </a:p>
      </dgm:t>
    </dgm:pt>
    <dgm:pt modelId="{2EF56B89-937C-485A-968E-F5AA068748AB}">
      <dgm:prSet/>
      <dgm:spPr/>
      <dgm:t>
        <a:bodyPr/>
        <a:lstStyle/>
        <a:p>
          <a:pPr>
            <a:lnSpc>
              <a:spcPct val="100000"/>
            </a:lnSpc>
            <a:defRPr cap="all"/>
          </a:pPr>
          <a:r>
            <a:rPr lang="en-US" dirty="0"/>
            <a:t>Minimum disruption to business/daily tasks </a:t>
          </a:r>
        </a:p>
      </dgm:t>
    </dgm:pt>
    <dgm:pt modelId="{6F630EA8-3916-4A6F-B5A0-9A3CF62E1EA6}" type="parTrans" cxnId="{31876A4C-9C31-44DD-97EE-DE5ECE2F6EA2}">
      <dgm:prSet/>
      <dgm:spPr/>
      <dgm:t>
        <a:bodyPr/>
        <a:lstStyle/>
        <a:p>
          <a:endParaRPr lang="en-US"/>
        </a:p>
      </dgm:t>
    </dgm:pt>
    <dgm:pt modelId="{D0F0BD6A-149A-4467-9C21-39E28DC9B050}" type="sibTrans" cxnId="{31876A4C-9C31-44DD-97EE-DE5ECE2F6EA2}">
      <dgm:prSet/>
      <dgm:spPr/>
      <dgm:t>
        <a:bodyPr/>
        <a:lstStyle/>
        <a:p>
          <a:endParaRPr lang="en-US"/>
        </a:p>
      </dgm:t>
    </dgm:pt>
    <dgm:pt modelId="{D41BC08F-32B6-4B45-BEF3-6103AF13D1D5}">
      <dgm:prSet/>
      <dgm:spPr/>
      <dgm:t>
        <a:bodyPr/>
        <a:lstStyle/>
        <a:p>
          <a:pPr>
            <a:lnSpc>
              <a:spcPct val="100000"/>
            </a:lnSpc>
            <a:defRPr cap="all"/>
          </a:pPr>
          <a:r>
            <a:rPr lang="en-US" dirty="0"/>
            <a:t>Easy to assemble/disassemble </a:t>
          </a:r>
        </a:p>
      </dgm:t>
    </dgm:pt>
    <dgm:pt modelId="{5F913F4F-5FAF-44BE-9367-E4891A72C154}" type="parTrans" cxnId="{51B4ACA3-C4A6-4F06-91BD-64DEAF3F4E77}">
      <dgm:prSet/>
      <dgm:spPr/>
      <dgm:t>
        <a:bodyPr/>
        <a:lstStyle/>
        <a:p>
          <a:endParaRPr lang="en-US"/>
        </a:p>
      </dgm:t>
    </dgm:pt>
    <dgm:pt modelId="{72FB44C0-7EB9-4554-96B6-16401155524D}" type="sibTrans" cxnId="{51B4ACA3-C4A6-4F06-91BD-64DEAF3F4E77}">
      <dgm:prSet/>
      <dgm:spPr/>
      <dgm:t>
        <a:bodyPr/>
        <a:lstStyle/>
        <a:p>
          <a:endParaRPr lang="en-US"/>
        </a:p>
      </dgm:t>
    </dgm:pt>
    <dgm:pt modelId="{4C4501BD-A876-4A69-A4FB-BE2A8953CFA3}" type="pres">
      <dgm:prSet presAssocID="{535A8F27-B761-4C6D-BAF9-0313BE175035}" presName="root" presStyleCnt="0">
        <dgm:presLayoutVars>
          <dgm:dir/>
          <dgm:resizeHandles val="exact"/>
        </dgm:presLayoutVars>
      </dgm:prSet>
      <dgm:spPr/>
    </dgm:pt>
    <dgm:pt modelId="{5B2055B5-9494-45E7-B697-C7BDD5556BF0}" type="pres">
      <dgm:prSet presAssocID="{EA257246-7182-4416-B7EA-6F9FEACC5690}" presName="compNode" presStyleCnt="0"/>
      <dgm:spPr/>
    </dgm:pt>
    <dgm:pt modelId="{271406CE-977E-4E74-9817-72320D3956B0}" type="pres">
      <dgm:prSet presAssocID="{EA257246-7182-4416-B7EA-6F9FEACC5690}" presName="iconBgRect" presStyleLbl="bgShp" presStyleIdx="0" presStyleCnt="5"/>
      <dgm:spPr/>
    </dgm:pt>
    <dgm:pt modelId="{3508F297-BDA7-4D82-B23D-FFFFA4014037}" type="pres">
      <dgm:prSet presAssocID="{EA257246-7182-4416-B7EA-6F9FEACC5690}"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pward trend"/>
        </a:ext>
      </dgm:extLst>
    </dgm:pt>
    <dgm:pt modelId="{AF8790DB-7C0A-4656-B171-2E16EA0D8712}" type="pres">
      <dgm:prSet presAssocID="{EA257246-7182-4416-B7EA-6F9FEACC5690}" presName="spaceRect" presStyleCnt="0"/>
      <dgm:spPr/>
    </dgm:pt>
    <dgm:pt modelId="{F731242F-7D0B-44B4-AE67-38CB8DDC6E35}" type="pres">
      <dgm:prSet presAssocID="{EA257246-7182-4416-B7EA-6F9FEACC5690}" presName="textRect" presStyleLbl="revTx" presStyleIdx="0" presStyleCnt="5">
        <dgm:presLayoutVars>
          <dgm:chMax val="1"/>
          <dgm:chPref val="1"/>
        </dgm:presLayoutVars>
      </dgm:prSet>
      <dgm:spPr/>
    </dgm:pt>
    <dgm:pt modelId="{AA65933E-2E50-4285-96B7-B098EBE0B9F0}" type="pres">
      <dgm:prSet presAssocID="{70038476-F586-4EAA-97C9-82B6906DDC86}" presName="sibTrans" presStyleCnt="0"/>
      <dgm:spPr/>
    </dgm:pt>
    <dgm:pt modelId="{FE3C4C8F-7016-4242-A37C-D132E3380123}" type="pres">
      <dgm:prSet presAssocID="{6EFFAE3D-1A2C-40F1-9ADA-C023D1531405}" presName="compNode" presStyleCnt="0"/>
      <dgm:spPr/>
    </dgm:pt>
    <dgm:pt modelId="{9ADD1284-9DBE-46C3-B057-F9A47A7C7E00}" type="pres">
      <dgm:prSet presAssocID="{6EFFAE3D-1A2C-40F1-9ADA-C023D1531405}" presName="iconBgRect" presStyleLbl="bgShp" presStyleIdx="1" presStyleCnt="5"/>
      <dgm:spPr/>
    </dgm:pt>
    <dgm:pt modelId="{5EFA43D2-1943-4A53-A40F-FA59874B2087}" type="pres">
      <dgm:prSet presAssocID="{6EFFAE3D-1A2C-40F1-9ADA-C023D1531405}"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Hand with solid fill"/>
        </a:ext>
      </dgm:extLst>
    </dgm:pt>
    <dgm:pt modelId="{8C4B942B-9DED-4A7D-997B-B28AE7389668}" type="pres">
      <dgm:prSet presAssocID="{6EFFAE3D-1A2C-40F1-9ADA-C023D1531405}" presName="spaceRect" presStyleCnt="0"/>
      <dgm:spPr/>
    </dgm:pt>
    <dgm:pt modelId="{B3820D18-C720-45D4-809D-BCFCADA51E0C}" type="pres">
      <dgm:prSet presAssocID="{6EFFAE3D-1A2C-40F1-9ADA-C023D1531405}" presName="textRect" presStyleLbl="revTx" presStyleIdx="1" presStyleCnt="5">
        <dgm:presLayoutVars>
          <dgm:chMax val="1"/>
          <dgm:chPref val="1"/>
        </dgm:presLayoutVars>
      </dgm:prSet>
      <dgm:spPr/>
    </dgm:pt>
    <dgm:pt modelId="{DFA12471-AE6E-417B-886F-BA6A1103FD6A}" type="pres">
      <dgm:prSet presAssocID="{B8653784-5C8B-4BF3-B76E-F753AC0905D5}" presName="sibTrans" presStyleCnt="0"/>
      <dgm:spPr/>
    </dgm:pt>
    <dgm:pt modelId="{BED7D657-6555-4869-B34E-11781AD33785}" type="pres">
      <dgm:prSet presAssocID="{5586AD17-A792-47A2-BEE4-DD23EC9CF426}" presName="compNode" presStyleCnt="0"/>
      <dgm:spPr/>
    </dgm:pt>
    <dgm:pt modelId="{9F8AEF82-B8AD-4F92-80CB-053A5A9ED42E}" type="pres">
      <dgm:prSet presAssocID="{5586AD17-A792-47A2-BEE4-DD23EC9CF426}" presName="iconBgRect" presStyleLbl="bgShp" presStyleIdx="2" presStyleCnt="5"/>
      <dgm:spPr/>
    </dgm:pt>
    <dgm:pt modelId="{BB8BFF51-9A29-4171-B9AF-8900D65EB5A6}" type="pres">
      <dgm:prSet presAssocID="{5586AD17-A792-47A2-BEE4-DD23EC9CF426}"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ney with solid fill"/>
        </a:ext>
      </dgm:extLst>
    </dgm:pt>
    <dgm:pt modelId="{04F86850-3091-4054-B0AA-F18CF40C1FB8}" type="pres">
      <dgm:prSet presAssocID="{5586AD17-A792-47A2-BEE4-DD23EC9CF426}" presName="spaceRect" presStyleCnt="0"/>
      <dgm:spPr/>
    </dgm:pt>
    <dgm:pt modelId="{0A2EB8C9-2B43-46B3-AE69-8F31D1416381}" type="pres">
      <dgm:prSet presAssocID="{5586AD17-A792-47A2-BEE4-DD23EC9CF426}" presName="textRect" presStyleLbl="revTx" presStyleIdx="2" presStyleCnt="5">
        <dgm:presLayoutVars>
          <dgm:chMax val="1"/>
          <dgm:chPref val="1"/>
        </dgm:presLayoutVars>
      </dgm:prSet>
      <dgm:spPr/>
    </dgm:pt>
    <dgm:pt modelId="{37837D6A-7CA0-4EE4-AF57-8321ED995F02}" type="pres">
      <dgm:prSet presAssocID="{A5AEE2B6-1ED3-423D-826C-2A0883AE9D1F}" presName="sibTrans" presStyleCnt="0"/>
      <dgm:spPr/>
    </dgm:pt>
    <dgm:pt modelId="{2A1BB8BF-CBA8-439C-8E88-9859E48C5FB7}" type="pres">
      <dgm:prSet presAssocID="{2EF56B89-937C-485A-968E-F5AA068748AB}" presName="compNode" presStyleCnt="0"/>
      <dgm:spPr/>
    </dgm:pt>
    <dgm:pt modelId="{EA695FC1-6825-4A3C-B403-F7696208DC84}" type="pres">
      <dgm:prSet presAssocID="{2EF56B89-937C-485A-968E-F5AA068748AB}" presName="iconBgRect" presStyleLbl="bgShp" presStyleIdx="3" presStyleCnt="5"/>
      <dgm:spPr/>
    </dgm:pt>
    <dgm:pt modelId="{97D9D888-401D-4711-A4CE-53E3FBFD9176}" type="pres">
      <dgm:prSet presAssocID="{2EF56B89-937C-485A-968E-F5AA068748AB}"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ipboard Partially Checked with solid fill"/>
        </a:ext>
      </dgm:extLst>
    </dgm:pt>
    <dgm:pt modelId="{F2A8B5AD-09E9-472E-A5A6-E7339C41197F}" type="pres">
      <dgm:prSet presAssocID="{2EF56B89-937C-485A-968E-F5AA068748AB}" presName="spaceRect" presStyleCnt="0"/>
      <dgm:spPr/>
    </dgm:pt>
    <dgm:pt modelId="{17B62F81-2459-4002-9A4D-8923BDA24077}" type="pres">
      <dgm:prSet presAssocID="{2EF56B89-937C-485A-968E-F5AA068748AB}" presName="textRect" presStyleLbl="revTx" presStyleIdx="3" presStyleCnt="5">
        <dgm:presLayoutVars>
          <dgm:chMax val="1"/>
          <dgm:chPref val="1"/>
        </dgm:presLayoutVars>
      </dgm:prSet>
      <dgm:spPr/>
    </dgm:pt>
    <dgm:pt modelId="{DD9A7A8C-C2D6-4D3F-A3A9-8C72F7B2C14B}" type="pres">
      <dgm:prSet presAssocID="{D0F0BD6A-149A-4467-9C21-39E28DC9B050}" presName="sibTrans" presStyleCnt="0"/>
      <dgm:spPr/>
    </dgm:pt>
    <dgm:pt modelId="{AE9AC790-641A-42CF-B966-F05F773F2B4C}" type="pres">
      <dgm:prSet presAssocID="{D41BC08F-32B6-4B45-BEF3-6103AF13D1D5}" presName="compNode" presStyleCnt="0"/>
      <dgm:spPr/>
    </dgm:pt>
    <dgm:pt modelId="{A6E08E60-5A65-409E-B257-D688CA1E5B5A}" type="pres">
      <dgm:prSet presAssocID="{D41BC08F-32B6-4B45-BEF3-6103AF13D1D5}" presName="iconBgRect" presStyleLbl="bgShp" presStyleIdx="4" presStyleCnt="5"/>
      <dgm:spPr/>
    </dgm:pt>
    <dgm:pt modelId="{78333AAC-0DFE-4E4F-8E9B-DACCFA2EE092}" type="pres">
      <dgm:prSet presAssocID="{D41BC08F-32B6-4B45-BEF3-6103AF13D1D5}"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ools with solid fill"/>
        </a:ext>
      </dgm:extLst>
    </dgm:pt>
    <dgm:pt modelId="{CC46C97C-ECFA-407B-956D-B22D2C17C17F}" type="pres">
      <dgm:prSet presAssocID="{D41BC08F-32B6-4B45-BEF3-6103AF13D1D5}" presName="spaceRect" presStyleCnt="0"/>
      <dgm:spPr/>
    </dgm:pt>
    <dgm:pt modelId="{A93817C9-385B-48FF-825C-422C0C657078}" type="pres">
      <dgm:prSet presAssocID="{D41BC08F-32B6-4B45-BEF3-6103AF13D1D5}" presName="textRect" presStyleLbl="revTx" presStyleIdx="4" presStyleCnt="5">
        <dgm:presLayoutVars>
          <dgm:chMax val="1"/>
          <dgm:chPref val="1"/>
        </dgm:presLayoutVars>
      </dgm:prSet>
      <dgm:spPr/>
    </dgm:pt>
  </dgm:ptLst>
  <dgm:cxnLst>
    <dgm:cxn modelId="{9E44D60B-9A8D-4734-96D6-63B203A4B66F}" type="presOf" srcId="{2EF56B89-937C-485A-968E-F5AA068748AB}" destId="{17B62F81-2459-4002-9A4D-8923BDA24077}" srcOrd="0" destOrd="0" presId="urn:microsoft.com/office/officeart/2018/5/layout/IconCircleLabelList"/>
    <dgm:cxn modelId="{21A19023-82ED-4063-9F85-23706E494974}" type="presOf" srcId="{EA257246-7182-4416-B7EA-6F9FEACC5690}" destId="{F731242F-7D0B-44B4-AE67-38CB8DDC6E35}" srcOrd="0" destOrd="0" presId="urn:microsoft.com/office/officeart/2018/5/layout/IconCircleLabelList"/>
    <dgm:cxn modelId="{482D0E63-B6FC-4FFC-977E-564902746298}" type="presOf" srcId="{5586AD17-A792-47A2-BEE4-DD23EC9CF426}" destId="{0A2EB8C9-2B43-46B3-AE69-8F31D1416381}" srcOrd="0" destOrd="0" presId="urn:microsoft.com/office/officeart/2018/5/layout/IconCircleLabelList"/>
    <dgm:cxn modelId="{31876A4C-9C31-44DD-97EE-DE5ECE2F6EA2}" srcId="{535A8F27-B761-4C6D-BAF9-0313BE175035}" destId="{2EF56B89-937C-485A-968E-F5AA068748AB}" srcOrd="3" destOrd="0" parTransId="{6F630EA8-3916-4A6F-B5A0-9A3CF62E1EA6}" sibTransId="{D0F0BD6A-149A-4467-9C21-39E28DC9B050}"/>
    <dgm:cxn modelId="{FD264989-334F-4C76-A897-73102E7D2EC2}" type="presOf" srcId="{D41BC08F-32B6-4B45-BEF3-6103AF13D1D5}" destId="{A93817C9-385B-48FF-825C-422C0C657078}" srcOrd="0" destOrd="0" presId="urn:microsoft.com/office/officeart/2018/5/layout/IconCircleLabelList"/>
    <dgm:cxn modelId="{BEC3C891-8838-4200-A26B-5B23EF807411}" srcId="{535A8F27-B761-4C6D-BAF9-0313BE175035}" destId="{6EFFAE3D-1A2C-40F1-9ADA-C023D1531405}" srcOrd="1" destOrd="0" parTransId="{0BA2EBFD-A321-49AA-A413-1231E167F598}" sibTransId="{B8653784-5C8B-4BF3-B76E-F753AC0905D5}"/>
    <dgm:cxn modelId="{D0883C94-EEEE-412F-8BE4-A851A6360B68}" type="presOf" srcId="{535A8F27-B761-4C6D-BAF9-0313BE175035}" destId="{4C4501BD-A876-4A69-A4FB-BE2A8953CFA3}" srcOrd="0" destOrd="0" presId="urn:microsoft.com/office/officeart/2018/5/layout/IconCircleLabelList"/>
    <dgm:cxn modelId="{FD3F6AA0-82AB-438E-9CDE-F6FF164C61A5}" srcId="{535A8F27-B761-4C6D-BAF9-0313BE175035}" destId="{5586AD17-A792-47A2-BEE4-DD23EC9CF426}" srcOrd="2" destOrd="0" parTransId="{05898982-6033-4759-9617-7F2F46A0EACA}" sibTransId="{A5AEE2B6-1ED3-423D-826C-2A0883AE9D1F}"/>
    <dgm:cxn modelId="{51B4ACA3-C4A6-4F06-91BD-64DEAF3F4E77}" srcId="{535A8F27-B761-4C6D-BAF9-0313BE175035}" destId="{D41BC08F-32B6-4B45-BEF3-6103AF13D1D5}" srcOrd="4" destOrd="0" parTransId="{5F913F4F-5FAF-44BE-9367-E4891A72C154}" sibTransId="{72FB44C0-7EB9-4554-96B6-16401155524D}"/>
    <dgm:cxn modelId="{346D1DA8-3064-41B7-842F-BDC87F10CD9E}" srcId="{535A8F27-B761-4C6D-BAF9-0313BE175035}" destId="{EA257246-7182-4416-B7EA-6F9FEACC5690}" srcOrd="0" destOrd="0" parTransId="{A91DB5E1-2333-4BA5-BCAA-90FA92EAFB7B}" sibTransId="{70038476-F586-4EAA-97C9-82B6906DDC86}"/>
    <dgm:cxn modelId="{7387D7E9-E8B6-4DFD-85E3-C44DD75C9B13}" type="presOf" srcId="{6EFFAE3D-1A2C-40F1-9ADA-C023D1531405}" destId="{B3820D18-C720-45D4-809D-BCFCADA51E0C}" srcOrd="0" destOrd="0" presId="urn:microsoft.com/office/officeart/2018/5/layout/IconCircleLabelList"/>
    <dgm:cxn modelId="{ED93E786-F4C0-42F0-B67B-35CF1C290A2D}" type="presParOf" srcId="{4C4501BD-A876-4A69-A4FB-BE2A8953CFA3}" destId="{5B2055B5-9494-45E7-B697-C7BDD5556BF0}" srcOrd="0" destOrd="0" presId="urn:microsoft.com/office/officeart/2018/5/layout/IconCircleLabelList"/>
    <dgm:cxn modelId="{F3FEC948-EA06-4CDC-80D0-B8599E32A804}" type="presParOf" srcId="{5B2055B5-9494-45E7-B697-C7BDD5556BF0}" destId="{271406CE-977E-4E74-9817-72320D3956B0}" srcOrd="0" destOrd="0" presId="urn:microsoft.com/office/officeart/2018/5/layout/IconCircleLabelList"/>
    <dgm:cxn modelId="{5AB2A58C-E055-40D6-8AD5-108709C93493}" type="presParOf" srcId="{5B2055B5-9494-45E7-B697-C7BDD5556BF0}" destId="{3508F297-BDA7-4D82-B23D-FFFFA4014037}" srcOrd="1" destOrd="0" presId="urn:microsoft.com/office/officeart/2018/5/layout/IconCircleLabelList"/>
    <dgm:cxn modelId="{B0E8F76A-EA99-4C73-8AAB-7A2328FB9011}" type="presParOf" srcId="{5B2055B5-9494-45E7-B697-C7BDD5556BF0}" destId="{AF8790DB-7C0A-4656-B171-2E16EA0D8712}" srcOrd="2" destOrd="0" presId="urn:microsoft.com/office/officeart/2018/5/layout/IconCircleLabelList"/>
    <dgm:cxn modelId="{49BD463F-A74F-4AC2-9C20-4FC5402EC979}" type="presParOf" srcId="{5B2055B5-9494-45E7-B697-C7BDD5556BF0}" destId="{F731242F-7D0B-44B4-AE67-38CB8DDC6E35}" srcOrd="3" destOrd="0" presId="urn:microsoft.com/office/officeart/2018/5/layout/IconCircleLabelList"/>
    <dgm:cxn modelId="{7856A665-2FD7-4647-AB38-D61A537B58DC}" type="presParOf" srcId="{4C4501BD-A876-4A69-A4FB-BE2A8953CFA3}" destId="{AA65933E-2E50-4285-96B7-B098EBE0B9F0}" srcOrd="1" destOrd="0" presId="urn:microsoft.com/office/officeart/2018/5/layout/IconCircleLabelList"/>
    <dgm:cxn modelId="{9A07064D-4A56-4245-A408-6D608563E08D}" type="presParOf" srcId="{4C4501BD-A876-4A69-A4FB-BE2A8953CFA3}" destId="{FE3C4C8F-7016-4242-A37C-D132E3380123}" srcOrd="2" destOrd="0" presId="urn:microsoft.com/office/officeart/2018/5/layout/IconCircleLabelList"/>
    <dgm:cxn modelId="{9AF1620C-7985-498A-8907-8D3982BC8877}" type="presParOf" srcId="{FE3C4C8F-7016-4242-A37C-D132E3380123}" destId="{9ADD1284-9DBE-46C3-B057-F9A47A7C7E00}" srcOrd="0" destOrd="0" presId="urn:microsoft.com/office/officeart/2018/5/layout/IconCircleLabelList"/>
    <dgm:cxn modelId="{D5B15EF5-F507-492C-A194-1EE16861EB71}" type="presParOf" srcId="{FE3C4C8F-7016-4242-A37C-D132E3380123}" destId="{5EFA43D2-1943-4A53-A40F-FA59874B2087}" srcOrd="1" destOrd="0" presId="urn:microsoft.com/office/officeart/2018/5/layout/IconCircleLabelList"/>
    <dgm:cxn modelId="{32A08A9A-02AB-4F28-9463-A162FB2F41D2}" type="presParOf" srcId="{FE3C4C8F-7016-4242-A37C-D132E3380123}" destId="{8C4B942B-9DED-4A7D-997B-B28AE7389668}" srcOrd="2" destOrd="0" presId="urn:microsoft.com/office/officeart/2018/5/layout/IconCircleLabelList"/>
    <dgm:cxn modelId="{602FC0DA-5442-4D48-B0D3-E2E8727C1D14}" type="presParOf" srcId="{FE3C4C8F-7016-4242-A37C-D132E3380123}" destId="{B3820D18-C720-45D4-809D-BCFCADA51E0C}" srcOrd="3" destOrd="0" presId="urn:microsoft.com/office/officeart/2018/5/layout/IconCircleLabelList"/>
    <dgm:cxn modelId="{D92B1FBB-61C1-460A-9C5F-ACFE86FFCC7B}" type="presParOf" srcId="{4C4501BD-A876-4A69-A4FB-BE2A8953CFA3}" destId="{DFA12471-AE6E-417B-886F-BA6A1103FD6A}" srcOrd="3" destOrd="0" presId="urn:microsoft.com/office/officeart/2018/5/layout/IconCircleLabelList"/>
    <dgm:cxn modelId="{B658BFEB-3D60-466C-BA67-A92FE6ABB8AE}" type="presParOf" srcId="{4C4501BD-A876-4A69-A4FB-BE2A8953CFA3}" destId="{BED7D657-6555-4869-B34E-11781AD33785}" srcOrd="4" destOrd="0" presId="urn:microsoft.com/office/officeart/2018/5/layout/IconCircleLabelList"/>
    <dgm:cxn modelId="{D5258520-8875-4040-A5CB-0111022AB7CB}" type="presParOf" srcId="{BED7D657-6555-4869-B34E-11781AD33785}" destId="{9F8AEF82-B8AD-4F92-80CB-053A5A9ED42E}" srcOrd="0" destOrd="0" presId="urn:microsoft.com/office/officeart/2018/5/layout/IconCircleLabelList"/>
    <dgm:cxn modelId="{B6C8AC68-4D59-4759-BAFD-C21E1885BA3A}" type="presParOf" srcId="{BED7D657-6555-4869-B34E-11781AD33785}" destId="{BB8BFF51-9A29-4171-B9AF-8900D65EB5A6}" srcOrd="1" destOrd="0" presId="urn:microsoft.com/office/officeart/2018/5/layout/IconCircleLabelList"/>
    <dgm:cxn modelId="{0B4D7A8B-03A7-47F5-87E2-3BD1CE3FBBB8}" type="presParOf" srcId="{BED7D657-6555-4869-B34E-11781AD33785}" destId="{04F86850-3091-4054-B0AA-F18CF40C1FB8}" srcOrd="2" destOrd="0" presId="urn:microsoft.com/office/officeart/2018/5/layout/IconCircleLabelList"/>
    <dgm:cxn modelId="{3653CF39-EB9F-4586-8909-AA926C1706CF}" type="presParOf" srcId="{BED7D657-6555-4869-B34E-11781AD33785}" destId="{0A2EB8C9-2B43-46B3-AE69-8F31D1416381}" srcOrd="3" destOrd="0" presId="urn:microsoft.com/office/officeart/2018/5/layout/IconCircleLabelList"/>
    <dgm:cxn modelId="{C7395566-EFFF-4D80-BA00-ECC1E3D919A7}" type="presParOf" srcId="{4C4501BD-A876-4A69-A4FB-BE2A8953CFA3}" destId="{37837D6A-7CA0-4EE4-AF57-8321ED995F02}" srcOrd="5" destOrd="0" presId="urn:microsoft.com/office/officeart/2018/5/layout/IconCircleLabelList"/>
    <dgm:cxn modelId="{0F8A25CF-0E95-4BC7-8715-BA3E73399FF1}" type="presParOf" srcId="{4C4501BD-A876-4A69-A4FB-BE2A8953CFA3}" destId="{2A1BB8BF-CBA8-439C-8E88-9859E48C5FB7}" srcOrd="6" destOrd="0" presId="urn:microsoft.com/office/officeart/2018/5/layout/IconCircleLabelList"/>
    <dgm:cxn modelId="{1E2066D0-78AA-48F8-9CD1-ECA82C69F2DC}" type="presParOf" srcId="{2A1BB8BF-CBA8-439C-8E88-9859E48C5FB7}" destId="{EA695FC1-6825-4A3C-B403-F7696208DC84}" srcOrd="0" destOrd="0" presId="urn:microsoft.com/office/officeart/2018/5/layout/IconCircleLabelList"/>
    <dgm:cxn modelId="{B17FAB74-DB21-4490-8A0F-B813EF591C35}" type="presParOf" srcId="{2A1BB8BF-CBA8-439C-8E88-9859E48C5FB7}" destId="{97D9D888-401D-4711-A4CE-53E3FBFD9176}" srcOrd="1" destOrd="0" presId="urn:microsoft.com/office/officeart/2018/5/layout/IconCircleLabelList"/>
    <dgm:cxn modelId="{B9F87D28-6AF4-4933-8125-BA67B922DB3F}" type="presParOf" srcId="{2A1BB8BF-CBA8-439C-8E88-9859E48C5FB7}" destId="{F2A8B5AD-09E9-472E-A5A6-E7339C41197F}" srcOrd="2" destOrd="0" presId="urn:microsoft.com/office/officeart/2018/5/layout/IconCircleLabelList"/>
    <dgm:cxn modelId="{98467757-4E6B-485E-838D-DD7872548E73}" type="presParOf" srcId="{2A1BB8BF-CBA8-439C-8E88-9859E48C5FB7}" destId="{17B62F81-2459-4002-9A4D-8923BDA24077}" srcOrd="3" destOrd="0" presId="urn:microsoft.com/office/officeart/2018/5/layout/IconCircleLabelList"/>
    <dgm:cxn modelId="{81EB970C-5C7E-4DA9-A767-24006391DC04}" type="presParOf" srcId="{4C4501BD-A876-4A69-A4FB-BE2A8953CFA3}" destId="{DD9A7A8C-C2D6-4D3F-A3A9-8C72F7B2C14B}" srcOrd="7" destOrd="0" presId="urn:microsoft.com/office/officeart/2018/5/layout/IconCircleLabelList"/>
    <dgm:cxn modelId="{5654A331-8EBC-4536-A254-8F1A2D148C77}" type="presParOf" srcId="{4C4501BD-A876-4A69-A4FB-BE2A8953CFA3}" destId="{AE9AC790-641A-42CF-B966-F05F773F2B4C}" srcOrd="8" destOrd="0" presId="urn:microsoft.com/office/officeart/2018/5/layout/IconCircleLabelList"/>
    <dgm:cxn modelId="{E82A55F0-B1CF-462E-8DEA-7A07D7F495E0}" type="presParOf" srcId="{AE9AC790-641A-42CF-B966-F05F773F2B4C}" destId="{A6E08E60-5A65-409E-B257-D688CA1E5B5A}" srcOrd="0" destOrd="0" presId="urn:microsoft.com/office/officeart/2018/5/layout/IconCircleLabelList"/>
    <dgm:cxn modelId="{3697D356-DA75-4A29-8FC5-521A9E93AECA}" type="presParOf" srcId="{AE9AC790-641A-42CF-B966-F05F773F2B4C}" destId="{78333AAC-0DFE-4E4F-8E9B-DACCFA2EE092}" srcOrd="1" destOrd="0" presId="urn:microsoft.com/office/officeart/2018/5/layout/IconCircleLabelList"/>
    <dgm:cxn modelId="{A6222960-D88F-4B14-85D2-084A39EC9E4D}" type="presParOf" srcId="{AE9AC790-641A-42CF-B966-F05F773F2B4C}" destId="{CC46C97C-ECFA-407B-956D-B22D2C17C17F}" srcOrd="2" destOrd="0" presId="urn:microsoft.com/office/officeart/2018/5/layout/IconCircleLabelList"/>
    <dgm:cxn modelId="{EBF22826-D2BA-4B64-8C2F-1897F16AC9D4}" type="presParOf" srcId="{AE9AC790-641A-42CF-B966-F05F773F2B4C}" destId="{A93817C9-385B-48FF-825C-422C0C65707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1406CE-977E-4E74-9817-72320D3956B0}">
      <dsp:nvSpPr>
        <dsp:cNvPr id="0" name=""/>
        <dsp:cNvSpPr/>
      </dsp:nvSpPr>
      <dsp:spPr>
        <a:xfrm>
          <a:off x="270427" y="186436"/>
          <a:ext cx="843873" cy="84387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08F297-BDA7-4D82-B23D-FFFFA4014037}">
      <dsp:nvSpPr>
        <dsp:cNvPr id="0" name=""/>
        <dsp:cNvSpPr/>
      </dsp:nvSpPr>
      <dsp:spPr>
        <a:xfrm>
          <a:off x="450268" y="366278"/>
          <a:ext cx="484189" cy="4841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31242F-7D0B-44B4-AE67-38CB8DDC6E35}">
      <dsp:nvSpPr>
        <dsp:cNvPr id="0" name=""/>
        <dsp:cNvSpPr/>
      </dsp:nvSpPr>
      <dsp:spPr>
        <a:xfrm>
          <a:off x="664" y="1293155"/>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Optimal Resource Utilization </a:t>
          </a:r>
        </a:p>
      </dsp:txBody>
      <dsp:txXfrm>
        <a:off x="664" y="1293155"/>
        <a:ext cx="1383398" cy="553359"/>
      </dsp:txXfrm>
    </dsp:sp>
    <dsp:sp modelId="{9ADD1284-9DBE-46C3-B057-F9A47A7C7E00}">
      <dsp:nvSpPr>
        <dsp:cNvPr id="0" name=""/>
        <dsp:cNvSpPr/>
      </dsp:nvSpPr>
      <dsp:spPr>
        <a:xfrm>
          <a:off x="1895920" y="186436"/>
          <a:ext cx="843873" cy="84387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FA43D2-1943-4A53-A40F-FA59874B2087}">
      <dsp:nvSpPr>
        <dsp:cNvPr id="0" name=""/>
        <dsp:cNvSpPr/>
      </dsp:nvSpPr>
      <dsp:spPr>
        <a:xfrm>
          <a:off x="2075762" y="366278"/>
          <a:ext cx="484189" cy="484189"/>
        </a:xfrm>
        <a:prstGeom prst="rect">
          <a:avLst/>
        </a:prstGeom>
        <a:blipFill>
          <a:blip xmlns:r="http://schemas.openxmlformats.org/officeDocument/2006/relationships">
            <a:extLs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820D18-C720-45D4-809D-BCFCADA51E0C}">
      <dsp:nvSpPr>
        <dsp:cNvPr id="0" name=""/>
        <dsp:cNvSpPr/>
      </dsp:nvSpPr>
      <dsp:spPr>
        <a:xfrm>
          <a:off x="1626157" y="1293155"/>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Increased machine efficiency due to better ventilation </a:t>
          </a:r>
        </a:p>
      </dsp:txBody>
      <dsp:txXfrm>
        <a:off x="1626157" y="1293155"/>
        <a:ext cx="1383398" cy="553359"/>
      </dsp:txXfrm>
    </dsp:sp>
    <dsp:sp modelId="{9F8AEF82-B8AD-4F92-80CB-053A5A9ED42E}">
      <dsp:nvSpPr>
        <dsp:cNvPr id="0" name=""/>
        <dsp:cNvSpPr/>
      </dsp:nvSpPr>
      <dsp:spPr>
        <a:xfrm>
          <a:off x="3521413" y="186436"/>
          <a:ext cx="843873" cy="84387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8BFF51-9A29-4171-B9AF-8900D65EB5A6}">
      <dsp:nvSpPr>
        <dsp:cNvPr id="0" name=""/>
        <dsp:cNvSpPr/>
      </dsp:nvSpPr>
      <dsp:spPr>
        <a:xfrm>
          <a:off x="3701255" y="366278"/>
          <a:ext cx="484189" cy="484189"/>
        </a:xfrm>
        <a:prstGeom prst="rect">
          <a:avLst/>
        </a:prstGeom>
        <a:blipFill>
          <a:blip xmlns:r="http://schemas.openxmlformats.org/officeDocument/2006/relationships">
            <a:extLs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2EB8C9-2B43-46B3-AE69-8F31D1416381}">
      <dsp:nvSpPr>
        <dsp:cNvPr id="0" name=""/>
        <dsp:cNvSpPr/>
      </dsp:nvSpPr>
      <dsp:spPr>
        <a:xfrm>
          <a:off x="3251650" y="1293155"/>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Economical (compared to purchasing a warehouse) </a:t>
          </a:r>
        </a:p>
      </dsp:txBody>
      <dsp:txXfrm>
        <a:off x="3251650" y="1293155"/>
        <a:ext cx="1383398" cy="553359"/>
      </dsp:txXfrm>
    </dsp:sp>
    <dsp:sp modelId="{EA695FC1-6825-4A3C-B403-F7696208DC84}">
      <dsp:nvSpPr>
        <dsp:cNvPr id="0" name=""/>
        <dsp:cNvSpPr/>
      </dsp:nvSpPr>
      <dsp:spPr>
        <a:xfrm>
          <a:off x="5146906" y="186436"/>
          <a:ext cx="843873" cy="84387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D9D888-401D-4711-A4CE-53E3FBFD9176}">
      <dsp:nvSpPr>
        <dsp:cNvPr id="0" name=""/>
        <dsp:cNvSpPr/>
      </dsp:nvSpPr>
      <dsp:spPr>
        <a:xfrm>
          <a:off x="5326748" y="366278"/>
          <a:ext cx="484189" cy="484189"/>
        </a:xfrm>
        <a:prstGeom prst="rect">
          <a:avLst/>
        </a:prstGeom>
        <a:blipFill>
          <a:blip xmlns:r="http://schemas.openxmlformats.org/officeDocument/2006/relationships">
            <a:extLs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B62F81-2459-4002-9A4D-8923BDA24077}">
      <dsp:nvSpPr>
        <dsp:cNvPr id="0" name=""/>
        <dsp:cNvSpPr/>
      </dsp:nvSpPr>
      <dsp:spPr>
        <a:xfrm>
          <a:off x="4877143" y="1293155"/>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Minimum disruption to business/daily tasks </a:t>
          </a:r>
        </a:p>
      </dsp:txBody>
      <dsp:txXfrm>
        <a:off x="4877143" y="1293155"/>
        <a:ext cx="1383398" cy="553359"/>
      </dsp:txXfrm>
    </dsp:sp>
    <dsp:sp modelId="{A6E08E60-5A65-409E-B257-D688CA1E5B5A}">
      <dsp:nvSpPr>
        <dsp:cNvPr id="0" name=""/>
        <dsp:cNvSpPr/>
      </dsp:nvSpPr>
      <dsp:spPr>
        <a:xfrm>
          <a:off x="6772399" y="186436"/>
          <a:ext cx="843873" cy="84387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333AAC-0DFE-4E4F-8E9B-DACCFA2EE092}">
      <dsp:nvSpPr>
        <dsp:cNvPr id="0" name=""/>
        <dsp:cNvSpPr/>
      </dsp:nvSpPr>
      <dsp:spPr>
        <a:xfrm>
          <a:off x="6952241" y="366278"/>
          <a:ext cx="484189" cy="484189"/>
        </a:xfrm>
        <a:prstGeom prst="rect">
          <a:avLst/>
        </a:prstGeom>
        <a:blipFill>
          <a:blip xmlns:r="http://schemas.openxmlformats.org/officeDocument/2006/relationships">
            <a:extLs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3817C9-385B-48FF-825C-422C0C657078}">
      <dsp:nvSpPr>
        <dsp:cNvPr id="0" name=""/>
        <dsp:cNvSpPr/>
      </dsp:nvSpPr>
      <dsp:spPr>
        <a:xfrm>
          <a:off x="6502637" y="1293155"/>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Easy to assemble/disassemble </a:t>
          </a:r>
        </a:p>
      </dsp:txBody>
      <dsp:txXfrm>
        <a:off x="6502637" y="1293155"/>
        <a:ext cx="1383398" cy="553359"/>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431BE96-5191-4630-88FE-0BB54B5D0D15}" type="datetimeFigureOut">
              <a:rPr lang="en-US" smtClean="0"/>
              <a:t>10/3/2026</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29FCD23B-CEE4-43C0-8A7C-4DE04C8A3AB4}" type="slidenum">
              <a:rPr lang="en-US" smtClean="0"/>
              <a:t>‹#›</a:t>
            </a:fld>
            <a:endParaRPr lang="en-US"/>
          </a:p>
        </p:txBody>
      </p:sp>
    </p:spTree>
    <p:extLst>
      <p:ext uri="{BB962C8B-B14F-4D97-AF65-F5344CB8AC3E}">
        <p14:creationId xmlns:p14="http://schemas.microsoft.com/office/powerpoint/2010/main" val="3218263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 name="Google Shape;34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3" name="Google Shape;52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4" name="Google Shape;54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5" name="Google Shape;57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4" name="Google Shape;59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3" name="Google Shape;77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5" name="Google Shape;80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2" name="Google Shape;81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0" name="Google Shape;82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2" name="Google Shape;103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0" name="Google Shape;104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FCD23B-CEE4-43C0-8A7C-4DE04C8A3AB4}" type="slidenum">
              <a:rPr lang="en-US" smtClean="0"/>
              <a:t>28</a:t>
            </a:fld>
            <a:endParaRPr lang="en-US"/>
          </a:p>
        </p:txBody>
      </p:sp>
    </p:spTree>
    <p:extLst>
      <p:ext uri="{BB962C8B-B14F-4D97-AF65-F5344CB8AC3E}">
        <p14:creationId xmlns:p14="http://schemas.microsoft.com/office/powerpoint/2010/main" val="169008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FCD23B-CEE4-43C0-8A7C-4DE04C8A3AB4}" type="slidenum">
              <a:rPr lang="en-US" smtClean="0"/>
              <a:t>29</a:t>
            </a:fld>
            <a:endParaRPr lang="en-US"/>
          </a:p>
        </p:txBody>
      </p:sp>
    </p:spTree>
    <p:extLst>
      <p:ext uri="{BB962C8B-B14F-4D97-AF65-F5344CB8AC3E}">
        <p14:creationId xmlns:p14="http://schemas.microsoft.com/office/powerpoint/2010/main" val="42394078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FCD23B-CEE4-43C0-8A7C-4DE04C8A3AB4}" type="slidenum">
              <a:rPr lang="en-US" smtClean="0"/>
              <a:t>30</a:t>
            </a:fld>
            <a:endParaRPr lang="en-US"/>
          </a:p>
        </p:txBody>
      </p:sp>
    </p:spTree>
    <p:extLst>
      <p:ext uri="{BB962C8B-B14F-4D97-AF65-F5344CB8AC3E}">
        <p14:creationId xmlns:p14="http://schemas.microsoft.com/office/powerpoint/2010/main" val="3782902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FCD23B-CEE4-43C0-8A7C-4DE04C8A3AB4}" type="slidenum">
              <a:rPr lang="en-US" smtClean="0"/>
              <a:t>31</a:t>
            </a:fld>
            <a:endParaRPr lang="en-US"/>
          </a:p>
        </p:txBody>
      </p:sp>
    </p:spTree>
    <p:extLst>
      <p:ext uri="{BB962C8B-B14F-4D97-AF65-F5344CB8AC3E}">
        <p14:creationId xmlns:p14="http://schemas.microsoft.com/office/powerpoint/2010/main" val="2634826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FCD23B-CEE4-43C0-8A7C-4DE04C8A3A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3945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g260179f658b_0_118:notes"/>
          <p:cNvSpPr txBox="1">
            <a:spLocks noGrp="1"/>
          </p:cNvSpPr>
          <p:nvPr>
            <p:ph type="body" idx="1"/>
          </p:nvPr>
        </p:nvSpPr>
        <p:spPr>
          <a:xfrm>
            <a:off x="914400" y="2443163"/>
            <a:ext cx="7315200" cy="23145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3" name="Google Shape;1363;g260179f658b_0_118: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FCD23B-CEE4-43C0-8A7C-4DE04C8A3A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5355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048505" y="684657"/>
            <a:ext cx="559435" cy="1854835"/>
          </a:xfrm>
          <a:prstGeom prst="rect">
            <a:avLst/>
          </a:prstGeom>
        </p:spPr>
        <p:txBody>
          <a:bodyPr wrap="square" lIns="0" tIns="0" rIns="0" bIns="0">
            <a:spAutoFit/>
          </a:bodyPr>
          <a:lstStyle>
            <a:lvl1pPr>
              <a:defRPr sz="6000" b="1" i="0">
                <a:solidFill>
                  <a:schemeClr val="bg1"/>
                </a:solidFill>
                <a:latin typeface="Verdana"/>
                <a:cs typeface="Verdana"/>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181818"/>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181818"/>
                </a:solidFill>
                <a:latin typeface="Verdana"/>
                <a:cs typeface="Verdana"/>
              </a:defRPr>
            </a:lvl1pPr>
          </a:lstStyle>
          <a:p>
            <a:endParaRPr/>
          </a:p>
        </p:txBody>
      </p:sp>
      <p:sp>
        <p:nvSpPr>
          <p:cNvPr id="3" name="Holder 3"/>
          <p:cNvSpPr>
            <a:spLocks noGrp="1"/>
          </p:cNvSpPr>
          <p:nvPr>
            <p:ph sz="half" idx="2"/>
          </p:nvPr>
        </p:nvSpPr>
        <p:spPr>
          <a:xfrm>
            <a:off x="1157427" y="1185164"/>
            <a:ext cx="3053715" cy="3497579"/>
          </a:xfrm>
          <a:prstGeom prst="rect">
            <a:avLst/>
          </a:prstGeom>
        </p:spPr>
        <p:txBody>
          <a:bodyPr wrap="square" lIns="0" tIns="0" rIns="0" bIns="0">
            <a:spAutoFit/>
          </a:bodyPr>
          <a:lstStyle>
            <a:lvl1pPr>
              <a:defRPr sz="1800" b="1" i="0">
                <a:solidFill>
                  <a:srgbClr val="181818"/>
                </a:solidFill>
                <a:latin typeface="Verdana"/>
                <a:cs typeface="Verdana"/>
              </a:defRPr>
            </a:lvl1pPr>
          </a:lstStyle>
          <a:p>
            <a:endParaRPr/>
          </a:p>
        </p:txBody>
      </p:sp>
      <p:sp>
        <p:nvSpPr>
          <p:cNvPr id="4" name="Holder 4"/>
          <p:cNvSpPr>
            <a:spLocks noGrp="1"/>
          </p:cNvSpPr>
          <p:nvPr>
            <p:ph sz="half" idx="3"/>
          </p:nvPr>
        </p:nvSpPr>
        <p:spPr>
          <a:xfrm>
            <a:off x="4830571" y="1185164"/>
            <a:ext cx="3068954" cy="3314700"/>
          </a:xfrm>
          <a:prstGeom prst="rect">
            <a:avLst/>
          </a:prstGeom>
        </p:spPr>
        <p:txBody>
          <a:bodyPr wrap="square" lIns="0" tIns="0" rIns="0" bIns="0">
            <a:spAutoFit/>
          </a:bodyPr>
          <a:lstStyle>
            <a:lvl1pPr>
              <a:defRPr sz="1800" b="1" i="0">
                <a:solidFill>
                  <a:srgbClr val="181818"/>
                </a:solidFill>
                <a:latin typeface="Verdana"/>
                <a:cs typeface="Verdana"/>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647700" cy="4874260"/>
          </a:xfrm>
          <a:custGeom>
            <a:avLst/>
            <a:gdLst/>
            <a:ahLst/>
            <a:cxnLst/>
            <a:rect l="l" t="t" r="r" b="b"/>
            <a:pathLst>
              <a:path w="647700" h="4874260">
                <a:moveTo>
                  <a:pt x="0" y="4873752"/>
                </a:moveTo>
                <a:lnTo>
                  <a:pt x="647700" y="4873752"/>
                </a:lnTo>
                <a:lnTo>
                  <a:pt x="647700" y="0"/>
                </a:lnTo>
                <a:lnTo>
                  <a:pt x="0" y="0"/>
                </a:lnTo>
                <a:lnTo>
                  <a:pt x="0" y="4873752"/>
                </a:lnTo>
                <a:close/>
              </a:path>
            </a:pathLst>
          </a:custGeom>
          <a:solidFill>
            <a:srgbClr val="D2D2D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000" b="1" i="0">
                <a:solidFill>
                  <a:srgbClr val="181818"/>
                </a:solidFill>
                <a:latin typeface="Verdana"/>
                <a:cs typeface="Verdana"/>
              </a:defRPr>
            </a:lvl1pPr>
          </a:lstStyle>
          <a:p>
            <a:endParaRPr/>
          </a:p>
        </p:txBody>
      </p:sp>
      <p:sp>
        <p:nvSpPr>
          <p:cNvPr id="3" name="Holder 3"/>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48950" y="410575"/>
            <a:ext cx="8238000" cy="1045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200"/>
              <a:buNone/>
              <a:defRPr sz="36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448950" y="1467425"/>
            <a:ext cx="2845500" cy="1045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800"/>
              <a:buNon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42973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457200" y="411475"/>
            <a:ext cx="8229600" cy="481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1pPr>
            <a:lvl2pPr lvl="1"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2pPr>
            <a:lvl3pPr lvl="2"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3pPr>
            <a:lvl4pPr lvl="3"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4pPr>
            <a:lvl5pPr lvl="4"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5pPr>
            <a:lvl6pPr lvl="5"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6pPr>
            <a:lvl7pPr lvl="6"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7pPr>
            <a:lvl8pPr lvl="7"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8pPr>
            <a:lvl9pPr lvl="8"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9pPr>
          </a:lstStyle>
          <a:p>
            <a:endParaRPr/>
          </a:p>
        </p:txBody>
      </p:sp>
    </p:spTree>
    <p:extLst>
      <p:ext uri="{BB962C8B-B14F-4D97-AF65-F5344CB8AC3E}">
        <p14:creationId xmlns:p14="http://schemas.microsoft.com/office/powerpoint/2010/main" val="3638430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85313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18"/>
        <p:cNvGrpSpPr/>
        <p:nvPr/>
      </p:nvGrpSpPr>
      <p:grpSpPr>
        <a:xfrm>
          <a:off x="0" y="0"/>
          <a:ext cx="0" cy="0"/>
          <a:chOff x="0" y="0"/>
          <a:chExt cx="0" cy="0"/>
        </a:xfrm>
      </p:grpSpPr>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72213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E7065-D6C9-E1C3-A16A-7F6381D5F133}"/>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ED00A2-8CBA-54E0-C653-9878C8CCC8E6}"/>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AD6D3C-8ED1-BCDF-D61A-2AC474839F5A}"/>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77A84F3D-476C-EE96-08B0-CCFF6F13A629}"/>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2D5FC2-A091-FF22-D804-AFC23A4E6745}"/>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1923435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BD291-9618-7A06-50C6-81CC5358A8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006B18-DBDB-04F0-36A7-012D38917F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D7E986-8B31-99AA-19FA-B3565E4FD658}"/>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C48C728-06D0-50E3-2723-CD895617F81D}"/>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992FF00-A90E-EC5D-C30F-7259FDD96BB6}"/>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2615132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9921E-9910-6F8B-9016-9646E5E1816F}"/>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733286-18F4-E8EE-92D8-4EBA37FA5385}"/>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C9D172-97C7-E9AB-2BB7-D2A295670027}"/>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9CA5D5E6-F046-A014-EDBA-AD31B3D1EDC6}"/>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D99E8F5-5679-5C0A-3F9D-FFAB8A6F7EE0}"/>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3631331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2D1B7-E2D9-8627-951A-CC3CD39E21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C79EA0-331F-6F71-1137-11C72D0CD2D8}"/>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44C71C-460D-24B0-BD66-7D944CFBF4FA}"/>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9B7A13-C226-2B26-C0B8-F96672A36F3A}"/>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3F4887F1-2F88-993E-B09C-C27DB0FD0607}"/>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70C462-7438-3552-BD02-81C2FDF469F6}"/>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16579980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3AC51-DBCD-8F12-AA9B-C2E7C6A460F5}"/>
              </a:ext>
            </a:extLst>
          </p:cNvPr>
          <p:cNvSpPr>
            <a:spLocks noGrp="1"/>
          </p:cNvSpPr>
          <p:nvPr>
            <p:ph type="title"/>
          </p:nvPr>
        </p:nvSpPr>
        <p:spPr>
          <a:xfrm>
            <a:off x="630238" y="274638"/>
            <a:ext cx="7886700" cy="9937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1DDBE9-01EF-EDAE-0496-448E12AA83D6}"/>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C88A1E-AC44-BCF1-46C4-9ED3EEF90F55}"/>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023FD3-C7B1-6B25-238D-E15ACD45E66E}"/>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5AB734-1F43-98AB-E5A9-647F105DC433}"/>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365754-8876-DC99-BED8-67365BF3445E}"/>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2899D9EA-7F58-9200-B5C5-F0DCD5662E04}"/>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677F341-D3D4-8421-5F16-8268128E35E3}"/>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5585529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8E989-BDAC-B5F3-712B-DCF8DD63F8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2E042D-63C3-E8E4-EE5F-9FC2C6BA2D92}"/>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CDFF0F7A-39EB-F761-5BBF-19F70FC69AEA}"/>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6A80DE-F468-3AEE-A240-D2257B604E52}"/>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545532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EF2979-4DC5-B5CA-7BBE-735DBA33E1D7}"/>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77FED785-B8AD-7F18-A06A-FA13E905F2D7}"/>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CA83C2CC-07DF-A42A-020B-F0AE6451257D}"/>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2299106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710FA-A210-C070-A57B-CF177DC1C77E}"/>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4C469D-5237-FD48-0A3C-A80F018046C0}"/>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E29252-5722-7150-AD09-10C0F8C8CD64}"/>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C1BC7B-7614-88C7-D28D-9A9688F0C332}"/>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CD9C0779-651D-6289-188D-0929A3D5B957}"/>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71735A6-43CC-136D-B0DF-708C26265882}"/>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1373869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771E0-F1AA-98B4-790B-25EFA996B7F9}"/>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555A6F-E08D-2BED-955E-0AC877FA76C4}"/>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01223E-5C1A-E29B-2BC7-7FE6F25FDF30}"/>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96BF2-ED90-ED59-8722-57A4B00AB8B3}"/>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D1E1B77F-5DF4-4FAA-B884-43A8C4FF1440}"/>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D029A9C-1D7B-4F43-961E-A5E965330C5B}"/>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29829467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9D1ED-CD96-4D5C-47F5-B97C48C9D8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7B6490-2C8F-B455-95CE-D4FF6744AA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49118-FFB4-7828-6AC7-77BFD41DE90B}"/>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88755F85-C6E1-C3D9-2A83-04D160D2C371}"/>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4D9197B-BCFF-9569-ABA0-DFE14C1DD893}"/>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36691578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AE4C80-8A88-A0C0-036B-EBB0CFD353C2}"/>
              </a:ext>
            </a:extLst>
          </p:cNvPr>
          <p:cNvSpPr>
            <a:spLocks noGrp="1"/>
          </p:cNvSpPr>
          <p:nvPr>
            <p:ph type="title" orient="vert"/>
          </p:nvPr>
        </p:nvSpPr>
        <p:spPr>
          <a:xfrm>
            <a:off x="6543675" y="274638"/>
            <a:ext cx="1971675" cy="43576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A02D8B-7EBB-642C-C80F-3B376749FFE6}"/>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88FA1-CED2-EADF-FA4B-1C568BF157A6}"/>
              </a:ext>
            </a:extLst>
          </p:cNvPr>
          <p:cNvSpPr>
            <a:spLocks noGrp="1"/>
          </p:cNvSpPr>
          <p:nvPr>
            <p:ph type="dt" sz="half" idx="10"/>
          </p:nvPr>
        </p:nvSpPr>
        <p:spPr>
          <a:xfrm>
            <a:off x="628650" y="4767263"/>
            <a:ext cx="2057400" cy="274637"/>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E891FD47-467A-3D0E-2F9D-1C767CDF44F4}"/>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5F609CC-0D52-1636-ABB8-E9F84380516D}"/>
              </a:ext>
            </a:extLst>
          </p:cNvPr>
          <p:cNvSpPr>
            <a:spLocks noGrp="1"/>
          </p:cNvSpPr>
          <p:nvPr>
            <p:ph type="sldNum" sz="quarter" idx="12"/>
          </p:nvPr>
        </p:nvSpPr>
        <p:spPr/>
        <p:txBody>
          <a:bodyPr/>
          <a:lstStyle/>
          <a:p>
            <a:fld id="{DAC5AA66-4514-400B-9D46-9ADA66222588}" type="slidenum">
              <a:rPr lang="en-US" smtClean="0"/>
              <a:t>‹#›</a:t>
            </a:fld>
            <a:endParaRPr lang="en-US"/>
          </a:p>
        </p:txBody>
      </p:sp>
    </p:spTree>
    <p:extLst>
      <p:ext uri="{BB962C8B-B14F-4D97-AF65-F5344CB8AC3E}">
        <p14:creationId xmlns:p14="http://schemas.microsoft.com/office/powerpoint/2010/main" val="60792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647700" cy="4874260"/>
          </a:xfrm>
          <a:custGeom>
            <a:avLst/>
            <a:gdLst/>
            <a:ahLst/>
            <a:cxnLst/>
            <a:rect l="l" t="t" r="r" b="b"/>
            <a:pathLst>
              <a:path w="647700" h="4874260">
                <a:moveTo>
                  <a:pt x="0" y="4873752"/>
                </a:moveTo>
                <a:lnTo>
                  <a:pt x="647700" y="4873752"/>
                </a:lnTo>
                <a:lnTo>
                  <a:pt x="647700" y="0"/>
                </a:lnTo>
                <a:lnTo>
                  <a:pt x="0" y="0"/>
                </a:lnTo>
                <a:lnTo>
                  <a:pt x="0" y="4873752"/>
                </a:lnTo>
                <a:close/>
              </a:path>
            </a:pathLst>
          </a:custGeom>
          <a:solidFill>
            <a:srgbClr val="D2D2D2"/>
          </a:solidFill>
        </p:spPr>
        <p:txBody>
          <a:bodyPr wrap="square" lIns="0" tIns="0" rIns="0" bIns="0" rtlCol="0"/>
          <a:lstStyle/>
          <a:p>
            <a:endParaRPr/>
          </a:p>
        </p:txBody>
      </p:sp>
      <p:sp>
        <p:nvSpPr>
          <p:cNvPr id="17" name="bg object 17"/>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18" name="bg object 18"/>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sp>
        <p:nvSpPr>
          <p:cNvPr id="19" name="bg object 19"/>
          <p:cNvSpPr/>
          <p:nvPr/>
        </p:nvSpPr>
        <p:spPr>
          <a:xfrm>
            <a:off x="8496299" y="269747"/>
            <a:ext cx="647700" cy="4874260"/>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20" name="bg object 20"/>
          <p:cNvSpPr/>
          <p:nvPr/>
        </p:nvSpPr>
        <p:spPr>
          <a:xfrm>
            <a:off x="8639556" y="3127247"/>
            <a:ext cx="360045" cy="1477010"/>
          </a:xfrm>
          <a:custGeom>
            <a:avLst/>
            <a:gdLst/>
            <a:ahLst/>
            <a:cxnLst/>
            <a:rect l="l" t="t" r="r" b="b"/>
            <a:pathLst>
              <a:path w="360045" h="1477010">
                <a:moveTo>
                  <a:pt x="36576" y="1458468"/>
                </a:moveTo>
                <a:lnTo>
                  <a:pt x="35140" y="1451356"/>
                </a:lnTo>
                <a:lnTo>
                  <a:pt x="31242" y="1445539"/>
                </a:lnTo>
                <a:lnTo>
                  <a:pt x="25425" y="1441627"/>
                </a:lnTo>
                <a:lnTo>
                  <a:pt x="18288" y="1440180"/>
                </a:lnTo>
                <a:lnTo>
                  <a:pt x="11137" y="1441627"/>
                </a:lnTo>
                <a:lnTo>
                  <a:pt x="5321" y="1445539"/>
                </a:lnTo>
                <a:lnTo>
                  <a:pt x="1422" y="1451356"/>
                </a:lnTo>
                <a:lnTo>
                  <a:pt x="0" y="1458468"/>
                </a:lnTo>
                <a:lnTo>
                  <a:pt x="1422" y="1465592"/>
                </a:lnTo>
                <a:lnTo>
                  <a:pt x="5334" y="1471409"/>
                </a:lnTo>
                <a:lnTo>
                  <a:pt x="11137" y="1475320"/>
                </a:lnTo>
                <a:lnTo>
                  <a:pt x="18288" y="1476756"/>
                </a:lnTo>
                <a:lnTo>
                  <a:pt x="25425" y="1475320"/>
                </a:lnTo>
                <a:lnTo>
                  <a:pt x="31242" y="1471409"/>
                </a:lnTo>
                <a:lnTo>
                  <a:pt x="35140" y="1465592"/>
                </a:lnTo>
                <a:lnTo>
                  <a:pt x="36576" y="1458468"/>
                </a:lnTo>
                <a:close/>
              </a:path>
              <a:path w="360045" h="1477010">
                <a:moveTo>
                  <a:pt x="36576" y="1098804"/>
                </a:moveTo>
                <a:lnTo>
                  <a:pt x="35140" y="1091692"/>
                </a:lnTo>
                <a:lnTo>
                  <a:pt x="31242" y="1085875"/>
                </a:lnTo>
                <a:lnTo>
                  <a:pt x="25425" y="1081963"/>
                </a:lnTo>
                <a:lnTo>
                  <a:pt x="18288" y="1080516"/>
                </a:lnTo>
                <a:lnTo>
                  <a:pt x="11137" y="1081963"/>
                </a:lnTo>
                <a:lnTo>
                  <a:pt x="5321" y="1085875"/>
                </a:lnTo>
                <a:lnTo>
                  <a:pt x="1422" y="1091692"/>
                </a:lnTo>
                <a:lnTo>
                  <a:pt x="0" y="1098804"/>
                </a:lnTo>
                <a:lnTo>
                  <a:pt x="1422" y="1105928"/>
                </a:lnTo>
                <a:lnTo>
                  <a:pt x="5334" y="1111745"/>
                </a:lnTo>
                <a:lnTo>
                  <a:pt x="11137" y="1115656"/>
                </a:lnTo>
                <a:lnTo>
                  <a:pt x="18288" y="1117092"/>
                </a:lnTo>
                <a:lnTo>
                  <a:pt x="25425" y="1115656"/>
                </a:lnTo>
                <a:lnTo>
                  <a:pt x="31242" y="1111745"/>
                </a:lnTo>
                <a:lnTo>
                  <a:pt x="35140" y="1105928"/>
                </a:lnTo>
                <a:lnTo>
                  <a:pt x="36576" y="1098804"/>
                </a:lnTo>
                <a:close/>
              </a:path>
              <a:path w="360045" h="1477010">
                <a:moveTo>
                  <a:pt x="36576" y="739140"/>
                </a:moveTo>
                <a:lnTo>
                  <a:pt x="35140" y="732002"/>
                </a:lnTo>
                <a:lnTo>
                  <a:pt x="31242" y="726186"/>
                </a:lnTo>
                <a:lnTo>
                  <a:pt x="25425" y="722287"/>
                </a:lnTo>
                <a:lnTo>
                  <a:pt x="18288" y="720852"/>
                </a:lnTo>
                <a:lnTo>
                  <a:pt x="11137" y="722287"/>
                </a:lnTo>
                <a:lnTo>
                  <a:pt x="5321" y="726186"/>
                </a:lnTo>
                <a:lnTo>
                  <a:pt x="1422" y="732002"/>
                </a:lnTo>
                <a:lnTo>
                  <a:pt x="0" y="739140"/>
                </a:lnTo>
                <a:lnTo>
                  <a:pt x="1422" y="746264"/>
                </a:lnTo>
                <a:lnTo>
                  <a:pt x="5334" y="752081"/>
                </a:lnTo>
                <a:lnTo>
                  <a:pt x="11137" y="755992"/>
                </a:lnTo>
                <a:lnTo>
                  <a:pt x="18288" y="757428"/>
                </a:lnTo>
                <a:lnTo>
                  <a:pt x="25425" y="755992"/>
                </a:lnTo>
                <a:lnTo>
                  <a:pt x="31242" y="752081"/>
                </a:lnTo>
                <a:lnTo>
                  <a:pt x="35140" y="746264"/>
                </a:lnTo>
                <a:lnTo>
                  <a:pt x="36576" y="739140"/>
                </a:lnTo>
                <a:close/>
              </a:path>
              <a:path w="360045" h="1477010">
                <a:moveTo>
                  <a:pt x="36576" y="369074"/>
                </a:moveTo>
                <a:lnTo>
                  <a:pt x="28448" y="361188"/>
                </a:lnTo>
                <a:lnTo>
                  <a:pt x="8128" y="361188"/>
                </a:lnTo>
                <a:lnTo>
                  <a:pt x="0" y="369074"/>
                </a:lnTo>
                <a:lnTo>
                  <a:pt x="0" y="378714"/>
                </a:lnTo>
                <a:lnTo>
                  <a:pt x="0" y="388366"/>
                </a:lnTo>
                <a:lnTo>
                  <a:pt x="8128" y="396240"/>
                </a:lnTo>
                <a:lnTo>
                  <a:pt x="28448" y="396240"/>
                </a:lnTo>
                <a:lnTo>
                  <a:pt x="36576" y="388366"/>
                </a:lnTo>
                <a:lnTo>
                  <a:pt x="36576" y="369074"/>
                </a:lnTo>
                <a:close/>
              </a:path>
              <a:path w="360045" h="1477010">
                <a:moveTo>
                  <a:pt x="36576" y="18288"/>
                </a:moveTo>
                <a:lnTo>
                  <a:pt x="35140" y="11150"/>
                </a:lnTo>
                <a:lnTo>
                  <a:pt x="31242" y="5346"/>
                </a:lnTo>
                <a:lnTo>
                  <a:pt x="25425" y="1435"/>
                </a:lnTo>
                <a:lnTo>
                  <a:pt x="18288" y="0"/>
                </a:lnTo>
                <a:lnTo>
                  <a:pt x="11137" y="1435"/>
                </a:lnTo>
                <a:lnTo>
                  <a:pt x="5321" y="5334"/>
                </a:lnTo>
                <a:lnTo>
                  <a:pt x="1422" y="11150"/>
                </a:lnTo>
                <a:lnTo>
                  <a:pt x="0" y="18288"/>
                </a:lnTo>
                <a:lnTo>
                  <a:pt x="1422" y="25438"/>
                </a:lnTo>
                <a:lnTo>
                  <a:pt x="5334" y="31242"/>
                </a:lnTo>
                <a:lnTo>
                  <a:pt x="11137" y="35153"/>
                </a:lnTo>
                <a:lnTo>
                  <a:pt x="18288" y="36576"/>
                </a:lnTo>
                <a:lnTo>
                  <a:pt x="25425" y="35153"/>
                </a:lnTo>
                <a:lnTo>
                  <a:pt x="31242" y="31254"/>
                </a:lnTo>
                <a:lnTo>
                  <a:pt x="35140" y="25438"/>
                </a:lnTo>
                <a:lnTo>
                  <a:pt x="36576" y="18288"/>
                </a:lnTo>
                <a:close/>
              </a:path>
              <a:path w="360045" h="1477010">
                <a:moveTo>
                  <a:pt x="359664" y="1448371"/>
                </a:moveTo>
                <a:lnTo>
                  <a:pt x="351790" y="1440180"/>
                </a:lnTo>
                <a:lnTo>
                  <a:pt x="332486" y="1440180"/>
                </a:lnTo>
                <a:lnTo>
                  <a:pt x="324612" y="1448371"/>
                </a:lnTo>
                <a:lnTo>
                  <a:pt x="324612" y="1458468"/>
                </a:lnTo>
                <a:lnTo>
                  <a:pt x="324612" y="1468564"/>
                </a:lnTo>
                <a:lnTo>
                  <a:pt x="332486" y="1476756"/>
                </a:lnTo>
                <a:lnTo>
                  <a:pt x="351790" y="1476756"/>
                </a:lnTo>
                <a:lnTo>
                  <a:pt x="359664" y="1468564"/>
                </a:lnTo>
                <a:lnTo>
                  <a:pt x="359664" y="1448371"/>
                </a:lnTo>
                <a:close/>
              </a:path>
              <a:path w="360045" h="1477010">
                <a:moveTo>
                  <a:pt x="359664" y="1088707"/>
                </a:moveTo>
                <a:lnTo>
                  <a:pt x="351790" y="1080516"/>
                </a:lnTo>
                <a:lnTo>
                  <a:pt x="332486" y="1080516"/>
                </a:lnTo>
                <a:lnTo>
                  <a:pt x="324612" y="1088707"/>
                </a:lnTo>
                <a:lnTo>
                  <a:pt x="324612" y="1098804"/>
                </a:lnTo>
                <a:lnTo>
                  <a:pt x="324612" y="1108900"/>
                </a:lnTo>
                <a:lnTo>
                  <a:pt x="332486" y="1117092"/>
                </a:lnTo>
                <a:lnTo>
                  <a:pt x="351790" y="1117092"/>
                </a:lnTo>
                <a:lnTo>
                  <a:pt x="359664" y="1108900"/>
                </a:lnTo>
                <a:lnTo>
                  <a:pt x="359664" y="1088707"/>
                </a:lnTo>
                <a:close/>
              </a:path>
              <a:path w="360045" h="1477010">
                <a:moveTo>
                  <a:pt x="359664" y="728980"/>
                </a:moveTo>
                <a:lnTo>
                  <a:pt x="351790" y="720852"/>
                </a:lnTo>
                <a:lnTo>
                  <a:pt x="332486" y="720852"/>
                </a:lnTo>
                <a:lnTo>
                  <a:pt x="324612" y="728980"/>
                </a:lnTo>
                <a:lnTo>
                  <a:pt x="324612" y="739140"/>
                </a:lnTo>
                <a:lnTo>
                  <a:pt x="324612" y="749236"/>
                </a:lnTo>
                <a:lnTo>
                  <a:pt x="332486" y="757428"/>
                </a:lnTo>
                <a:lnTo>
                  <a:pt x="351790" y="757428"/>
                </a:lnTo>
                <a:lnTo>
                  <a:pt x="359664" y="749236"/>
                </a:lnTo>
                <a:lnTo>
                  <a:pt x="359664" y="728980"/>
                </a:lnTo>
                <a:close/>
              </a:path>
              <a:path w="360045" h="1477010">
                <a:moveTo>
                  <a:pt x="359664" y="369074"/>
                </a:moveTo>
                <a:lnTo>
                  <a:pt x="351790" y="361188"/>
                </a:lnTo>
                <a:lnTo>
                  <a:pt x="332486" y="361188"/>
                </a:lnTo>
                <a:lnTo>
                  <a:pt x="324612" y="369074"/>
                </a:lnTo>
                <a:lnTo>
                  <a:pt x="324612" y="378714"/>
                </a:lnTo>
                <a:lnTo>
                  <a:pt x="324612" y="388366"/>
                </a:lnTo>
                <a:lnTo>
                  <a:pt x="332486" y="396240"/>
                </a:lnTo>
                <a:lnTo>
                  <a:pt x="351790" y="396240"/>
                </a:lnTo>
                <a:lnTo>
                  <a:pt x="359664" y="388366"/>
                </a:lnTo>
                <a:lnTo>
                  <a:pt x="359664" y="369074"/>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sp>
        <p:nvSpPr>
          <p:cNvPr id="21" name="bg object 21"/>
          <p:cNvSpPr/>
          <p:nvPr/>
        </p:nvSpPr>
        <p:spPr>
          <a:xfrm>
            <a:off x="7164324" y="0"/>
            <a:ext cx="1979930" cy="5143500"/>
          </a:xfrm>
          <a:custGeom>
            <a:avLst/>
            <a:gdLst/>
            <a:ahLst/>
            <a:cxnLst/>
            <a:rect l="l" t="t" r="r" b="b"/>
            <a:pathLst>
              <a:path w="1979929" h="5143500">
                <a:moveTo>
                  <a:pt x="539496" y="4604004"/>
                </a:moveTo>
                <a:lnTo>
                  <a:pt x="0" y="4604004"/>
                </a:lnTo>
                <a:lnTo>
                  <a:pt x="0" y="5143500"/>
                </a:lnTo>
                <a:lnTo>
                  <a:pt x="539496" y="5143500"/>
                </a:lnTo>
                <a:lnTo>
                  <a:pt x="539496" y="4604004"/>
                </a:lnTo>
                <a:close/>
              </a:path>
              <a:path w="1979929" h="5143500">
                <a:moveTo>
                  <a:pt x="899160" y="4963668"/>
                </a:moveTo>
                <a:lnTo>
                  <a:pt x="719328" y="4963668"/>
                </a:lnTo>
                <a:lnTo>
                  <a:pt x="719328" y="5143500"/>
                </a:lnTo>
                <a:lnTo>
                  <a:pt x="899160" y="5143500"/>
                </a:lnTo>
                <a:lnTo>
                  <a:pt x="899160" y="4963668"/>
                </a:lnTo>
                <a:close/>
              </a:path>
              <a:path w="1979929" h="5143500">
                <a:moveTo>
                  <a:pt x="1260348" y="4963668"/>
                </a:moveTo>
                <a:lnTo>
                  <a:pt x="1078992" y="4963668"/>
                </a:lnTo>
                <a:lnTo>
                  <a:pt x="1078992" y="5143500"/>
                </a:lnTo>
                <a:lnTo>
                  <a:pt x="1260348" y="5143500"/>
                </a:lnTo>
                <a:lnTo>
                  <a:pt x="1260348" y="4963668"/>
                </a:lnTo>
                <a:close/>
              </a:path>
              <a:path w="1979929" h="5143500">
                <a:moveTo>
                  <a:pt x="1979676" y="0"/>
                </a:moveTo>
                <a:lnTo>
                  <a:pt x="179832" y="0"/>
                </a:lnTo>
                <a:lnTo>
                  <a:pt x="179832" y="269748"/>
                </a:lnTo>
                <a:lnTo>
                  <a:pt x="1979676" y="269748"/>
                </a:lnTo>
                <a:lnTo>
                  <a:pt x="1979676" y="0"/>
                </a:lnTo>
                <a:close/>
              </a:path>
            </a:pathLst>
          </a:custGeom>
          <a:solidFill>
            <a:srgbClr val="4475C9"/>
          </a:solidFill>
        </p:spPr>
        <p:txBody>
          <a:bodyPr wrap="square" lIns="0" tIns="0" rIns="0" bIns="0" rtlCol="0"/>
          <a:lstStyle/>
          <a:p>
            <a:endParaRPr/>
          </a:p>
        </p:txBody>
      </p:sp>
      <p:sp>
        <p:nvSpPr>
          <p:cNvPr id="22" name="bg object 22"/>
          <p:cNvSpPr/>
          <p:nvPr/>
        </p:nvSpPr>
        <p:spPr>
          <a:xfrm>
            <a:off x="6083808" y="0"/>
            <a:ext cx="539750" cy="539750"/>
          </a:xfrm>
          <a:custGeom>
            <a:avLst/>
            <a:gdLst/>
            <a:ahLst/>
            <a:cxnLst/>
            <a:rect l="l" t="t" r="r" b="b"/>
            <a:pathLst>
              <a:path w="539750" h="539750">
                <a:moveTo>
                  <a:pt x="539495" y="0"/>
                </a:moveTo>
                <a:lnTo>
                  <a:pt x="0" y="0"/>
                </a:lnTo>
                <a:lnTo>
                  <a:pt x="0" y="539496"/>
                </a:lnTo>
                <a:lnTo>
                  <a:pt x="539495" y="539496"/>
                </a:lnTo>
                <a:lnTo>
                  <a:pt x="539495" y="0"/>
                </a:lnTo>
                <a:close/>
              </a:path>
            </a:pathLst>
          </a:custGeom>
          <a:solidFill>
            <a:srgbClr val="4475C9"/>
          </a:solidFill>
        </p:spPr>
        <p:txBody>
          <a:bodyPr wrap="square" lIns="0" tIns="0" rIns="0" bIns="0" rtlCol="0"/>
          <a:lstStyle/>
          <a:p>
            <a:endParaRPr/>
          </a:p>
        </p:txBody>
      </p:sp>
      <p:sp>
        <p:nvSpPr>
          <p:cNvPr id="23" name="bg object 23"/>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24" name="bg object 24"/>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25" name="bg object 25"/>
          <p:cNvSpPr/>
          <p:nvPr/>
        </p:nvSpPr>
        <p:spPr>
          <a:xfrm>
            <a:off x="2348483" y="4604003"/>
            <a:ext cx="721360" cy="539750"/>
          </a:xfrm>
          <a:custGeom>
            <a:avLst/>
            <a:gdLst/>
            <a:ahLst/>
            <a:cxnLst/>
            <a:rect l="l" t="t" r="r" b="b"/>
            <a:pathLst>
              <a:path w="721360" h="539750">
                <a:moveTo>
                  <a:pt x="720851" y="539494"/>
                </a:moveTo>
                <a:lnTo>
                  <a:pt x="720851" y="0"/>
                </a:lnTo>
                <a:lnTo>
                  <a:pt x="0" y="0"/>
                </a:lnTo>
                <a:lnTo>
                  <a:pt x="0" y="539494"/>
                </a:lnTo>
              </a:path>
            </a:pathLst>
          </a:custGeom>
          <a:ln w="9525">
            <a:solidFill>
              <a:srgbClr val="181818"/>
            </a:solidFill>
          </a:ln>
        </p:spPr>
        <p:txBody>
          <a:bodyPr wrap="square" lIns="0" tIns="0" rIns="0" bIns="0" rtlCol="0"/>
          <a:lstStyle/>
          <a:p>
            <a:endParaRPr/>
          </a:p>
        </p:txBody>
      </p:sp>
      <p:sp>
        <p:nvSpPr>
          <p:cNvPr id="26" name="bg object 26"/>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4475C9"/>
            </a:solidFill>
          </a:ln>
        </p:spPr>
        <p:txBody>
          <a:bodyPr wrap="square" lIns="0" tIns="0" rIns="0" bIns="0" rtlCol="0"/>
          <a:lstStyle/>
          <a:p>
            <a:endParaRPr/>
          </a:p>
        </p:txBody>
      </p:sp>
      <p:sp>
        <p:nvSpPr>
          <p:cNvPr id="2" name="Holder 2"/>
          <p:cNvSpPr>
            <a:spLocks noGrp="1"/>
          </p:cNvSpPr>
          <p:nvPr>
            <p:ph type="title"/>
          </p:nvPr>
        </p:nvSpPr>
        <p:spPr>
          <a:xfrm>
            <a:off x="798982" y="600278"/>
            <a:ext cx="5124450" cy="483234"/>
          </a:xfrm>
          <a:prstGeom prst="rect">
            <a:avLst/>
          </a:prstGeom>
        </p:spPr>
        <p:txBody>
          <a:bodyPr wrap="square" lIns="0" tIns="0" rIns="0" bIns="0">
            <a:spAutoFit/>
          </a:bodyPr>
          <a:lstStyle>
            <a:lvl1pPr>
              <a:defRPr sz="3000" b="1" i="0">
                <a:solidFill>
                  <a:srgbClr val="181818"/>
                </a:solidFill>
                <a:latin typeface="Verdana"/>
                <a:cs typeface="Verdana"/>
              </a:defRPr>
            </a:lvl1pPr>
          </a:lstStyle>
          <a:p>
            <a:endParaRPr dirty="0"/>
          </a:p>
        </p:txBody>
      </p:sp>
      <p:sp>
        <p:nvSpPr>
          <p:cNvPr id="3" name="Holder 3"/>
          <p:cNvSpPr>
            <a:spLocks noGrp="1"/>
          </p:cNvSpPr>
          <p:nvPr>
            <p:ph type="body" idx="1"/>
          </p:nvPr>
        </p:nvSpPr>
        <p:spPr>
          <a:xfrm>
            <a:off x="707390" y="958850"/>
            <a:ext cx="5948680" cy="3431540"/>
          </a:xfrm>
          <a:prstGeom prst="rect">
            <a:avLst/>
          </a:prstGeom>
        </p:spPr>
        <p:txBody>
          <a:bodyPr wrap="square" lIns="0" tIns="0" rIns="0" bIns="0">
            <a:spAutoFit/>
          </a:bodyPr>
          <a:lstStyle>
            <a:lvl1pPr>
              <a:defRPr b="0" i="0">
                <a:solidFill>
                  <a:schemeClr val="tx1"/>
                </a:solidFill>
              </a:defRPr>
            </a:lvl1pPr>
          </a:lstStyle>
          <a:p>
            <a:endParaRPr/>
          </a:p>
        </p:txBody>
      </p:sp>
      <p:sp>
        <p:nvSpPr>
          <p:cNvPr id="6" name="Holder 6"/>
          <p:cNvSpPr>
            <a:spLocks noGrp="1"/>
          </p:cNvSpPr>
          <p:nvPr>
            <p:ph type="sldNum" sz="quarter" idx="7"/>
          </p:nvPr>
        </p:nvSpPr>
        <p:spPr>
          <a:xfrm>
            <a:off x="6782763" y="4773542"/>
            <a:ext cx="2103120" cy="276999"/>
          </a:xfrm>
          <a:prstGeom prst="rect">
            <a:avLst/>
          </a:prstGeom>
        </p:spPr>
        <p:txBody>
          <a:bodyPr wrap="square" lIns="0" tIns="0" rIns="0" bIns="0">
            <a:spAutoFit/>
          </a:bodyPr>
          <a:lstStyle>
            <a:lvl1pPr algn="r">
              <a:defRPr b="1">
                <a:solidFill>
                  <a:schemeClr val="tx1"/>
                </a:solidFill>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8515AC-E266-8908-57A9-0606D0E8A967}"/>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96E26723-46B5-067E-B35D-6058DEE0C55B}"/>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2BEE4B-FF7C-DA67-7E64-04C59EA836F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b="1">
                <a:solidFill>
                  <a:schemeClr val="tx1"/>
                </a:solidFill>
                <a:latin typeface="Times New Roman" panose="02020603050405020304" pitchFamily="18" charset="0"/>
                <a:cs typeface="Times New Roman" panose="02020603050405020304" pitchFamily="18" charset="0"/>
              </a:defRPr>
            </a:lvl1pPr>
          </a:lstStyle>
          <a:p>
            <a:fld id="{DAC5AA66-4514-400B-9D46-9ADA66222588}" type="slidenum">
              <a:rPr lang="en-US" smtClean="0"/>
              <a:pPr/>
              <a:t>‹#›</a:t>
            </a:fld>
            <a:endParaRPr lang="en-US" dirty="0"/>
          </a:p>
        </p:txBody>
      </p:sp>
    </p:spTree>
    <p:extLst>
      <p:ext uri="{BB962C8B-B14F-4D97-AF65-F5344CB8AC3E}">
        <p14:creationId xmlns:p14="http://schemas.microsoft.com/office/powerpoint/2010/main" val="117947216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hdr="0" dt="0"/>
  <p:txStyles>
    <p:titleStyle>
      <a:lvl1pPr algn="l" defTabSz="914400" rtl="0" eaLnBrk="1" latinLnBrk="0" hangingPunct="1">
        <a:lnSpc>
          <a:spcPct val="90000"/>
        </a:lnSpc>
        <a:spcBef>
          <a:spcPct val="0"/>
        </a:spcBef>
        <a:buNone/>
        <a:defRPr sz="36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jp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43.jpg"/><Relationship Id="rId3" Type="http://schemas.openxmlformats.org/officeDocument/2006/relationships/image" Target="../media/image38.jpg"/><Relationship Id="rId7" Type="http://schemas.openxmlformats.org/officeDocument/2006/relationships/image" Target="../media/image42.jpg"/><Relationship Id="rId12"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41.jpg"/><Relationship Id="rId11" Type="http://schemas.openxmlformats.org/officeDocument/2006/relationships/image" Target="../media/image46.jpg"/><Relationship Id="rId5" Type="http://schemas.openxmlformats.org/officeDocument/2006/relationships/image" Target="../media/image40.jpg"/><Relationship Id="rId10" Type="http://schemas.openxmlformats.org/officeDocument/2006/relationships/image" Target="../media/image45.jpg"/><Relationship Id="rId4" Type="http://schemas.openxmlformats.org/officeDocument/2006/relationships/image" Target="../media/image39.jpg"/><Relationship Id="rId9" Type="http://schemas.openxmlformats.org/officeDocument/2006/relationships/image" Target="../media/image44.jp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8.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sv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jp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jp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6.jp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ctrTitle"/>
          </p:nvPr>
        </p:nvSpPr>
        <p:spPr>
          <a:xfrm>
            <a:off x="567458" y="168379"/>
            <a:ext cx="6934200" cy="1855475"/>
          </a:xfrm>
          <a:prstGeom prst="rect">
            <a:avLst/>
          </a:prstGeom>
          <a:noFill/>
          <a:ln>
            <a:noFill/>
          </a:ln>
        </p:spPr>
        <p:txBody>
          <a:bodyPr spcFirstLastPara="1" wrap="square" lIns="182875" tIns="182875" rIns="182875" bIns="182875" anchor="ctr" anchorCtr="0">
            <a:noAutofit/>
          </a:bodyPr>
          <a:lstStyle/>
          <a:p>
            <a:pPr marL="0" lvl="0" indent="0" algn="l" rtl="0">
              <a:lnSpc>
                <a:spcPct val="100000"/>
              </a:lnSpc>
              <a:spcBef>
                <a:spcPts val="0"/>
              </a:spcBef>
              <a:spcAft>
                <a:spcPts val="0"/>
              </a:spcAft>
              <a:buSzPts val="5200"/>
              <a:buNone/>
            </a:pPr>
            <a:r>
              <a:rPr lang="en-US" dirty="0">
                <a:latin typeface="Times New Roman"/>
                <a:ea typeface="Times New Roman"/>
                <a:cs typeface="Times New Roman"/>
                <a:sym typeface="Times New Roman"/>
              </a:rPr>
              <a:t>Kohinoor Chemicals Co. (Bd) Ltd.</a:t>
            </a:r>
            <a:endParaRPr dirty="0">
              <a:latin typeface="Times New Roman"/>
              <a:ea typeface="Times New Roman"/>
              <a:cs typeface="Times New Roman"/>
              <a:sym typeface="Times New Roman"/>
            </a:endParaRPr>
          </a:p>
        </p:txBody>
      </p:sp>
      <p:pic>
        <p:nvPicPr>
          <p:cNvPr id="203" name="Google Shape;203;p17" descr="Graph and note paper pads with pencil"/>
          <p:cNvPicPr preferRelativeResize="0"/>
          <p:nvPr/>
        </p:nvPicPr>
        <p:blipFill rotWithShape="1">
          <a:blip r:embed="rId3">
            <a:alphaModFix/>
          </a:blip>
          <a:srcRect/>
          <a:stretch/>
        </p:blipFill>
        <p:spPr>
          <a:xfrm>
            <a:off x="636570" y="2149460"/>
            <a:ext cx="2516152" cy="2516152"/>
          </a:xfrm>
          <a:prstGeom prst="rect">
            <a:avLst/>
          </a:prstGeom>
          <a:noFill/>
          <a:ln>
            <a:noFill/>
          </a:ln>
        </p:spPr>
      </p:pic>
      <p:sp>
        <p:nvSpPr>
          <p:cNvPr id="204" name="Google Shape;204;p17"/>
          <p:cNvSpPr txBox="1"/>
          <p:nvPr/>
        </p:nvSpPr>
        <p:spPr>
          <a:xfrm>
            <a:off x="1557152" y="2759260"/>
            <a:ext cx="117841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IPE 300</a:t>
            </a:r>
            <a:endParaRPr dirty="0"/>
          </a:p>
        </p:txBody>
      </p:sp>
      <p:sp>
        <p:nvSpPr>
          <p:cNvPr id="205" name="Google Shape;205;p17"/>
          <p:cNvSpPr txBox="1"/>
          <p:nvPr/>
        </p:nvSpPr>
        <p:spPr>
          <a:xfrm>
            <a:off x="1514297" y="3060016"/>
            <a:ext cx="1552802"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Industrial Practice</a:t>
            </a:r>
            <a:endParaRPr dirty="0"/>
          </a:p>
        </p:txBody>
      </p:sp>
      <p:sp>
        <p:nvSpPr>
          <p:cNvPr id="6" name="Google Shape;211;p18">
            <a:extLst>
              <a:ext uri="{FF2B5EF4-FFF2-40B4-BE49-F238E27FC236}">
                <a16:creationId xmlns:a16="http://schemas.microsoft.com/office/drawing/2014/main" id="{553265BB-932F-48CB-933E-A24D00F8D710}"/>
              </a:ext>
            </a:extLst>
          </p:cNvPr>
          <p:cNvSpPr txBox="1">
            <a:spLocks noGrp="1"/>
          </p:cNvSpPr>
          <p:nvPr>
            <p:ph type="subTitle" idx="1"/>
          </p:nvPr>
        </p:nvSpPr>
        <p:spPr>
          <a:xfrm>
            <a:off x="4495800" y="1678204"/>
            <a:ext cx="3733800" cy="2763624"/>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600"/>
              </a:spcBef>
              <a:spcAft>
                <a:spcPts val="0"/>
              </a:spcAft>
              <a:buSzPts val="1800"/>
              <a:buNone/>
            </a:pPr>
            <a:r>
              <a:rPr lang="en-US" sz="1800" dirty="0">
                <a:latin typeface="Times New Roman"/>
                <a:ea typeface="Times New Roman"/>
                <a:cs typeface="Times New Roman"/>
                <a:sym typeface="Times New Roman"/>
              </a:rPr>
              <a:t>Arnab Kumar Debnath(1808011)</a:t>
            </a:r>
            <a:endParaRPr dirty="0"/>
          </a:p>
          <a:p>
            <a:pPr marL="0" marR="0" lvl="0" indent="0" algn="just" rtl="0">
              <a:lnSpc>
                <a:spcPct val="115000"/>
              </a:lnSpc>
              <a:spcBef>
                <a:spcPts val="1200"/>
              </a:spcBef>
              <a:spcAft>
                <a:spcPts val="0"/>
              </a:spcAft>
              <a:buSzPts val="1800"/>
              <a:buNone/>
            </a:pPr>
            <a:r>
              <a:rPr lang="en-US" sz="1800" dirty="0">
                <a:latin typeface="Times New Roman"/>
                <a:ea typeface="Times New Roman"/>
                <a:cs typeface="Times New Roman"/>
                <a:sym typeface="Times New Roman"/>
              </a:rPr>
              <a:t>Afshana Mimi Jhinuk (1808013)</a:t>
            </a:r>
            <a:endParaRPr dirty="0"/>
          </a:p>
          <a:p>
            <a:pPr marL="0" marR="0" lvl="0" indent="0" algn="just" rtl="0">
              <a:lnSpc>
                <a:spcPct val="115000"/>
              </a:lnSpc>
              <a:spcBef>
                <a:spcPts val="1200"/>
              </a:spcBef>
              <a:spcAft>
                <a:spcPts val="0"/>
              </a:spcAft>
              <a:buSzPts val="1800"/>
              <a:buNone/>
            </a:pPr>
            <a:r>
              <a:rPr lang="en-US" sz="1800" dirty="0" err="1">
                <a:latin typeface="Times New Roman"/>
                <a:ea typeface="Times New Roman"/>
                <a:cs typeface="Times New Roman"/>
                <a:sym typeface="Times New Roman"/>
              </a:rPr>
              <a:t>Mostafizur</a:t>
            </a:r>
            <a:r>
              <a:rPr lang="en-US" sz="1800" dirty="0">
                <a:latin typeface="Times New Roman"/>
                <a:ea typeface="Times New Roman"/>
                <a:cs typeface="Times New Roman"/>
                <a:sym typeface="Times New Roman"/>
              </a:rPr>
              <a:t> Rahman Khan(1808018)</a:t>
            </a:r>
            <a:endParaRPr dirty="0"/>
          </a:p>
          <a:p>
            <a:pPr marL="0" marR="0" lvl="0" indent="0" algn="just" rtl="0">
              <a:lnSpc>
                <a:spcPct val="115000"/>
              </a:lnSpc>
              <a:spcBef>
                <a:spcPts val="1200"/>
              </a:spcBef>
              <a:spcAft>
                <a:spcPts val="0"/>
              </a:spcAft>
              <a:buSzPts val="1800"/>
              <a:buNone/>
            </a:pPr>
            <a:r>
              <a:rPr lang="en-US" sz="1800" dirty="0" err="1">
                <a:latin typeface="Times New Roman"/>
                <a:ea typeface="Times New Roman"/>
                <a:cs typeface="Times New Roman"/>
                <a:sym typeface="Times New Roman"/>
              </a:rPr>
              <a:t>Rumeen</a:t>
            </a:r>
            <a:r>
              <a:rPr lang="en-US" sz="1800" dirty="0">
                <a:latin typeface="Times New Roman"/>
                <a:ea typeface="Times New Roman"/>
                <a:cs typeface="Times New Roman"/>
                <a:sym typeface="Times New Roman"/>
              </a:rPr>
              <a:t> Chowdhury(1808020)</a:t>
            </a:r>
            <a:endParaRPr dirty="0"/>
          </a:p>
          <a:p>
            <a:pPr marL="0" marR="0" lvl="0" indent="0" algn="just" rtl="0">
              <a:lnSpc>
                <a:spcPct val="115000"/>
              </a:lnSpc>
              <a:spcBef>
                <a:spcPts val="1200"/>
              </a:spcBef>
              <a:spcAft>
                <a:spcPts val="0"/>
              </a:spcAft>
              <a:buSzPts val="1800"/>
              <a:buNone/>
            </a:pPr>
            <a:r>
              <a:rPr lang="en-US" sz="1800" dirty="0">
                <a:latin typeface="Times New Roman"/>
                <a:ea typeface="Times New Roman"/>
                <a:cs typeface="Times New Roman"/>
                <a:sym typeface="Times New Roman"/>
              </a:rPr>
              <a:t>Anika Tahsin(1808031)</a:t>
            </a:r>
            <a:endParaRPr dirty="0"/>
          </a:p>
          <a:p>
            <a:pPr marL="0" marR="0" lvl="0" indent="0" algn="just" rtl="0">
              <a:lnSpc>
                <a:spcPct val="115000"/>
              </a:lnSpc>
              <a:spcBef>
                <a:spcPts val="1200"/>
              </a:spcBef>
              <a:spcAft>
                <a:spcPts val="0"/>
              </a:spcAft>
              <a:buSzPts val="1800"/>
              <a:buNone/>
            </a:pPr>
            <a:r>
              <a:rPr lang="en-US" sz="1800" dirty="0">
                <a:latin typeface="Times New Roman"/>
                <a:ea typeface="Times New Roman"/>
                <a:cs typeface="Times New Roman"/>
                <a:sym typeface="Times New Roman"/>
              </a:rPr>
              <a:t>Md. Tanvir </a:t>
            </a:r>
            <a:r>
              <a:rPr lang="en-US" sz="1800" dirty="0" err="1">
                <a:latin typeface="Times New Roman"/>
                <a:ea typeface="Times New Roman"/>
                <a:cs typeface="Times New Roman"/>
                <a:sym typeface="Times New Roman"/>
              </a:rPr>
              <a:t>Ahmmed</a:t>
            </a:r>
            <a:r>
              <a:rPr lang="en-US" sz="1800" dirty="0">
                <a:latin typeface="Times New Roman"/>
                <a:ea typeface="Times New Roman"/>
                <a:cs typeface="Times New Roman"/>
                <a:sym typeface="Times New Roman"/>
              </a:rPr>
              <a:t> Fahim(1808041)</a:t>
            </a:r>
            <a:endParaRPr dirty="0"/>
          </a:p>
          <a:p>
            <a:pPr marL="457200" lvl="0" indent="-342900" algn="l" rtl="0">
              <a:lnSpc>
                <a:spcPct val="115000"/>
              </a:lnSpc>
              <a:spcBef>
                <a:spcPts val="600"/>
              </a:spcBef>
              <a:spcAft>
                <a:spcPts val="0"/>
              </a:spcAft>
              <a:buSzPts val="1800"/>
              <a:buNone/>
            </a:pPr>
            <a:endParaRPr dirty="0"/>
          </a:p>
        </p:txBody>
      </p:sp>
      <p:pic>
        <p:nvPicPr>
          <p:cNvPr id="8" name="Google Shape;212;p18">
            <a:extLst>
              <a:ext uri="{FF2B5EF4-FFF2-40B4-BE49-F238E27FC236}">
                <a16:creationId xmlns:a16="http://schemas.microsoft.com/office/drawing/2014/main" id="{7209CBEA-6428-48E8-A552-AEA8120626EF}"/>
              </a:ext>
            </a:extLst>
          </p:cNvPr>
          <p:cNvPicPr preferRelativeResize="0"/>
          <p:nvPr/>
        </p:nvPicPr>
        <p:blipFill rotWithShape="1">
          <a:blip r:embed="rId4">
            <a:alphaModFix/>
          </a:blip>
          <a:srcRect/>
          <a:stretch/>
        </p:blipFill>
        <p:spPr>
          <a:xfrm>
            <a:off x="6761904" y="518857"/>
            <a:ext cx="1045200" cy="1045200"/>
          </a:xfrm>
          <a:prstGeom prst="rect">
            <a:avLst/>
          </a:prstGeom>
          <a:noFill/>
          <a:ln>
            <a:noFill/>
          </a:ln>
        </p:spPr>
      </p:pic>
      <p:sp>
        <p:nvSpPr>
          <p:cNvPr id="9" name="Slide Number Placeholder 1">
            <a:extLst>
              <a:ext uri="{FF2B5EF4-FFF2-40B4-BE49-F238E27FC236}">
                <a16:creationId xmlns:a16="http://schemas.microsoft.com/office/drawing/2014/main" id="{7F8E2519-1E36-4C8E-BEFB-9A8AB256D020}"/>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dirty="0"/>
          </a:p>
        </p:txBody>
      </p:sp>
      <p:sp>
        <p:nvSpPr>
          <p:cNvPr id="10" name="Slide Number Placeholder 1">
            <a:extLst>
              <a:ext uri="{FF2B5EF4-FFF2-40B4-BE49-F238E27FC236}">
                <a16:creationId xmlns:a16="http://schemas.microsoft.com/office/drawing/2014/main" id="{F2FBDB59-2D9F-4FB1-8012-34AA2E76CAE4}"/>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1</a:t>
            </a:fld>
            <a:endParaRPr lang="en-US" b="1"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9"/>
          <p:cNvSpPr txBox="1">
            <a:spLocks noGrp="1"/>
          </p:cNvSpPr>
          <p:nvPr>
            <p:ph type="title"/>
          </p:nvPr>
        </p:nvSpPr>
        <p:spPr>
          <a:xfrm>
            <a:off x="2491895" y="213140"/>
            <a:ext cx="4160210" cy="593401"/>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US" sz="3200" dirty="0">
                <a:solidFill>
                  <a:schemeClr val="dk1"/>
                </a:solidFill>
                <a:latin typeface="Times New Roman"/>
                <a:ea typeface="Times New Roman"/>
                <a:cs typeface="Times New Roman"/>
                <a:sym typeface="Times New Roman"/>
              </a:rPr>
              <a:t>Overview</a:t>
            </a:r>
            <a:endParaRPr sz="3200" dirty="0">
              <a:latin typeface="Times New Roman"/>
              <a:ea typeface="Times New Roman"/>
              <a:cs typeface="Times New Roman"/>
              <a:sym typeface="Times New Roman"/>
            </a:endParaRPr>
          </a:p>
        </p:txBody>
      </p:sp>
      <p:sp>
        <p:nvSpPr>
          <p:cNvPr id="219" name="Google Shape;219;p19"/>
          <p:cNvSpPr/>
          <p:nvPr/>
        </p:nvSpPr>
        <p:spPr>
          <a:xfrm>
            <a:off x="4038600" y="3638550"/>
            <a:ext cx="3581700" cy="593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19"/>
          <p:cNvSpPr/>
          <p:nvPr/>
        </p:nvSpPr>
        <p:spPr>
          <a:xfrm>
            <a:off x="4038600" y="2807775"/>
            <a:ext cx="3581700" cy="593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9"/>
          <p:cNvSpPr/>
          <p:nvPr/>
        </p:nvSpPr>
        <p:spPr>
          <a:xfrm>
            <a:off x="4038600" y="1976700"/>
            <a:ext cx="3581700" cy="593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19"/>
          <p:cNvSpPr/>
          <p:nvPr/>
        </p:nvSpPr>
        <p:spPr>
          <a:xfrm>
            <a:off x="4038600" y="1145825"/>
            <a:ext cx="3581700" cy="593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19"/>
          <p:cNvSpPr/>
          <p:nvPr/>
        </p:nvSpPr>
        <p:spPr>
          <a:xfrm>
            <a:off x="4540475" y="1237425"/>
            <a:ext cx="2911199" cy="410100"/>
          </a:xfrm>
          <a:prstGeom prst="rect">
            <a:avLst/>
          </a:prstGeom>
          <a:noFill/>
          <a:ln>
            <a:noFill/>
          </a:ln>
        </p:spPr>
        <p:txBody>
          <a:bodyPr spcFirstLastPara="1" wrap="square" lIns="548625" tIns="91425" rIns="182875" bIns="91425" anchor="ctr" anchorCtr="0">
            <a:noAutofit/>
          </a:bodyPr>
          <a:lstStyle/>
          <a:p>
            <a:pPr marL="0" marR="0" lvl="0" indent="0" algn="r" rtl="0">
              <a:lnSpc>
                <a:spcPct val="100000"/>
              </a:lnSpc>
              <a:spcBef>
                <a:spcPts val="0"/>
              </a:spcBef>
              <a:spcAft>
                <a:spcPts val="0"/>
              </a:spcAft>
              <a:buClr>
                <a:schemeClr val="dk1"/>
              </a:buClr>
              <a:buSzPts val="1100"/>
              <a:buFont typeface="Arial"/>
              <a:buNone/>
            </a:pPr>
            <a:r>
              <a:rPr lang="en-US" sz="1600" b="0" i="0" u="none" strike="noStrike" cap="none" dirty="0">
                <a:solidFill>
                  <a:schemeClr val="lt1"/>
                </a:solidFill>
                <a:latin typeface="Times New Roman"/>
                <a:ea typeface="Times New Roman"/>
                <a:cs typeface="Times New Roman"/>
                <a:sym typeface="Times New Roman"/>
              </a:rPr>
              <a:t>Products and Departments</a:t>
            </a:r>
            <a:endParaRPr sz="1600" b="0" i="0" u="none" strike="noStrike" cap="none" dirty="0">
              <a:solidFill>
                <a:schemeClr val="lt1"/>
              </a:solidFill>
              <a:latin typeface="Times New Roman"/>
              <a:ea typeface="Times New Roman"/>
              <a:cs typeface="Times New Roman"/>
              <a:sym typeface="Times New Roman"/>
            </a:endParaRPr>
          </a:p>
        </p:txBody>
      </p:sp>
      <p:cxnSp>
        <p:nvCxnSpPr>
          <p:cNvPr id="224" name="Google Shape;224;p19"/>
          <p:cNvCxnSpPr/>
          <p:nvPr/>
        </p:nvCxnSpPr>
        <p:spPr>
          <a:xfrm rot="10800000" flipH="1">
            <a:off x="2371788" y="1358763"/>
            <a:ext cx="1666800" cy="1330500"/>
          </a:xfrm>
          <a:prstGeom prst="straightConnector1">
            <a:avLst/>
          </a:prstGeom>
          <a:noFill/>
          <a:ln w="19050" cap="flat" cmpd="sng">
            <a:solidFill>
              <a:schemeClr val="accent4"/>
            </a:solidFill>
            <a:prstDash val="solid"/>
            <a:round/>
            <a:headEnd type="none" w="sm" len="sm"/>
            <a:tailEnd type="none" w="sm" len="sm"/>
          </a:ln>
        </p:spPr>
      </p:cxnSp>
      <p:sp>
        <p:nvSpPr>
          <p:cNvPr id="225" name="Google Shape;225;p19"/>
          <p:cNvSpPr/>
          <p:nvPr/>
        </p:nvSpPr>
        <p:spPr>
          <a:xfrm>
            <a:off x="3936900" y="1096275"/>
            <a:ext cx="692400" cy="692400"/>
          </a:xfrm>
          <a:prstGeom prst="ellipse">
            <a:avLst/>
          </a:prstGeom>
          <a:solidFill>
            <a:schemeClr val="accent4"/>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Fira Sans"/>
                <a:ea typeface="Fira Sans"/>
                <a:cs typeface="Fira Sans"/>
                <a:sym typeface="Fira Sans"/>
              </a:rPr>
              <a:t>01</a:t>
            </a:r>
            <a:endParaRPr sz="2000" b="1" i="0" u="none" strike="noStrike" cap="none">
              <a:solidFill>
                <a:srgbClr val="FFFFFF"/>
              </a:solidFill>
              <a:latin typeface="Fira Sans"/>
              <a:ea typeface="Fira Sans"/>
              <a:cs typeface="Fira Sans"/>
              <a:sym typeface="Fira Sans"/>
            </a:endParaRPr>
          </a:p>
        </p:txBody>
      </p:sp>
      <p:sp>
        <p:nvSpPr>
          <p:cNvPr id="226" name="Google Shape;226;p19"/>
          <p:cNvSpPr/>
          <p:nvPr/>
        </p:nvSpPr>
        <p:spPr>
          <a:xfrm>
            <a:off x="4536863" y="2068350"/>
            <a:ext cx="2923314" cy="410100"/>
          </a:xfrm>
          <a:prstGeom prst="rect">
            <a:avLst/>
          </a:prstGeom>
          <a:noFill/>
          <a:ln>
            <a:noFill/>
          </a:ln>
        </p:spPr>
        <p:txBody>
          <a:bodyPr spcFirstLastPara="1" wrap="square" lIns="548625" tIns="91425" rIns="182875" bIns="91425" anchor="ctr" anchorCtr="0">
            <a:noAutofit/>
          </a:bodyPr>
          <a:lstStyle/>
          <a:p>
            <a:pPr marL="0" marR="0" lvl="0" indent="0" algn="r" rtl="0">
              <a:lnSpc>
                <a:spcPct val="100000"/>
              </a:lnSpc>
              <a:spcBef>
                <a:spcPts val="0"/>
              </a:spcBef>
              <a:spcAft>
                <a:spcPts val="0"/>
              </a:spcAft>
              <a:buClr>
                <a:schemeClr val="dk1"/>
              </a:buClr>
              <a:buSzPts val="1100"/>
              <a:buFont typeface="Arial"/>
              <a:buNone/>
            </a:pPr>
            <a:r>
              <a:rPr lang="en-US" sz="1600" dirty="0">
                <a:solidFill>
                  <a:schemeClr val="lt1"/>
                </a:solidFill>
                <a:latin typeface="Times New Roman"/>
                <a:ea typeface="Times New Roman"/>
                <a:cs typeface="Times New Roman"/>
                <a:sym typeface="Times New Roman"/>
              </a:rPr>
              <a:t>Noteworthy Challenges</a:t>
            </a:r>
            <a:endParaRPr sz="1600" b="0" i="0" u="none" strike="noStrike" cap="none" dirty="0">
              <a:solidFill>
                <a:schemeClr val="lt1"/>
              </a:solidFill>
              <a:latin typeface="Times New Roman"/>
              <a:ea typeface="Times New Roman"/>
              <a:cs typeface="Times New Roman"/>
              <a:sym typeface="Times New Roman"/>
            </a:endParaRPr>
          </a:p>
        </p:txBody>
      </p:sp>
      <p:cxnSp>
        <p:nvCxnSpPr>
          <p:cNvPr id="227" name="Google Shape;227;p19"/>
          <p:cNvCxnSpPr/>
          <p:nvPr/>
        </p:nvCxnSpPr>
        <p:spPr>
          <a:xfrm rot="10800000" flipH="1">
            <a:off x="2371788" y="2273388"/>
            <a:ext cx="1565100" cy="420600"/>
          </a:xfrm>
          <a:prstGeom prst="straightConnector1">
            <a:avLst/>
          </a:prstGeom>
          <a:noFill/>
          <a:ln w="19050" cap="flat" cmpd="sng">
            <a:solidFill>
              <a:schemeClr val="accent3"/>
            </a:solidFill>
            <a:prstDash val="solid"/>
            <a:round/>
            <a:headEnd type="none" w="sm" len="sm"/>
            <a:tailEnd type="none" w="sm" len="sm"/>
          </a:ln>
        </p:spPr>
      </p:cxnSp>
      <p:sp>
        <p:nvSpPr>
          <p:cNvPr id="228" name="Google Shape;228;p19"/>
          <p:cNvSpPr/>
          <p:nvPr/>
        </p:nvSpPr>
        <p:spPr>
          <a:xfrm>
            <a:off x="3936900" y="1927200"/>
            <a:ext cx="692400" cy="692400"/>
          </a:xfrm>
          <a:prstGeom prst="ellipse">
            <a:avLst/>
          </a:prstGeom>
          <a:solidFill>
            <a:schemeClr val="accent3"/>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Fira Sans"/>
                <a:ea typeface="Fira Sans"/>
                <a:cs typeface="Fira Sans"/>
                <a:sym typeface="Fira Sans"/>
              </a:rPr>
              <a:t>02</a:t>
            </a:r>
            <a:endParaRPr sz="2000" b="1" i="0" u="none" strike="noStrike" cap="none">
              <a:solidFill>
                <a:schemeClr val="lt1"/>
              </a:solidFill>
              <a:latin typeface="Fira Sans"/>
              <a:ea typeface="Fira Sans"/>
              <a:cs typeface="Fira Sans"/>
              <a:sym typeface="Fira Sans"/>
            </a:endParaRPr>
          </a:p>
        </p:txBody>
      </p:sp>
      <p:sp>
        <p:nvSpPr>
          <p:cNvPr id="229" name="Google Shape;229;p19"/>
          <p:cNvSpPr/>
          <p:nvPr/>
        </p:nvSpPr>
        <p:spPr>
          <a:xfrm>
            <a:off x="5109275" y="2899275"/>
            <a:ext cx="2342400" cy="410100"/>
          </a:xfrm>
          <a:prstGeom prst="rect">
            <a:avLst/>
          </a:prstGeom>
          <a:noFill/>
          <a:ln>
            <a:noFill/>
          </a:ln>
        </p:spPr>
        <p:txBody>
          <a:bodyPr spcFirstLastPara="1" wrap="square" lIns="548625" tIns="91425" rIns="182875" bIns="91425" anchor="ctr" anchorCtr="0">
            <a:noAutofit/>
          </a:bodyPr>
          <a:lstStyle/>
          <a:p>
            <a:pPr marL="0" marR="0" lvl="0" indent="0" algn="r" rtl="0">
              <a:lnSpc>
                <a:spcPct val="100000"/>
              </a:lnSpc>
              <a:spcBef>
                <a:spcPts val="0"/>
              </a:spcBef>
              <a:spcAft>
                <a:spcPts val="0"/>
              </a:spcAft>
              <a:buClr>
                <a:schemeClr val="dk1"/>
              </a:buClr>
              <a:buSzPts val="1100"/>
              <a:buFont typeface="Arial"/>
              <a:buNone/>
            </a:pPr>
            <a:r>
              <a:rPr lang="en-US" sz="1600" b="0" i="0" u="none" strike="noStrike" cap="none">
                <a:solidFill>
                  <a:schemeClr val="lt1"/>
                </a:solidFill>
                <a:latin typeface="Times New Roman"/>
                <a:ea typeface="Times New Roman"/>
                <a:cs typeface="Times New Roman"/>
                <a:sym typeface="Times New Roman"/>
              </a:rPr>
              <a:t>Solution Project 1</a:t>
            </a:r>
            <a:endParaRPr sz="1600" b="0" i="0" u="none" strike="noStrike" cap="none">
              <a:solidFill>
                <a:schemeClr val="lt1"/>
              </a:solidFill>
              <a:latin typeface="Times New Roman"/>
              <a:ea typeface="Times New Roman"/>
              <a:cs typeface="Times New Roman"/>
              <a:sym typeface="Times New Roman"/>
            </a:endParaRPr>
          </a:p>
        </p:txBody>
      </p:sp>
      <p:cxnSp>
        <p:nvCxnSpPr>
          <p:cNvPr id="230" name="Google Shape;230;p19"/>
          <p:cNvCxnSpPr/>
          <p:nvPr/>
        </p:nvCxnSpPr>
        <p:spPr>
          <a:xfrm>
            <a:off x="2371788" y="2694213"/>
            <a:ext cx="1565100" cy="410100"/>
          </a:xfrm>
          <a:prstGeom prst="straightConnector1">
            <a:avLst/>
          </a:prstGeom>
          <a:noFill/>
          <a:ln w="19050" cap="flat" cmpd="sng">
            <a:solidFill>
              <a:schemeClr val="accent2"/>
            </a:solidFill>
            <a:prstDash val="solid"/>
            <a:round/>
            <a:headEnd type="none" w="sm" len="sm"/>
            <a:tailEnd type="none" w="sm" len="sm"/>
          </a:ln>
        </p:spPr>
      </p:cxnSp>
      <p:sp>
        <p:nvSpPr>
          <p:cNvPr id="231" name="Google Shape;231;p19"/>
          <p:cNvSpPr/>
          <p:nvPr/>
        </p:nvSpPr>
        <p:spPr>
          <a:xfrm>
            <a:off x="3936900" y="2758125"/>
            <a:ext cx="692400" cy="692400"/>
          </a:xfrm>
          <a:prstGeom prst="ellipse">
            <a:avLst/>
          </a:prstGeom>
          <a:solidFill>
            <a:schemeClr val="accent2"/>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Fira Sans"/>
                <a:ea typeface="Fira Sans"/>
                <a:cs typeface="Fira Sans"/>
                <a:sym typeface="Fira Sans"/>
              </a:rPr>
              <a:t>03</a:t>
            </a:r>
            <a:endParaRPr sz="2000" b="1" i="0" u="none" strike="noStrike" cap="none">
              <a:solidFill>
                <a:schemeClr val="lt1"/>
              </a:solidFill>
              <a:latin typeface="Fira Sans"/>
              <a:ea typeface="Fira Sans"/>
              <a:cs typeface="Fira Sans"/>
              <a:sym typeface="Fira Sans"/>
            </a:endParaRPr>
          </a:p>
        </p:txBody>
      </p:sp>
      <p:sp>
        <p:nvSpPr>
          <p:cNvPr id="232" name="Google Shape;232;p19"/>
          <p:cNvSpPr/>
          <p:nvPr/>
        </p:nvSpPr>
        <p:spPr>
          <a:xfrm>
            <a:off x="5109275" y="3724950"/>
            <a:ext cx="2342400" cy="420600"/>
          </a:xfrm>
          <a:prstGeom prst="rect">
            <a:avLst/>
          </a:prstGeom>
          <a:noFill/>
          <a:ln>
            <a:noFill/>
          </a:ln>
        </p:spPr>
        <p:txBody>
          <a:bodyPr spcFirstLastPara="1" wrap="square" lIns="548625" tIns="91425" rIns="182875" bIns="91425" anchor="ctr" anchorCtr="0">
            <a:noAutofit/>
          </a:bodyPr>
          <a:lstStyle/>
          <a:p>
            <a:pPr marL="0" marR="0" lvl="0" indent="0" algn="r" rtl="0">
              <a:lnSpc>
                <a:spcPct val="100000"/>
              </a:lnSpc>
              <a:spcBef>
                <a:spcPts val="0"/>
              </a:spcBef>
              <a:spcAft>
                <a:spcPts val="0"/>
              </a:spcAft>
              <a:buClr>
                <a:schemeClr val="dk1"/>
              </a:buClr>
              <a:buSzPts val="1100"/>
              <a:buFont typeface="Arial"/>
              <a:buNone/>
            </a:pPr>
            <a:r>
              <a:rPr lang="en-US" sz="1600" b="0" i="0" u="none" strike="noStrike" cap="none">
                <a:solidFill>
                  <a:schemeClr val="lt1"/>
                </a:solidFill>
                <a:latin typeface="Times New Roman"/>
                <a:ea typeface="Times New Roman"/>
                <a:cs typeface="Times New Roman"/>
                <a:sym typeface="Times New Roman"/>
              </a:rPr>
              <a:t>Solution Project 2</a:t>
            </a:r>
            <a:endParaRPr sz="1600" b="0" i="0" u="none" strike="noStrike" cap="none">
              <a:solidFill>
                <a:schemeClr val="lt1"/>
              </a:solidFill>
              <a:latin typeface="Times New Roman"/>
              <a:ea typeface="Times New Roman"/>
              <a:cs typeface="Times New Roman"/>
              <a:sym typeface="Times New Roman"/>
            </a:endParaRPr>
          </a:p>
        </p:txBody>
      </p:sp>
      <p:cxnSp>
        <p:nvCxnSpPr>
          <p:cNvPr id="233" name="Google Shape;233;p19"/>
          <p:cNvCxnSpPr/>
          <p:nvPr/>
        </p:nvCxnSpPr>
        <p:spPr>
          <a:xfrm>
            <a:off x="2366988" y="2689038"/>
            <a:ext cx="1569900" cy="1246200"/>
          </a:xfrm>
          <a:prstGeom prst="straightConnector1">
            <a:avLst/>
          </a:prstGeom>
          <a:noFill/>
          <a:ln w="19050" cap="flat" cmpd="sng">
            <a:solidFill>
              <a:schemeClr val="accent5"/>
            </a:solidFill>
            <a:prstDash val="solid"/>
            <a:round/>
            <a:headEnd type="none" w="sm" len="sm"/>
            <a:tailEnd type="none" w="sm" len="sm"/>
          </a:ln>
        </p:spPr>
      </p:cxnSp>
      <p:sp>
        <p:nvSpPr>
          <p:cNvPr id="234" name="Google Shape;234;p19"/>
          <p:cNvSpPr/>
          <p:nvPr/>
        </p:nvSpPr>
        <p:spPr>
          <a:xfrm>
            <a:off x="3936900" y="3589050"/>
            <a:ext cx="692400" cy="692400"/>
          </a:xfrm>
          <a:prstGeom prst="ellipse">
            <a:avLst/>
          </a:prstGeom>
          <a:solidFill>
            <a:schemeClr val="accent5"/>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Fira Sans"/>
                <a:ea typeface="Fira Sans"/>
                <a:cs typeface="Fira Sans"/>
                <a:sym typeface="Fira Sans"/>
              </a:rPr>
              <a:t>04</a:t>
            </a:r>
            <a:endParaRPr sz="2000" b="1" i="0" u="none" strike="noStrike" cap="none">
              <a:solidFill>
                <a:schemeClr val="lt1"/>
              </a:solidFill>
              <a:latin typeface="Fira Sans"/>
              <a:ea typeface="Fira Sans"/>
              <a:cs typeface="Fira Sans"/>
              <a:sym typeface="Fira Sans"/>
            </a:endParaRPr>
          </a:p>
        </p:txBody>
      </p:sp>
      <p:sp>
        <p:nvSpPr>
          <p:cNvPr id="235" name="Google Shape;235;p19"/>
          <p:cNvSpPr/>
          <p:nvPr/>
        </p:nvSpPr>
        <p:spPr>
          <a:xfrm>
            <a:off x="1563175" y="1096275"/>
            <a:ext cx="1611600" cy="3185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6" name="Google Shape;236;p19"/>
          <p:cNvGrpSpPr/>
          <p:nvPr/>
        </p:nvGrpSpPr>
        <p:grpSpPr>
          <a:xfrm>
            <a:off x="1807902" y="1681406"/>
            <a:ext cx="1112796" cy="1945828"/>
            <a:chOff x="-1226250" y="1535213"/>
            <a:chExt cx="1072245" cy="1563194"/>
          </a:xfrm>
        </p:grpSpPr>
        <p:sp>
          <p:nvSpPr>
            <p:cNvPr id="237" name="Google Shape;237;p19"/>
            <p:cNvSpPr/>
            <p:nvPr/>
          </p:nvSpPr>
          <p:spPr>
            <a:xfrm>
              <a:off x="-1089668" y="1550403"/>
              <a:ext cx="199807" cy="958423"/>
            </a:xfrm>
            <a:custGeom>
              <a:avLst/>
              <a:gdLst/>
              <a:ahLst/>
              <a:cxnLst/>
              <a:rect l="l" t="t" r="r" b="b"/>
              <a:pathLst>
                <a:path w="6130" h="29404" extrusionOk="0">
                  <a:moveTo>
                    <a:pt x="854" y="0"/>
                  </a:moveTo>
                  <a:lnTo>
                    <a:pt x="0" y="29404"/>
                  </a:lnTo>
                  <a:lnTo>
                    <a:pt x="6129" y="29404"/>
                  </a:lnTo>
                  <a:lnTo>
                    <a:pt x="543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9"/>
            <p:cNvSpPr/>
            <p:nvPr/>
          </p:nvSpPr>
          <p:spPr>
            <a:xfrm>
              <a:off x="-808992" y="1728853"/>
              <a:ext cx="202350" cy="958423"/>
            </a:xfrm>
            <a:custGeom>
              <a:avLst/>
              <a:gdLst/>
              <a:ahLst/>
              <a:cxnLst/>
              <a:rect l="l" t="t" r="r" b="b"/>
              <a:pathLst>
                <a:path w="6208" h="29404" extrusionOk="0">
                  <a:moveTo>
                    <a:pt x="932" y="0"/>
                  </a:moveTo>
                  <a:lnTo>
                    <a:pt x="1" y="29404"/>
                  </a:lnTo>
                  <a:lnTo>
                    <a:pt x="6207" y="29404"/>
                  </a:lnTo>
                  <a:lnTo>
                    <a:pt x="550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19"/>
            <p:cNvSpPr/>
            <p:nvPr/>
          </p:nvSpPr>
          <p:spPr>
            <a:xfrm>
              <a:off x="-515637" y="1930853"/>
              <a:ext cx="202317" cy="958423"/>
            </a:xfrm>
            <a:custGeom>
              <a:avLst/>
              <a:gdLst/>
              <a:ahLst/>
              <a:cxnLst/>
              <a:rect l="l" t="t" r="r" b="b"/>
              <a:pathLst>
                <a:path w="6207" h="29404" extrusionOk="0">
                  <a:moveTo>
                    <a:pt x="931" y="0"/>
                  </a:moveTo>
                  <a:lnTo>
                    <a:pt x="0" y="29404"/>
                  </a:lnTo>
                  <a:lnTo>
                    <a:pt x="6207" y="29404"/>
                  </a:lnTo>
                  <a:lnTo>
                    <a:pt x="5509"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19"/>
            <p:cNvSpPr/>
            <p:nvPr/>
          </p:nvSpPr>
          <p:spPr>
            <a:xfrm>
              <a:off x="-1157954" y="2381129"/>
              <a:ext cx="935672" cy="202317"/>
            </a:xfrm>
            <a:custGeom>
              <a:avLst/>
              <a:gdLst/>
              <a:ahLst/>
              <a:cxnLst/>
              <a:rect l="l" t="t" r="r" b="b"/>
              <a:pathLst>
                <a:path w="28706" h="6207" extrusionOk="0">
                  <a:moveTo>
                    <a:pt x="0" y="0"/>
                  </a:moveTo>
                  <a:lnTo>
                    <a:pt x="0" y="6207"/>
                  </a:lnTo>
                  <a:lnTo>
                    <a:pt x="28706" y="6207"/>
                  </a:lnTo>
                  <a:lnTo>
                    <a:pt x="28706"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19"/>
            <p:cNvSpPr/>
            <p:nvPr/>
          </p:nvSpPr>
          <p:spPr>
            <a:xfrm>
              <a:off x="-1079563" y="1535213"/>
              <a:ext cx="189703" cy="22784"/>
            </a:xfrm>
            <a:custGeom>
              <a:avLst/>
              <a:gdLst/>
              <a:ahLst/>
              <a:cxnLst/>
              <a:rect l="l" t="t" r="r" b="b"/>
              <a:pathLst>
                <a:path w="5820" h="699" extrusionOk="0">
                  <a:moveTo>
                    <a:pt x="388" y="1"/>
                  </a:moveTo>
                  <a:lnTo>
                    <a:pt x="233" y="78"/>
                  </a:lnTo>
                  <a:lnTo>
                    <a:pt x="78" y="156"/>
                  </a:lnTo>
                  <a:lnTo>
                    <a:pt x="0" y="233"/>
                  </a:lnTo>
                  <a:lnTo>
                    <a:pt x="0" y="389"/>
                  </a:lnTo>
                  <a:lnTo>
                    <a:pt x="0" y="544"/>
                  </a:lnTo>
                  <a:lnTo>
                    <a:pt x="78" y="621"/>
                  </a:lnTo>
                  <a:lnTo>
                    <a:pt x="233" y="699"/>
                  </a:lnTo>
                  <a:lnTo>
                    <a:pt x="5586" y="699"/>
                  </a:lnTo>
                  <a:lnTo>
                    <a:pt x="5742" y="621"/>
                  </a:lnTo>
                  <a:lnTo>
                    <a:pt x="5819" y="544"/>
                  </a:lnTo>
                  <a:lnTo>
                    <a:pt x="5819" y="389"/>
                  </a:lnTo>
                  <a:lnTo>
                    <a:pt x="5819" y="233"/>
                  </a:lnTo>
                  <a:lnTo>
                    <a:pt x="5742" y="156"/>
                  </a:lnTo>
                  <a:lnTo>
                    <a:pt x="5586" y="78"/>
                  </a:lnTo>
                  <a:lnTo>
                    <a:pt x="550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19"/>
            <p:cNvSpPr/>
            <p:nvPr/>
          </p:nvSpPr>
          <p:spPr>
            <a:xfrm>
              <a:off x="-798855" y="1713663"/>
              <a:ext cx="189670" cy="22784"/>
            </a:xfrm>
            <a:custGeom>
              <a:avLst/>
              <a:gdLst/>
              <a:ahLst/>
              <a:cxnLst/>
              <a:rect l="l" t="t" r="r" b="b"/>
              <a:pathLst>
                <a:path w="5819" h="699" extrusionOk="0">
                  <a:moveTo>
                    <a:pt x="388" y="1"/>
                  </a:moveTo>
                  <a:lnTo>
                    <a:pt x="233" y="78"/>
                  </a:lnTo>
                  <a:lnTo>
                    <a:pt x="78" y="156"/>
                  </a:lnTo>
                  <a:lnTo>
                    <a:pt x="0" y="233"/>
                  </a:lnTo>
                  <a:lnTo>
                    <a:pt x="0" y="389"/>
                  </a:lnTo>
                  <a:lnTo>
                    <a:pt x="0" y="544"/>
                  </a:lnTo>
                  <a:lnTo>
                    <a:pt x="78" y="621"/>
                  </a:lnTo>
                  <a:lnTo>
                    <a:pt x="233" y="699"/>
                  </a:lnTo>
                  <a:lnTo>
                    <a:pt x="5586" y="699"/>
                  </a:lnTo>
                  <a:lnTo>
                    <a:pt x="5741" y="621"/>
                  </a:lnTo>
                  <a:lnTo>
                    <a:pt x="5819" y="544"/>
                  </a:lnTo>
                  <a:lnTo>
                    <a:pt x="5819" y="389"/>
                  </a:lnTo>
                  <a:lnTo>
                    <a:pt x="5819" y="233"/>
                  </a:lnTo>
                  <a:lnTo>
                    <a:pt x="5741" y="156"/>
                  </a:lnTo>
                  <a:lnTo>
                    <a:pt x="5586" y="78"/>
                  </a:lnTo>
                  <a:lnTo>
                    <a:pt x="5508"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19"/>
            <p:cNvSpPr/>
            <p:nvPr/>
          </p:nvSpPr>
          <p:spPr>
            <a:xfrm>
              <a:off x="-505533" y="1915663"/>
              <a:ext cx="189703" cy="22784"/>
            </a:xfrm>
            <a:custGeom>
              <a:avLst/>
              <a:gdLst/>
              <a:ahLst/>
              <a:cxnLst/>
              <a:rect l="l" t="t" r="r" b="b"/>
              <a:pathLst>
                <a:path w="5820" h="699" extrusionOk="0">
                  <a:moveTo>
                    <a:pt x="311" y="1"/>
                  </a:moveTo>
                  <a:lnTo>
                    <a:pt x="156" y="78"/>
                  </a:lnTo>
                  <a:lnTo>
                    <a:pt x="78" y="156"/>
                  </a:lnTo>
                  <a:lnTo>
                    <a:pt x="1" y="233"/>
                  </a:lnTo>
                  <a:lnTo>
                    <a:pt x="1" y="389"/>
                  </a:lnTo>
                  <a:lnTo>
                    <a:pt x="1" y="544"/>
                  </a:lnTo>
                  <a:lnTo>
                    <a:pt x="78" y="621"/>
                  </a:lnTo>
                  <a:lnTo>
                    <a:pt x="156" y="699"/>
                  </a:lnTo>
                  <a:lnTo>
                    <a:pt x="5587" y="699"/>
                  </a:lnTo>
                  <a:lnTo>
                    <a:pt x="5664" y="621"/>
                  </a:lnTo>
                  <a:lnTo>
                    <a:pt x="5742" y="544"/>
                  </a:lnTo>
                  <a:lnTo>
                    <a:pt x="5819" y="389"/>
                  </a:lnTo>
                  <a:lnTo>
                    <a:pt x="5742" y="233"/>
                  </a:lnTo>
                  <a:lnTo>
                    <a:pt x="5664" y="156"/>
                  </a:lnTo>
                  <a:lnTo>
                    <a:pt x="5587" y="78"/>
                  </a:lnTo>
                  <a:lnTo>
                    <a:pt x="543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19"/>
            <p:cNvSpPr/>
            <p:nvPr/>
          </p:nvSpPr>
          <p:spPr>
            <a:xfrm>
              <a:off x="-1226250" y="2505025"/>
              <a:ext cx="1072245" cy="593382"/>
            </a:xfrm>
            <a:custGeom>
              <a:avLst/>
              <a:gdLst/>
              <a:ahLst/>
              <a:cxnLst/>
              <a:rect l="l" t="t" r="r" b="b"/>
              <a:pathLst>
                <a:path w="32896" h="21414" extrusionOk="0">
                  <a:moveTo>
                    <a:pt x="1" y="1"/>
                  </a:moveTo>
                  <a:lnTo>
                    <a:pt x="1" y="21413"/>
                  </a:lnTo>
                  <a:lnTo>
                    <a:pt x="32896" y="21413"/>
                  </a:lnTo>
                  <a:lnTo>
                    <a:pt x="32896"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 name="Slide Number Placeholder 1">
            <a:extLst>
              <a:ext uri="{FF2B5EF4-FFF2-40B4-BE49-F238E27FC236}">
                <a16:creationId xmlns:a16="http://schemas.microsoft.com/office/drawing/2014/main" id="{7E431837-5BE4-41DB-9644-63DBC6B3DFEC}"/>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2</a:t>
            </a:fld>
            <a:endParaRPr lang="en-US" b="1" dirty="0">
              <a:solidFill>
                <a:schemeClr val="bg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0"/>
          <p:cNvSpPr txBox="1">
            <a:spLocks noGrp="1"/>
          </p:cNvSpPr>
          <p:nvPr>
            <p:ph type="title"/>
          </p:nvPr>
        </p:nvSpPr>
        <p:spPr>
          <a:xfrm>
            <a:off x="457200" y="508177"/>
            <a:ext cx="8229600" cy="685083"/>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US" sz="3200" dirty="0">
                <a:solidFill>
                  <a:schemeClr val="tx1"/>
                </a:solidFill>
                <a:latin typeface="Times New Roman"/>
                <a:ea typeface="Times New Roman"/>
                <a:cs typeface="Times New Roman"/>
                <a:sym typeface="Times New Roman"/>
              </a:rPr>
              <a:t>Product Categories</a:t>
            </a:r>
            <a:endParaRPr sz="3200" dirty="0">
              <a:solidFill>
                <a:schemeClr val="tx1"/>
              </a:solidFill>
              <a:latin typeface="Times New Roman"/>
              <a:ea typeface="Times New Roman"/>
              <a:cs typeface="Times New Roman"/>
              <a:sym typeface="Times New Roman"/>
            </a:endParaRPr>
          </a:p>
        </p:txBody>
      </p:sp>
      <p:grpSp>
        <p:nvGrpSpPr>
          <p:cNvPr id="250" name="Google Shape;250;p20"/>
          <p:cNvGrpSpPr/>
          <p:nvPr/>
        </p:nvGrpSpPr>
        <p:grpSpPr>
          <a:xfrm>
            <a:off x="3509413" y="2201371"/>
            <a:ext cx="2434988" cy="1653518"/>
            <a:chOff x="4572000" y="1184848"/>
            <a:chExt cx="4114786" cy="3234760"/>
          </a:xfrm>
        </p:grpSpPr>
        <p:sp>
          <p:nvSpPr>
            <p:cNvPr id="251" name="Google Shape;251;p20"/>
            <p:cNvSpPr/>
            <p:nvPr/>
          </p:nvSpPr>
          <p:spPr>
            <a:xfrm>
              <a:off x="6334055" y="2899671"/>
              <a:ext cx="2350752" cy="1519936"/>
            </a:xfrm>
            <a:custGeom>
              <a:avLst/>
              <a:gdLst/>
              <a:ahLst/>
              <a:cxnLst/>
              <a:rect l="l" t="t" r="r" b="b"/>
              <a:pathLst>
                <a:path w="78189" h="50555" extrusionOk="0">
                  <a:moveTo>
                    <a:pt x="78189" y="0"/>
                  </a:moveTo>
                  <a:lnTo>
                    <a:pt x="1" y="45905"/>
                  </a:lnTo>
                  <a:lnTo>
                    <a:pt x="1" y="50554"/>
                  </a:lnTo>
                  <a:lnTo>
                    <a:pt x="78189" y="4650"/>
                  </a:lnTo>
                  <a:lnTo>
                    <a:pt x="78189"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20"/>
            <p:cNvSpPr/>
            <p:nvPr/>
          </p:nvSpPr>
          <p:spPr>
            <a:xfrm>
              <a:off x="4573954" y="3259941"/>
              <a:ext cx="1768002" cy="1159667"/>
            </a:xfrm>
            <a:custGeom>
              <a:avLst/>
              <a:gdLst/>
              <a:ahLst/>
              <a:cxnLst/>
              <a:rect l="l" t="t" r="r" b="b"/>
              <a:pathLst>
                <a:path w="58806" h="38572" extrusionOk="0">
                  <a:moveTo>
                    <a:pt x="1" y="1"/>
                  </a:moveTo>
                  <a:lnTo>
                    <a:pt x="1" y="4650"/>
                  </a:lnTo>
                  <a:lnTo>
                    <a:pt x="58806" y="38571"/>
                  </a:lnTo>
                  <a:lnTo>
                    <a:pt x="58806" y="33922"/>
                  </a:lnTo>
                  <a:lnTo>
                    <a:pt x="1" y="1"/>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20"/>
            <p:cNvSpPr/>
            <p:nvPr/>
          </p:nvSpPr>
          <p:spPr>
            <a:xfrm>
              <a:off x="4572000" y="1889664"/>
              <a:ext cx="4114786" cy="2390137"/>
            </a:xfrm>
            <a:custGeom>
              <a:avLst/>
              <a:gdLst/>
              <a:ahLst/>
              <a:cxnLst/>
              <a:rect l="l" t="t" r="r" b="b"/>
              <a:pathLst>
                <a:path w="136863" h="79499" extrusionOk="0">
                  <a:moveTo>
                    <a:pt x="78450" y="1"/>
                  </a:moveTo>
                  <a:lnTo>
                    <a:pt x="0" y="45578"/>
                  </a:lnTo>
                  <a:lnTo>
                    <a:pt x="58936" y="79499"/>
                  </a:lnTo>
                  <a:lnTo>
                    <a:pt x="136862" y="33594"/>
                  </a:lnTo>
                  <a:lnTo>
                    <a:pt x="78450" y="1"/>
                  </a:lnTo>
                  <a:close/>
                </a:path>
              </a:pathLst>
            </a:cu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20"/>
            <p:cNvSpPr/>
            <p:nvPr/>
          </p:nvSpPr>
          <p:spPr>
            <a:xfrm>
              <a:off x="6597877" y="1690814"/>
              <a:ext cx="1452981" cy="876154"/>
            </a:xfrm>
            <a:custGeom>
              <a:avLst/>
              <a:gdLst/>
              <a:ahLst/>
              <a:cxnLst/>
              <a:rect l="l" t="t" r="r" b="b"/>
              <a:pathLst>
                <a:path w="48328" h="29142" extrusionOk="0">
                  <a:moveTo>
                    <a:pt x="13556" y="1"/>
                  </a:moveTo>
                  <a:lnTo>
                    <a:pt x="1" y="7597"/>
                  </a:lnTo>
                  <a:lnTo>
                    <a:pt x="1" y="18860"/>
                  </a:lnTo>
                  <a:lnTo>
                    <a:pt x="13359" y="28159"/>
                  </a:lnTo>
                  <a:lnTo>
                    <a:pt x="29992" y="29141"/>
                  </a:lnTo>
                  <a:lnTo>
                    <a:pt x="48328" y="14997"/>
                  </a:lnTo>
                  <a:lnTo>
                    <a:pt x="48328" y="10216"/>
                  </a:lnTo>
                  <a:lnTo>
                    <a:pt x="34838" y="2882"/>
                  </a:lnTo>
                  <a:lnTo>
                    <a:pt x="23509" y="14276"/>
                  </a:lnTo>
                  <a:lnTo>
                    <a:pt x="23509" y="9103"/>
                  </a:lnTo>
                  <a:lnTo>
                    <a:pt x="13556" y="19842"/>
                  </a:lnTo>
                  <a:lnTo>
                    <a:pt x="13556" y="1"/>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20"/>
            <p:cNvSpPr/>
            <p:nvPr/>
          </p:nvSpPr>
          <p:spPr>
            <a:xfrm>
              <a:off x="7005409" y="1964496"/>
              <a:ext cx="696997" cy="547333"/>
            </a:xfrm>
            <a:custGeom>
              <a:avLst/>
              <a:gdLst/>
              <a:ahLst/>
              <a:cxnLst/>
              <a:rect l="l" t="t" r="r" b="b"/>
              <a:pathLst>
                <a:path w="23183" h="18205" extrusionOk="0">
                  <a:moveTo>
                    <a:pt x="9954" y="0"/>
                  </a:moveTo>
                  <a:lnTo>
                    <a:pt x="1" y="10739"/>
                  </a:lnTo>
                  <a:lnTo>
                    <a:pt x="12836" y="18205"/>
                  </a:lnTo>
                  <a:lnTo>
                    <a:pt x="23182" y="7465"/>
                  </a:lnTo>
                  <a:lnTo>
                    <a:pt x="9954"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20"/>
            <p:cNvSpPr/>
            <p:nvPr/>
          </p:nvSpPr>
          <p:spPr>
            <a:xfrm>
              <a:off x="6599861" y="2214518"/>
              <a:ext cx="401638" cy="1078913"/>
            </a:xfrm>
            <a:custGeom>
              <a:avLst/>
              <a:gdLst/>
              <a:ahLst/>
              <a:cxnLst/>
              <a:rect l="l" t="t" r="r" b="b"/>
              <a:pathLst>
                <a:path w="13359" h="35886" extrusionOk="0">
                  <a:moveTo>
                    <a:pt x="0" y="1"/>
                  </a:moveTo>
                  <a:lnTo>
                    <a:pt x="0" y="28355"/>
                  </a:lnTo>
                  <a:lnTo>
                    <a:pt x="13359" y="35886"/>
                  </a:lnTo>
                  <a:lnTo>
                    <a:pt x="13359" y="8514"/>
                  </a:lnTo>
                  <a:lnTo>
                    <a:pt x="0" y="1"/>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20"/>
            <p:cNvSpPr/>
            <p:nvPr/>
          </p:nvSpPr>
          <p:spPr>
            <a:xfrm>
              <a:off x="6999516" y="1846340"/>
              <a:ext cx="1049389" cy="1449073"/>
            </a:xfrm>
            <a:custGeom>
              <a:avLst/>
              <a:gdLst/>
              <a:ahLst/>
              <a:cxnLst/>
              <a:rect l="l" t="t" r="r" b="b"/>
              <a:pathLst>
                <a:path w="34904" h="48198" extrusionOk="0">
                  <a:moveTo>
                    <a:pt x="13032" y="1"/>
                  </a:moveTo>
                  <a:lnTo>
                    <a:pt x="0" y="7728"/>
                  </a:lnTo>
                  <a:lnTo>
                    <a:pt x="0" y="48197"/>
                  </a:lnTo>
                  <a:lnTo>
                    <a:pt x="34904" y="27635"/>
                  </a:lnTo>
                  <a:lnTo>
                    <a:pt x="34904" y="4978"/>
                  </a:lnTo>
                  <a:lnTo>
                    <a:pt x="23575" y="16569"/>
                  </a:lnTo>
                  <a:lnTo>
                    <a:pt x="23378" y="11395"/>
                  </a:lnTo>
                  <a:lnTo>
                    <a:pt x="13032" y="22135"/>
                  </a:lnTo>
                  <a:lnTo>
                    <a:pt x="13032"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20"/>
            <p:cNvSpPr/>
            <p:nvPr/>
          </p:nvSpPr>
          <p:spPr>
            <a:xfrm>
              <a:off x="6597877" y="1690814"/>
              <a:ext cx="793445" cy="387899"/>
            </a:xfrm>
            <a:custGeom>
              <a:avLst/>
              <a:gdLst/>
              <a:ahLst/>
              <a:cxnLst/>
              <a:rect l="l" t="t" r="r" b="b"/>
              <a:pathLst>
                <a:path w="26391" h="12902" extrusionOk="0">
                  <a:moveTo>
                    <a:pt x="13556" y="1"/>
                  </a:moveTo>
                  <a:lnTo>
                    <a:pt x="1" y="7597"/>
                  </a:lnTo>
                  <a:lnTo>
                    <a:pt x="13359" y="12901"/>
                  </a:lnTo>
                  <a:lnTo>
                    <a:pt x="26391" y="5174"/>
                  </a:lnTo>
                  <a:lnTo>
                    <a:pt x="13556" y="1"/>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20"/>
            <p:cNvSpPr/>
            <p:nvPr/>
          </p:nvSpPr>
          <p:spPr>
            <a:xfrm>
              <a:off x="7137335" y="2797270"/>
              <a:ext cx="139802" cy="240249"/>
            </a:xfrm>
            <a:custGeom>
              <a:avLst/>
              <a:gdLst/>
              <a:ahLst/>
              <a:cxnLst/>
              <a:rect l="l" t="t" r="r" b="b"/>
              <a:pathLst>
                <a:path w="4650" h="7991" extrusionOk="0">
                  <a:moveTo>
                    <a:pt x="4650" y="1"/>
                  </a:moveTo>
                  <a:lnTo>
                    <a:pt x="0" y="2620"/>
                  </a:lnTo>
                  <a:lnTo>
                    <a:pt x="0" y="7990"/>
                  </a:lnTo>
                  <a:lnTo>
                    <a:pt x="4650" y="5240"/>
                  </a:lnTo>
                  <a:lnTo>
                    <a:pt x="4650" y="1"/>
                  </a:lnTo>
                  <a:close/>
                </a:path>
              </a:pathLst>
            </a:cu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20"/>
            <p:cNvSpPr/>
            <p:nvPr/>
          </p:nvSpPr>
          <p:spPr>
            <a:xfrm>
              <a:off x="7137335" y="2360213"/>
              <a:ext cx="139802" cy="238235"/>
            </a:xfrm>
            <a:custGeom>
              <a:avLst/>
              <a:gdLst/>
              <a:ahLst/>
              <a:cxnLst/>
              <a:rect l="l" t="t" r="r" b="b"/>
              <a:pathLst>
                <a:path w="4650" h="7924" extrusionOk="0">
                  <a:moveTo>
                    <a:pt x="4650" y="0"/>
                  </a:moveTo>
                  <a:lnTo>
                    <a:pt x="0" y="2620"/>
                  </a:lnTo>
                  <a:lnTo>
                    <a:pt x="0" y="7924"/>
                  </a:lnTo>
                  <a:lnTo>
                    <a:pt x="4650" y="5174"/>
                  </a:lnTo>
                  <a:lnTo>
                    <a:pt x="4650" y="0"/>
                  </a:lnTo>
                  <a:close/>
                </a:path>
              </a:pathLst>
            </a:cu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20"/>
            <p:cNvSpPr/>
            <p:nvPr/>
          </p:nvSpPr>
          <p:spPr>
            <a:xfrm>
              <a:off x="7466127" y="2594511"/>
              <a:ext cx="131925" cy="240219"/>
            </a:xfrm>
            <a:custGeom>
              <a:avLst/>
              <a:gdLst/>
              <a:ahLst/>
              <a:cxnLst/>
              <a:rect l="l" t="t" r="r" b="b"/>
              <a:pathLst>
                <a:path w="4388" h="7990" extrusionOk="0">
                  <a:moveTo>
                    <a:pt x="4388" y="0"/>
                  </a:moveTo>
                  <a:lnTo>
                    <a:pt x="0" y="2619"/>
                  </a:lnTo>
                  <a:lnTo>
                    <a:pt x="0" y="7989"/>
                  </a:lnTo>
                  <a:lnTo>
                    <a:pt x="4388" y="5239"/>
                  </a:lnTo>
                  <a:lnTo>
                    <a:pt x="4388" y="0"/>
                  </a:lnTo>
                  <a:close/>
                </a:path>
              </a:pathLst>
            </a:cu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20"/>
            <p:cNvSpPr/>
            <p:nvPr/>
          </p:nvSpPr>
          <p:spPr>
            <a:xfrm>
              <a:off x="7767349" y="2417307"/>
              <a:ext cx="141787" cy="238265"/>
            </a:xfrm>
            <a:custGeom>
              <a:avLst/>
              <a:gdLst/>
              <a:ahLst/>
              <a:cxnLst/>
              <a:rect l="l" t="t" r="r" b="b"/>
              <a:pathLst>
                <a:path w="4716" h="7925" extrusionOk="0">
                  <a:moveTo>
                    <a:pt x="4715" y="0"/>
                  </a:moveTo>
                  <a:lnTo>
                    <a:pt x="0" y="2554"/>
                  </a:lnTo>
                  <a:lnTo>
                    <a:pt x="0" y="7924"/>
                  </a:lnTo>
                  <a:lnTo>
                    <a:pt x="4715" y="5174"/>
                  </a:lnTo>
                  <a:lnTo>
                    <a:pt x="4715" y="0"/>
                  </a:lnTo>
                  <a:close/>
                </a:path>
              </a:pathLst>
            </a:cu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20"/>
            <p:cNvSpPr/>
            <p:nvPr/>
          </p:nvSpPr>
          <p:spPr>
            <a:xfrm>
              <a:off x="5404803" y="2364152"/>
              <a:ext cx="1454936" cy="876124"/>
            </a:xfrm>
            <a:custGeom>
              <a:avLst/>
              <a:gdLst/>
              <a:ahLst/>
              <a:cxnLst/>
              <a:rect l="l" t="t" r="r" b="b"/>
              <a:pathLst>
                <a:path w="48393" h="29141" extrusionOk="0">
                  <a:moveTo>
                    <a:pt x="13555" y="0"/>
                  </a:moveTo>
                  <a:lnTo>
                    <a:pt x="0" y="7597"/>
                  </a:lnTo>
                  <a:lnTo>
                    <a:pt x="0" y="18860"/>
                  </a:lnTo>
                  <a:lnTo>
                    <a:pt x="13359" y="28159"/>
                  </a:lnTo>
                  <a:lnTo>
                    <a:pt x="30057" y="29141"/>
                  </a:lnTo>
                  <a:lnTo>
                    <a:pt x="48393" y="14996"/>
                  </a:lnTo>
                  <a:lnTo>
                    <a:pt x="48393" y="10216"/>
                  </a:lnTo>
                  <a:lnTo>
                    <a:pt x="34838" y="2882"/>
                  </a:lnTo>
                  <a:lnTo>
                    <a:pt x="23574" y="14276"/>
                  </a:lnTo>
                  <a:lnTo>
                    <a:pt x="23574" y="9037"/>
                  </a:lnTo>
                  <a:lnTo>
                    <a:pt x="13555" y="19842"/>
                  </a:lnTo>
                  <a:lnTo>
                    <a:pt x="13555"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20"/>
            <p:cNvSpPr/>
            <p:nvPr/>
          </p:nvSpPr>
          <p:spPr>
            <a:xfrm>
              <a:off x="5812336" y="2635850"/>
              <a:ext cx="696967" cy="549318"/>
            </a:xfrm>
            <a:custGeom>
              <a:avLst/>
              <a:gdLst/>
              <a:ahLst/>
              <a:cxnLst/>
              <a:rect l="l" t="t" r="r" b="b"/>
              <a:pathLst>
                <a:path w="23182" h="18271" extrusionOk="0">
                  <a:moveTo>
                    <a:pt x="10019" y="0"/>
                  </a:moveTo>
                  <a:lnTo>
                    <a:pt x="0" y="10805"/>
                  </a:lnTo>
                  <a:lnTo>
                    <a:pt x="12901" y="18270"/>
                  </a:lnTo>
                  <a:lnTo>
                    <a:pt x="23182" y="7465"/>
                  </a:lnTo>
                  <a:lnTo>
                    <a:pt x="10019"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20"/>
            <p:cNvSpPr/>
            <p:nvPr/>
          </p:nvSpPr>
          <p:spPr>
            <a:xfrm>
              <a:off x="5406758" y="2887856"/>
              <a:ext cx="403623" cy="1078913"/>
            </a:xfrm>
            <a:custGeom>
              <a:avLst/>
              <a:gdLst/>
              <a:ahLst/>
              <a:cxnLst/>
              <a:rect l="l" t="t" r="r" b="b"/>
              <a:pathLst>
                <a:path w="13425" h="35886" extrusionOk="0">
                  <a:moveTo>
                    <a:pt x="0" y="0"/>
                  </a:moveTo>
                  <a:lnTo>
                    <a:pt x="0" y="28355"/>
                  </a:lnTo>
                  <a:lnTo>
                    <a:pt x="13425" y="35886"/>
                  </a:lnTo>
                  <a:lnTo>
                    <a:pt x="13425" y="8448"/>
                  </a:lnTo>
                  <a:lnTo>
                    <a:pt x="0"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20"/>
            <p:cNvSpPr/>
            <p:nvPr/>
          </p:nvSpPr>
          <p:spPr>
            <a:xfrm>
              <a:off x="5806413" y="2519678"/>
              <a:ext cx="1051373" cy="1447089"/>
            </a:xfrm>
            <a:custGeom>
              <a:avLst/>
              <a:gdLst/>
              <a:ahLst/>
              <a:cxnLst/>
              <a:rect l="l" t="t" r="r" b="b"/>
              <a:pathLst>
                <a:path w="34970" h="48132" extrusionOk="0">
                  <a:moveTo>
                    <a:pt x="13098" y="1"/>
                  </a:moveTo>
                  <a:lnTo>
                    <a:pt x="1" y="7728"/>
                  </a:lnTo>
                  <a:lnTo>
                    <a:pt x="1" y="48132"/>
                  </a:lnTo>
                  <a:lnTo>
                    <a:pt x="34969" y="27635"/>
                  </a:lnTo>
                  <a:lnTo>
                    <a:pt x="34969" y="4977"/>
                  </a:lnTo>
                  <a:lnTo>
                    <a:pt x="23575" y="16568"/>
                  </a:lnTo>
                  <a:lnTo>
                    <a:pt x="23379" y="11329"/>
                  </a:lnTo>
                  <a:lnTo>
                    <a:pt x="13098" y="22134"/>
                  </a:lnTo>
                  <a:lnTo>
                    <a:pt x="13098"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20"/>
            <p:cNvSpPr/>
            <p:nvPr/>
          </p:nvSpPr>
          <p:spPr>
            <a:xfrm>
              <a:off x="5404803" y="2364152"/>
              <a:ext cx="795400" cy="387869"/>
            </a:xfrm>
            <a:custGeom>
              <a:avLst/>
              <a:gdLst/>
              <a:ahLst/>
              <a:cxnLst/>
              <a:rect l="l" t="t" r="r" b="b"/>
              <a:pathLst>
                <a:path w="26456" h="12901" extrusionOk="0">
                  <a:moveTo>
                    <a:pt x="13555" y="0"/>
                  </a:moveTo>
                  <a:lnTo>
                    <a:pt x="0" y="7597"/>
                  </a:lnTo>
                  <a:lnTo>
                    <a:pt x="13359" y="12901"/>
                  </a:lnTo>
                  <a:lnTo>
                    <a:pt x="26456" y="5174"/>
                  </a:lnTo>
                  <a:lnTo>
                    <a:pt x="13555"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20"/>
            <p:cNvSpPr/>
            <p:nvPr/>
          </p:nvSpPr>
          <p:spPr>
            <a:xfrm>
              <a:off x="5950154" y="3470608"/>
              <a:ext cx="131925" cy="419377"/>
            </a:xfrm>
            <a:custGeom>
              <a:avLst/>
              <a:gdLst/>
              <a:ahLst/>
              <a:cxnLst/>
              <a:rect l="l" t="t" r="r" b="b"/>
              <a:pathLst>
                <a:path w="4388" h="13949" extrusionOk="0">
                  <a:moveTo>
                    <a:pt x="4388" y="1"/>
                  </a:moveTo>
                  <a:lnTo>
                    <a:pt x="0" y="2620"/>
                  </a:lnTo>
                  <a:lnTo>
                    <a:pt x="0" y="13949"/>
                  </a:lnTo>
                  <a:lnTo>
                    <a:pt x="4388" y="11198"/>
                  </a:lnTo>
                  <a:lnTo>
                    <a:pt x="4388" y="1"/>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20"/>
            <p:cNvSpPr/>
            <p:nvPr/>
          </p:nvSpPr>
          <p:spPr>
            <a:xfrm>
              <a:off x="5950154" y="3033551"/>
              <a:ext cx="131925" cy="238235"/>
            </a:xfrm>
            <a:custGeom>
              <a:avLst/>
              <a:gdLst/>
              <a:ahLst/>
              <a:cxnLst/>
              <a:rect l="l" t="t" r="r" b="b"/>
              <a:pathLst>
                <a:path w="4388" h="7924" extrusionOk="0">
                  <a:moveTo>
                    <a:pt x="4388" y="0"/>
                  </a:moveTo>
                  <a:lnTo>
                    <a:pt x="0" y="2554"/>
                  </a:lnTo>
                  <a:lnTo>
                    <a:pt x="0" y="7924"/>
                  </a:lnTo>
                  <a:lnTo>
                    <a:pt x="4388" y="5173"/>
                  </a:lnTo>
                  <a:lnTo>
                    <a:pt x="4388" y="0"/>
                  </a:lnTo>
                  <a:close/>
                </a:path>
              </a:pathLst>
            </a:cu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20"/>
            <p:cNvSpPr/>
            <p:nvPr/>
          </p:nvSpPr>
          <p:spPr>
            <a:xfrm>
              <a:off x="6271069" y="3267818"/>
              <a:ext cx="141756" cy="240219"/>
            </a:xfrm>
            <a:custGeom>
              <a:avLst/>
              <a:gdLst/>
              <a:ahLst/>
              <a:cxnLst/>
              <a:rect l="l" t="t" r="r" b="b"/>
              <a:pathLst>
                <a:path w="4715" h="7990" extrusionOk="0">
                  <a:moveTo>
                    <a:pt x="4715" y="1"/>
                  </a:moveTo>
                  <a:lnTo>
                    <a:pt x="0" y="2620"/>
                  </a:lnTo>
                  <a:lnTo>
                    <a:pt x="0" y="7990"/>
                  </a:lnTo>
                  <a:lnTo>
                    <a:pt x="4715" y="5239"/>
                  </a:lnTo>
                  <a:lnTo>
                    <a:pt x="4715" y="1"/>
                  </a:lnTo>
                  <a:close/>
                </a:path>
              </a:pathLst>
            </a:cu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20"/>
            <p:cNvSpPr/>
            <p:nvPr/>
          </p:nvSpPr>
          <p:spPr>
            <a:xfrm>
              <a:off x="6582123" y="3088661"/>
              <a:ext cx="131955" cy="240219"/>
            </a:xfrm>
            <a:custGeom>
              <a:avLst/>
              <a:gdLst/>
              <a:ahLst/>
              <a:cxnLst/>
              <a:rect l="l" t="t" r="r" b="b"/>
              <a:pathLst>
                <a:path w="4389" h="7990" extrusionOk="0">
                  <a:moveTo>
                    <a:pt x="4388" y="1"/>
                  </a:moveTo>
                  <a:lnTo>
                    <a:pt x="1" y="2620"/>
                  </a:lnTo>
                  <a:lnTo>
                    <a:pt x="1" y="7990"/>
                  </a:lnTo>
                  <a:lnTo>
                    <a:pt x="4388" y="5239"/>
                  </a:lnTo>
                  <a:lnTo>
                    <a:pt x="4388" y="1"/>
                  </a:lnTo>
                  <a:close/>
                </a:path>
              </a:pathLst>
            </a:cu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20"/>
            <p:cNvSpPr/>
            <p:nvPr/>
          </p:nvSpPr>
          <p:spPr>
            <a:xfrm>
              <a:off x="5459913" y="1838493"/>
              <a:ext cx="696997" cy="500101"/>
            </a:xfrm>
            <a:custGeom>
              <a:avLst/>
              <a:gdLst/>
              <a:ahLst/>
              <a:cxnLst/>
              <a:rect l="l" t="t" r="r" b="b"/>
              <a:pathLst>
                <a:path w="23183" h="16634" extrusionOk="0">
                  <a:moveTo>
                    <a:pt x="18074" y="0"/>
                  </a:moveTo>
                  <a:lnTo>
                    <a:pt x="17485" y="66"/>
                  </a:lnTo>
                  <a:lnTo>
                    <a:pt x="16961" y="131"/>
                  </a:lnTo>
                  <a:lnTo>
                    <a:pt x="16372" y="262"/>
                  </a:lnTo>
                  <a:lnTo>
                    <a:pt x="15782" y="458"/>
                  </a:lnTo>
                  <a:lnTo>
                    <a:pt x="15258" y="655"/>
                  </a:lnTo>
                  <a:lnTo>
                    <a:pt x="14735" y="982"/>
                  </a:lnTo>
                  <a:lnTo>
                    <a:pt x="14276" y="1310"/>
                  </a:lnTo>
                  <a:lnTo>
                    <a:pt x="13818" y="1703"/>
                  </a:lnTo>
                  <a:lnTo>
                    <a:pt x="13490" y="2096"/>
                  </a:lnTo>
                  <a:lnTo>
                    <a:pt x="13097" y="1768"/>
                  </a:lnTo>
                  <a:lnTo>
                    <a:pt x="12705" y="1506"/>
                  </a:lnTo>
                  <a:lnTo>
                    <a:pt x="12246" y="1244"/>
                  </a:lnTo>
                  <a:lnTo>
                    <a:pt x="11722" y="1048"/>
                  </a:lnTo>
                  <a:lnTo>
                    <a:pt x="11264" y="917"/>
                  </a:lnTo>
                  <a:lnTo>
                    <a:pt x="10740" y="786"/>
                  </a:lnTo>
                  <a:lnTo>
                    <a:pt x="10282" y="720"/>
                  </a:lnTo>
                  <a:lnTo>
                    <a:pt x="9168" y="720"/>
                  </a:lnTo>
                  <a:lnTo>
                    <a:pt x="8579" y="786"/>
                  </a:lnTo>
                  <a:lnTo>
                    <a:pt x="7990" y="917"/>
                  </a:lnTo>
                  <a:lnTo>
                    <a:pt x="7400" y="1113"/>
                  </a:lnTo>
                  <a:lnTo>
                    <a:pt x="6876" y="1375"/>
                  </a:lnTo>
                  <a:lnTo>
                    <a:pt x="6353" y="1703"/>
                  </a:lnTo>
                  <a:lnTo>
                    <a:pt x="5894" y="2030"/>
                  </a:lnTo>
                  <a:lnTo>
                    <a:pt x="5436" y="2423"/>
                  </a:lnTo>
                  <a:lnTo>
                    <a:pt x="5043" y="2881"/>
                  </a:lnTo>
                  <a:lnTo>
                    <a:pt x="4650" y="3340"/>
                  </a:lnTo>
                  <a:lnTo>
                    <a:pt x="4388" y="3864"/>
                  </a:lnTo>
                  <a:lnTo>
                    <a:pt x="4126" y="4387"/>
                  </a:lnTo>
                  <a:lnTo>
                    <a:pt x="3930" y="4911"/>
                  </a:lnTo>
                  <a:lnTo>
                    <a:pt x="3733" y="5501"/>
                  </a:lnTo>
                  <a:lnTo>
                    <a:pt x="3668" y="6090"/>
                  </a:lnTo>
                  <a:lnTo>
                    <a:pt x="3602" y="6679"/>
                  </a:lnTo>
                  <a:lnTo>
                    <a:pt x="3668" y="7465"/>
                  </a:lnTo>
                  <a:lnTo>
                    <a:pt x="3799" y="8251"/>
                  </a:lnTo>
                  <a:lnTo>
                    <a:pt x="3537" y="8317"/>
                  </a:lnTo>
                  <a:lnTo>
                    <a:pt x="2947" y="8513"/>
                  </a:lnTo>
                  <a:lnTo>
                    <a:pt x="2423" y="8775"/>
                  </a:lnTo>
                  <a:lnTo>
                    <a:pt x="1900" y="9102"/>
                  </a:lnTo>
                  <a:lnTo>
                    <a:pt x="1441" y="9495"/>
                  </a:lnTo>
                  <a:lnTo>
                    <a:pt x="1114" y="9888"/>
                  </a:lnTo>
                  <a:lnTo>
                    <a:pt x="786" y="10216"/>
                  </a:lnTo>
                  <a:lnTo>
                    <a:pt x="590" y="10674"/>
                  </a:lnTo>
                  <a:lnTo>
                    <a:pt x="393" y="11067"/>
                  </a:lnTo>
                  <a:lnTo>
                    <a:pt x="197" y="11525"/>
                  </a:lnTo>
                  <a:lnTo>
                    <a:pt x="66" y="11984"/>
                  </a:lnTo>
                  <a:lnTo>
                    <a:pt x="1" y="12442"/>
                  </a:lnTo>
                  <a:lnTo>
                    <a:pt x="1" y="12900"/>
                  </a:lnTo>
                  <a:lnTo>
                    <a:pt x="1" y="13293"/>
                  </a:lnTo>
                  <a:lnTo>
                    <a:pt x="66" y="13686"/>
                  </a:lnTo>
                  <a:lnTo>
                    <a:pt x="132" y="14014"/>
                  </a:lnTo>
                  <a:lnTo>
                    <a:pt x="263" y="14341"/>
                  </a:lnTo>
                  <a:lnTo>
                    <a:pt x="590" y="14996"/>
                  </a:lnTo>
                  <a:lnTo>
                    <a:pt x="1114" y="15585"/>
                  </a:lnTo>
                  <a:lnTo>
                    <a:pt x="1900" y="15978"/>
                  </a:lnTo>
                  <a:lnTo>
                    <a:pt x="2751" y="16306"/>
                  </a:lnTo>
                  <a:lnTo>
                    <a:pt x="3733" y="16633"/>
                  </a:lnTo>
                  <a:lnTo>
                    <a:pt x="4781" y="15651"/>
                  </a:lnTo>
                  <a:lnTo>
                    <a:pt x="7269" y="13424"/>
                  </a:lnTo>
                  <a:lnTo>
                    <a:pt x="8775" y="12115"/>
                  </a:lnTo>
                  <a:lnTo>
                    <a:pt x="10413" y="10805"/>
                  </a:lnTo>
                  <a:lnTo>
                    <a:pt x="12050" y="9561"/>
                  </a:lnTo>
                  <a:lnTo>
                    <a:pt x="13490" y="8644"/>
                  </a:lnTo>
                  <a:lnTo>
                    <a:pt x="15913" y="7138"/>
                  </a:lnTo>
                  <a:lnTo>
                    <a:pt x="18271" y="5697"/>
                  </a:lnTo>
                  <a:lnTo>
                    <a:pt x="20694" y="4257"/>
                  </a:lnTo>
                  <a:lnTo>
                    <a:pt x="21938" y="3602"/>
                  </a:lnTo>
                  <a:lnTo>
                    <a:pt x="23182" y="2947"/>
                  </a:lnTo>
                  <a:lnTo>
                    <a:pt x="22789" y="2357"/>
                  </a:lnTo>
                  <a:lnTo>
                    <a:pt x="22331" y="1834"/>
                  </a:lnTo>
                  <a:lnTo>
                    <a:pt x="21872" y="1441"/>
                  </a:lnTo>
                  <a:lnTo>
                    <a:pt x="21414" y="1048"/>
                  </a:lnTo>
                  <a:lnTo>
                    <a:pt x="20890" y="720"/>
                  </a:lnTo>
                  <a:lnTo>
                    <a:pt x="20366" y="524"/>
                  </a:lnTo>
                  <a:lnTo>
                    <a:pt x="19842" y="262"/>
                  </a:lnTo>
                  <a:lnTo>
                    <a:pt x="19253" y="131"/>
                  </a:lnTo>
                  <a:lnTo>
                    <a:pt x="18664" y="66"/>
                  </a:lnTo>
                  <a:lnTo>
                    <a:pt x="18074" y="0"/>
                  </a:lnTo>
                  <a:close/>
                </a:path>
              </a:pathLst>
            </a:cu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20"/>
            <p:cNvSpPr/>
            <p:nvPr/>
          </p:nvSpPr>
          <p:spPr>
            <a:xfrm>
              <a:off x="5544576" y="1862095"/>
              <a:ext cx="696967" cy="476500"/>
            </a:xfrm>
            <a:custGeom>
              <a:avLst/>
              <a:gdLst/>
              <a:ahLst/>
              <a:cxnLst/>
              <a:rect l="l" t="t" r="r" b="b"/>
              <a:pathLst>
                <a:path w="23182" h="15849" extrusionOk="0">
                  <a:moveTo>
                    <a:pt x="18074" y="1"/>
                  </a:moveTo>
                  <a:lnTo>
                    <a:pt x="17485" y="66"/>
                  </a:lnTo>
                  <a:lnTo>
                    <a:pt x="16895" y="132"/>
                  </a:lnTo>
                  <a:lnTo>
                    <a:pt x="16371" y="263"/>
                  </a:lnTo>
                  <a:lnTo>
                    <a:pt x="15782" y="459"/>
                  </a:lnTo>
                  <a:lnTo>
                    <a:pt x="15258" y="721"/>
                  </a:lnTo>
                  <a:lnTo>
                    <a:pt x="14734" y="983"/>
                  </a:lnTo>
                  <a:lnTo>
                    <a:pt x="14276" y="1311"/>
                  </a:lnTo>
                  <a:lnTo>
                    <a:pt x="13818" y="1703"/>
                  </a:lnTo>
                  <a:lnTo>
                    <a:pt x="13490" y="2096"/>
                  </a:lnTo>
                  <a:lnTo>
                    <a:pt x="13097" y="1769"/>
                  </a:lnTo>
                  <a:lnTo>
                    <a:pt x="12639" y="1507"/>
                  </a:lnTo>
                  <a:lnTo>
                    <a:pt x="12246" y="1245"/>
                  </a:lnTo>
                  <a:lnTo>
                    <a:pt x="11722" y="1049"/>
                  </a:lnTo>
                  <a:lnTo>
                    <a:pt x="11264" y="918"/>
                  </a:lnTo>
                  <a:lnTo>
                    <a:pt x="10740" y="787"/>
                  </a:lnTo>
                  <a:lnTo>
                    <a:pt x="10281" y="721"/>
                  </a:lnTo>
                  <a:lnTo>
                    <a:pt x="9168" y="721"/>
                  </a:lnTo>
                  <a:lnTo>
                    <a:pt x="8579" y="787"/>
                  </a:lnTo>
                  <a:lnTo>
                    <a:pt x="7989" y="983"/>
                  </a:lnTo>
                  <a:lnTo>
                    <a:pt x="7400" y="1114"/>
                  </a:lnTo>
                  <a:lnTo>
                    <a:pt x="6876" y="1376"/>
                  </a:lnTo>
                  <a:lnTo>
                    <a:pt x="6352" y="1703"/>
                  </a:lnTo>
                  <a:lnTo>
                    <a:pt x="5894" y="2031"/>
                  </a:lnTo>
                  <a:lnTo>
                    <a:pt x="5436" y="2424"/>
                  </a:lnTo>
                  <a:lnTo>
                    <a:pt x="5043" y="2882"/>
                  </a:lnTo>
                  <a:lnTo>
                    <a:pt x="4650" y="3341"/>
                  </a:lnTo>
                  <a:lnTo>
                    <a:pt x="4388" y="3864"/>
                  </a:lnTo>
                  <a:lnTo>
                    <a:pt x="4126" y="4388"/>
                  </a:lnTo>
                  <a:lnTo>
                    <a:pt x="3864" y="4912"/>
                  </a:lnTo>
                  <a:lnTo>
                    <a:pt x="3733" y="5502"/>
                  </a:lnTo>
                  <a:lnTo>
                    <a:pt x="3668" y="6091"/>
                  </a:lnTo>
                  <a:lnTo>
                    <a:pt x="3602" y="6680"/>
                  </a:lnTo>
                  <a:lnTo>
                    <a:pt x="3668" y="7466"/>
                  </a:lnTo>
                  <a:lnTo>
                    <a:pt x="3798" y="8252"/>
                  </a:lnTo>
                  <a:lnTo>
                    <a:pt x="3537" y="8317"/>
                  </a:lnTo>
                  <a:lnTo>
                    <a:pt x="2947" y="8514"/>
                  </a:lnTo>
                  <a:lnTo>
                    <a:pt x="2423" y="8776"/>
                  </a:lnTo>
                  <a:lnTo>
                    <a:pt x="1899" y="9103"/>
                  </a:lnTo>
                  <a:lnTo>
                    <a:pt x="1441" y="9562"/>
                  </a:lnTo>
                  <a:lnTo>
                    <a:pt x="1114" y="9889"/>
                  </a:lnTo>
                  <a:lnTo>
                    <a:pt x="786" y="10282"/>
                  </a:lnTo>
                  <a:lnTo>
                    <a:pt x="590" y="10675"/>
                  </a:lnTo>
                  <a:lnTo>
                    <a:pt x="328" y="11068"/>
                  </a:lnTo>
                  <a:lnTo>
                    <a:pt x="197" y="11526"/>
                  </a:lnTo>
                  <a:lnTo>
                    <a:pt x="66" y="11984"/>
                  </a:lnTo>
                  <a:lnTo>
                    <a:pt x="0" y="12443"/>
                  </a:lnTo>
                  <a:lnTo>
                    <a:pt x="0" y="12901"/>
                  </a:lnTo>
                  <a:lnTo>
                    <a:pt x="0" y="13753"/>
                  </a:lnTo>
                  <a:lnTo>
                    <a:pt x="197" y="14473"/>
                  </a:lnTo>
                  <a:lnTo>
                    <a:pt x="459" y="15193"/>
                  </a:lnTo>
                  <a:lnTo>
                    <a:pt x="917" y="15848"/>
                  </a:lnTo>
                  <a:lnTo>
                    <a:pt x="7204" y="12246"/>
                  </a:lnTo>
                  <a:lnTo>
                    <a:pt x="13490" y="8645"/>
                  </a:lnTo>
                  <a:lnTo>
                    <a:pt x="15913" y="7204"/>
                  </a:lnTo>
                  <a:lnTo>
                    <a:pt x="18271" y="5698"/>
                  </a:lnTo>
                  <a:lnTo>
                    <a:pt x="20693" y="4257"/>
                  </a:lnTo>
                  <a:lnTo>
                    <a:pt x="21938" y="3602"/>
                  </a:lnTo>
                  <a:lnTo>
                    <a:pt x="23182" y="2948"/>
                  </a:lnTo>
                  <a:lnTo>
                    <a:pt x="22789" y="2358"/>
                  </a:lnTo>
                  <a:lnTo>
                    <a:pt x="22331" y="1834"/>
                  </a:lnTo>
                  <a:lnTo>
                    <a:pt x="21872" y="1442"/>
                  </a:lnTo>
                  <a:lnTo>
                    <a:pt x="21414" y="1049"/>
                  </a:lnTo>
                  <a:lnTo>
                    <a:pt x="20890" y="787"/>
                  </a:lnTo>
                  <a:lnTo>
                    <a:pt x="20366" y="525"/>
                  </a:lnTo>
                  <a:lnTo>
                    <a:pt x="19842" y="328"/>
                  </a:lnTo>
                  <a:lnTo>
                    <a:pt x="19253" y="132"/>
                  </a:lnTo>
                  <a:lnTo>
                    <a:pt x="18663" y="66"/>
                  </a:lnTo>
                  <a:lnTo>
                    <a:pt x="18074"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20"/>
            <p:cNvSpPr/>
            <p:nvPr/>
          </p:nvSpPr>
          <p:spPr>
            <a:xfrm>
              <a:off x="6696310" y="1184848"/>
              <a:ext cx="696997" cy="500101"/>
            </a:xfrm>
            <a:custGeom>
              <a:avLst/>
              <a:gdLst/>
              <a:ahLst/>
              <a:cxnLst/>
              <a:rect l="l" t="t" r="r" b="b"/>
              <a:pathLst>
                <a:path w="23183" h="16634" extrusionOk="0">
                  <a:moveTo>
                    <a:pt x="18140" y="0"/>
                  </a:moveTo>
                  <a:lnTo>
                    <a:pt x="17551" y="66"/>
                  </a:lnTo>
                  <a:lnTo>
                    <a:pt x="16961" y="131"/>
                  </a:lnTo>
                  <a:lnTo>
                    <a:pt x="16372" y="262"/>
                  </a:lnTo>
                  <a:lnTo>
                    <a:pt x="15848" y="459"/>
                  </a:lnTo>
                  <a:lnTo>
                    <a:pt x="15259" y="721"/>
                  </a:lnTo>
                  <a:lnTo>
                    <a:pt x="14800" y="982"/>
                  </a:lnTo>
                  <a:lnTo>
                    <a:pt x="14276" y="1310"/>
                  </a:lnTo>
                  <a:lnTo>
                    <a:pt x="13883" y="1703"/>
                  </a:lnTo>
                  <a:lnTo>
                    <a:pt x="13556" y="2096"/>
                  </a:lnTo>
                  <a:lnTo>
                    <a:pt x="13098" y="1768"/>
                  </a:lnTo>
                  <a:lnTo>
                    <a:pt x="12705" y="1506"/>
                  </a:lnTo>
                  <a:lnTo>
                    <a:pt x="12246" y="1244"/>
                  </a:lnTo>
                  <a:lnTo>
                    <a:pt x="11788" y="1048"/>
                  </a:lnTo>
                  <a:lnTo>
                    <a:pt x="11264" y="917"/>
                  </a:lnTo>
                  <a:lnTo>
                    <a:pt x="10740" y="786"/>
                  </a:lnTo>
                  <a:lnTo>
                    <a:pt x="10282" y="721"/>
                  </a:lnTo>
                  <a:lnTo>
                    <a:pt x="9169" y="721"/>
                  </a:lnTo>
                  <a:lnTo>
                    <a:pt x="8579" y="786"/>
                  </a:lnTo>
                  <a:lnTo>
                    <a:pt x="7990" y="917"/>
                  </a:lnTo>
                  <a:lnTo>
                    <a:pt x="7400" y="1113"/>
                  </a:lnTo>
                  <a:lnTo>
                    <a:pt x="6877" y="1375"/>
                  </a:lnTo>
                  <a:lnTo>
                    <a:pt x="6353" y="1703"/>
                  </a:lnTo>
                  <a:lnTo>
                    <a:pt x="5894" y="2030"/>
                  </a:lnTo>
                  <a:lnTo>
                    <a:pt x="5436" y="2423"/>
                  </a:lnTo>
                  <a:lnTo>
                    <a:pt x="5043" y="2882"/>
                  </a:lnTo>
                  <a:lnTo>
                    <a:pt x="4716" y="3340"/>
                  </a:lnTo>
                  <a:lnTo>
                    <a:pt x="4388" y="3864"/>
                  </a:lnTo>
                  <a:lnTo>
                    <a:pt x="4126" y="4388"/>
                  </a:lnTo>
                  <a:lnTo>
                    <a:pt x="3930" y="4912"/>
                  </a:lnTo>
                  <a:lnTo>
                    <a:pt x="3733" y="5501"/>
                  </a:lnTo>
                  <a:lnTo>
                    <a:pt x="3668" y="6090"/>
                  </a:lnTo>
                  <a:lnTo>
                    <a:pt x="3602" y="6680"/>
                  </a:lnTo>
                  <a:lnTo>
                    <a:pt x="3668" y="7465"/>
                  </a:lnTo>
                  <a:lnTo>
                    <a:pt x="3799" y="8251"/>
                  </a:lnTo>
                  <a:lnTo>
                    <a:pt x="3602" y="8317"/>
                  </a:lnTo>
                  <a:lnTo>
                    <a:pt x="3013" y="8513"/>
                  </a:lnTo>
                  <a:lnTo>
                    <a:pt x="2424" y="8775"/>
                  </a:lnTo>
                  <a:lnTo>
                    <a:pt x="1900" y="9103"/>
                  </a:lnTo>
                  <a:lnTo>
                    <a:pt x="1441" y="9495"/>
                  </a:lnTo>
                  <a:lnTo>
                    <a:pt x="1114" y="9888"/>
                  </a:lnTo>
                  <a:lnTo>
                    <a:pt x="852" y="10281"/>
                  </a:lnTo>
                  <a:lnTo>
                    <a:pt x="590" y="10674"/>
                  </a:lnTo>
                  <a:lnTo>
                    <a:pt x="394" y="11067"/>
                  </a:lnTo>
                  <a:lnTo>
                    <a:pt x="197" y="11525"/>
                  </a:lnTo>
                  <a:lnTo>
                    <a:pt x="66" y="11984"/>
                  </a:lnTo>
                  <a:lnTo>
                    <a:pt x="1" y="12442"/>
                  </a:lnTo>
                  <a:lnTo>
                    <a:pt x="1" y="12901"/>
                  </a:lnTo>
                  <a:lnTo>
                    <a:pt x="1" y="13294"/>
                  </a:lnTo>
                  <a:lnTo>
                    <a:pt x="66" y="13686"/>
                  </a:lnTo>
                  <a:lnTo>
                    <a:pt x="132" y="14014"/>
                  </a:lnTo>
                  <a:lnTo>
                    <a:pt x="263" y="14341"/>
                  </a:lnTo>
                  <a:lnTo>
                    <a:pt x="656" y="14996"/>
                  </a:lnTo>
                  <a:lnTo>
                    <a:pt x="1114" y="15586"/>
                  </a:lnTo>
                  <a:lnTo>
                    <a:pt x="1900" y="15978"/>
                  </a:lnTo>
                  <a:lnTo>
                    <a:pt x="2751" y="16306"/>
                  </a:lnTo>
                  <a:lnTo>
                    <a:pt x="3733" y="16633"/>
                  </a:lnTo>
                  <a:lnTo>
                    <a:pt x="4781" y="15716"/>
                  </a:lnTo>
                  <a:lnTo>
                    <a:pt x="7270" y="13425"/>
                  </a:lnTo>
                  <a:lnTo>
                    <a:pt x="8841" y="12115"/>
                  </a:lnTo>
                  <a:lnTo>
                    <a:pt x="10413" y="10805"/>
                  </a:lnTo>
                  <a:lnTo>
                    <a:pt x="12050" y="9561"/>
                  </a:lnTo>
                  <a:lnTo>
                    <a:pt x="13491" y="8644"/>
                  </a:lnTo>
                  <a:lnTo>
                    <a:pt x="15913" y="7138"/>
                  </a:lnTo>
                  <a:lnTo>
                    <a:pt x="18271" y="5697"/>
                  </a:lnTo>
                  <a:lnTo>
                    <a:pt x="20694" y="4257"/>
                  </a:lnTo>
                  <a:lnTo>
                    <a:pt x="21938" y="3602"/>
                  </a:lnTo>
                  <a:lnTo>
                    <a:pt x="23182" y="2947"/>
                  </a:lnTo>
                  <a:lnTo>
                    <a:pt x="22789" y="2358"/>
                  </a:lnTo>
                  <a:lnTo>
                    <a:pt x="22331" y="1834"/>
                  </a:lnTo>
                  <a:lnTo>
                    <a:pt x="21873" y="1441"/>
                  </a:lnTo>
                  <a:lnTo>
                    <a:pt x="21414" y="1048"/>
                  </a:lnTo>
                  <a:lnTo>
                    <a:pt x="20956" y="786"/>
                  </a:lnTo>
                  <a:lnTo>
                    <a:pt x="20432" y="524"/>
                  </a:lnTo>
                  <a:lnTo>
                    <a:pt x="19843" y="328"/>
                  </a:lnTo>
                  <a:lnTo>
                    <a:pt x="19319" y="131"/>
                  </a:lnTo>
                  <a:lnTo>
                    <a:pt x="18729" y="66"/>
                  </a:lnTo>
                  <a:lnTo>
                    <a:pt x="18140" y="0"/>
                  </a:lnTo>
                  <a:close/>
                </a:path>
              </a:pathLst>
            </a:cu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20"/>
            <p:cNvSpPr/>
            <p:nvPr/>
          </p:nvSpPr>
          <p:spPr>
            <a:xfrm>
              <a:off x="6780973" y="1208479"/>
              <a:ext cx="696997" cy="476470"/>
            </a:xfrm>
            <a:custGeom>
              <a:avLst/>
              <a:gdLst/>
              <a:ahLst/>
              <a:cxnLst/>
              <a:rect l="l" t="t" r="r" b="b"/>
              <a:pathLst>
                <a:path w="23183" h="15848" extrusionOk="0">
                  <a:moveTo>
                    <a:pt x="18140" y="0"/>
                  </a:moveTo>
                  <a:lnTo>
                    <a:pt x="17550" y="66"/>
                  </a:lnTo>
                  <a:lnTo>
                    <a:pt x="16961" y="131"/>
                  </a:lnTo>
                  <a:lnTo>
                    <a:pt x="16372" y="262"/>
                  </a:lnTo>
                  <a:lnTo>
                    <a:pt x="15782" y="458"/>
                  </a:lnTo>
                  <a:lnTo>
                    <a:pt x="15258" y="720"/>
                  </a:lnTo>
                  <a:lnTo>
                    <a:pt x="14800" y="982"/>
                  </a:lnTo>
                  <a:lnTo>
                    <a:pt x="14276" y="1375"/>
                  </a:lnTo>
                  <a:lnTo>
                    <a:pt x="13883" y="1768"/>
                  </a:lnTo>
                  <a:lnTo>
                    <a:pt x="13556" y="2096"/>
                  </a:lnTo>
                  <a:lnTo>
                    <a:pt x="13097" y="1768"/>
                  </a:lnTo>
                  <a:lnTo>
                    <a:pt x="12705" y="1506"/>
                  </a:lnTo>
                  <a:lnTo>
                    <a:pt x="12246" y="1310"/>
                  </a:lnTo>
                  <a:lnTo>
                    <a:pt x="11722" y="1113"/>
                  </a:lnTo>
                  <a:lnTo>
                    <a:pt x="11264" y="917"/>
                  </a:lnTo>
                  <a:lnTo>
                    <a:pt x="10740" y="786"/>
                  </a:lnTo>
                  <a:lnTo>
                    <a:pt x="10282" y="720"/>
                  </a:lnTo>
                  <a:lnTo>
                    <a:pt x="9168" y="720"/>
                  </a:lnTo>
                  <a:lnTo>
                    <a:pt x="8579" y="851"/>
                  </a:lnTo>
                  <a:lnTo>
                    <a:pt x="7990" y="982"/>
                  </a:lnTo>
                  <a:lnTo>
                    <a:pt x="7400" y="1179"/>
                  </a:lnTo>
                  <a:lnTo>
                    <a:pt x="6876" y="1375"/>
                  </a:lnTo>
                  <a:lnTo>
                    <a:pt x="6353" y="1703"/>
                  </a:lnTo>
                  <a:lnTo>
                    <a:pt x="5894" y="2030"/>
                  </a:lnTo>
                  <a:lnTo>
                    <a:pt x="5436" y="2423"/>
                  </a:lnTo>
                  <a:lnTo>
                    <a:pt x="5043" y="2881"/>
                  </a:lnTo>
                  <a:lnTo>
                    <a:pt x="4650" y="3340"/>
                  </a:lnTo>
                  <a:lnTo>
                    <a:pt x="4388" y="3864"/>
                  </a:lnTo>
                  <a:lnTo>
                    <a:pt x="4126" y="4387"/>
                  </a:lnTo>
                  <a:lnTo>
                    <a:pt x="3930" y="4977"/>
                  </a:lnTo>
                  <a:lnTo>
                    <a:pt x="3733" y="5501"/>
                  </a:lnTo>
                  <a:lnTo>
                    <a:pt x="3668" y="6090"/>
                  </a:lnTo>
                  <a:lnTo>
                    <a:pt x="3602" y="6679"/>
                  </a:lnTo>
                  <a:lnTo>
                    <a:pt x="3668" y="7531"/>
                  </a:lnTo>
                  <a:lnTo>
                    <a:pt x="3799" y="8317"/>
                  </a:lnTo>
                  <a:lnTo>
                    <a:pt x="3602" y="8317"/>
                  </a:lnTo>
                  <a:lnTo>
                    <a:pt x="2947" y="8513"/>
                  </a:lnTo>
                  <a:lnTo>
                    <a:pt x="2424" y="8775"/>
                  </a:lnTo>
                  <a:lnTo>
                    <a:pt x="1900" y="9102"/>
                  </a:lnTo>
                  <a:lnTo>
                    <a:pt x="1441" y="9561"/>
                  </a:lnTo>
                  <a:lnTo>
                    <a:pt x="1114" y="9888"/>
                  </a:lnTo>
                  <a:lnTo>
                    <a:pt x="852" y="10281"/>
                  </a:lnTo>
                  <a:lnTo>
                    <a:pt x="590" y="10674"/>
                  </a:lnTo>
                  <a:lnTo>
                    <a:pt x="393" y="11067"/>
                  </a:lnTo>
                  <a:lnTo>
                    <a:pt x="197" y="11525"/>
                  </a:lnTo>
                  <a:lnTo>
                    <a:pt x="66" y="11984"/>
                  </a:lnTo>
                  <a:lnTo>
                    <a:pt x="1" y="12442"/>
                  </a:lnTo>
                  <a:lnTo>
                    <a:pt x="1" y="12900"/>
                  </a:lnTo>
                  <a:lnTo>
                    <a:pt x="1" y="13752"/>
                  </a:lnTo>
                  <a:lnTo>
                    <a:pt x="197" y="14472"/>
                  </a:lnTo>
                  <a:lnTo>
                    <a:pt x="459" y="15192"/>
                  </a:lnTo>
                  <a:lnTo>
                    <a:pt x="917" y="15847"/>
                  </a:lnTo>
                  <a:lnTo>
                    <a:pt x="7204" y="12311"/>
                  </a:lnTo>
                  <a:lnTo>
                    <a:pt x="13490" y="8644"/>
                  </a:lnTo>
                  <a:lnTo>
                    <a:pt x="15913" y="7203"/>
                  </a:lnTo>
                  <a:lnTo>
                    <a:pt x="18271" y="5697"/>
                  </a:lnTo>
                  <a:lnTo>
                    <a:pt x="20694" y="4322"/>
                  </a:lnTo>
                  <a:lnTo>
                    <a:pt x="21938" y="3602"/>
                  </a:lnTo>
                  <a:lnTo>
                    <a:pt x="23182" y="2947"/>
                  </a:lnTo>
                  <a:lnTo>
                    <a:pt x="22789" y="2357"/>
                  </a:lnTo>
                  <a:lnTo>
                    <a:pt x="22331" y="1834"/>
                  </a:lnTo>
                  <a:lnTo>
                    <a:pt x="21872" y="1441"/>
                  </a:lnTo>
                  <a:lnTo>
                    <a:pt x="21414" y="1048"/>
                  </a:lnTo>
                  <a:lnTo>
                    <a:pt x="20956" y="786"/>
                  </a:lnTo>
                  <a:lnTo>
                    <a:pt x="20432" y="524"/>
                  </a:lnTo>
                  <a:lnTo>
                    <a:pt x="19842" y="327"/>
                  </a:lnTo>
                  <a:lnTo>
                    <a:pt x="19253" y="131"/>
                  </a:lnTo>
                  <a:lnTo>
                    <a:pt x="18729" y="66"/>
                  </a:lnTo>
                  <a:lnTo>
                    <a:pt x="18140"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6" name="Google Shape;276;p20"/>
          <p:cNvSpPr txBox="1"/>
          <p:nvPr/>
        </p:nvSpPr>
        <p:spPr>
          <a:xfrm>
            <a:off x="912412" y="1902975"/>
            <a:ext cx="2628045" cy="502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2000" b="0" i="0" u="none" strike="noStrike" cap="none" dirty="0">
                <a:ea typeface="Times New Roman"/>
                <a:cs typeface="Times New Roman"/>
                <a:sym typeface="Times New Roman"/>
              </a:rPr>
              <a:t>Toilet &amp; Laundry Soap</a:t>
            </a:r>
            <a:endParaRPr sz="2000" b="0" i="0" u="none" strike="noStrike" cap="none" dirty="0">
              <a:ea typeface="Times New Roman"/>
              <a:cs typeface="Times New Roman"/>
              <a:sym typeface="Times New Roman"/>
            </a:endParaRPr>
          </a:p>
        </p:txBody>
      </p:sp>
      <p:sp>
        <p:nvSpPr>
          <p:cNvPr id="277" name="Google Shape;277;p20"/>
          <p:cNvSpPr txBox="1"/>
          <p:nvPr/>
        </p:nvSpPr>
        <p:spPr>
          <a:xfrm>
            <a:off x="698273" y="1304696"/>
            <a:ext cx="1884600" cy="42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400" b="1" i="0" u="none" strike="noStrike" cap="none" dirty="0">
                <a:ea typeface="Times New Roman"/>
                <a:cs typeface="Times New Roman"/>
                <a:sym typeface="Times New Roman"/>
              </a:rPr>
              <a:t>Soaps</a:t>
            </a:r>
            <a:endParaRPr sz="2400" dirty="0"/>
          </a:p>
        </p:txBody>
      </p:sp>
      <p:sp>
        <p:nvSpPr>
          <p:cNvPr id="278" name="Google Shape;278;p20"/>
          <p:cNvSpPr txBox="1"/>
          <p:nvPr/>
        </p:nvSpPr>
        <p:spPr>
          <a:xfrm>
            <a:off x="698273" y="2500574"/>
            <a:ext cx="1884600" cy="42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400" b="1" i="0" u="none" strike="noStrike" cap="none" dirty="0">
                <a:ea typeface="Times New Roman"/>
                <a:cs typeface="Times New Roman"/>
                <a:sym typeface="Times New Roman"/>
              </a:rPr>
              <a:t>Cosmetics</a:t>
            </a:r>
            <a:endParaRPr sz="2400" b="1" i="0" u="none" strike="noStrike" cap="none" dirty="0">
              <a:ea typeface="Times New Roman"/>
              <a:cs typeface="Times New Roman"/>
              <a:sym typeface="Times New Roman"/>
            </a:endParaRPr>
          </a:p>
        </p:txBody>
      </p:sp>
      <p:sp>
        <p:nvSpPr>
          <p:cNvPr id="279" name="Google Shape;279;p20"/>
          <p:cNvSpPr txBox="1"/>
          <p:nvPr/>
        </p:nvSpPr>
        <p:spPr>
          <a:xfrm>
            <a:off x="115416" y="3119575"/>
            <a:ext cx="3084185" cy="429600"/>
          </a:xfrm>
          <a:prstGeom prst="rect">
            <a:avLst/>
          </a:prstGeom>
          <a:noFill/>
          <a:ln>
            <a:noFill/>
          </a:ln>
        </p:spPr>
        <p:txBody>
          <a:bodyPr spcFirstLastPara="1" wrap="square" lIns="91425" tIns="91425" rIns="91425" bIns="91425" anchor="ctr" anchorCtr="0">
            <a:noAutofit/>
          </a:bodyPr>
          <a:lstStyle/>
          <a:p>
            <a:pPr marL="0" marR="0" lvl="1" indent="0" algn="r" rtl="0">
              <a:lnSpc>
                <a:spcPct val="100000"/>
              </a:lnSpc>
              <a:spcBef>
                <a:spcPts val="0"/>
              </a:spcBef>
              <a:spcAft>
                <a:spcPts val="0"/>
              </a:spcAft>
              <a:buNone/>
            </a:pPr>
            <a:r>
              <a:rPr lang="en-US" sz="2400" b="1" i="0" u="none" strike="noStrike" cap="none" dirty="0">
                <a:ea typeface="Times New Roman"/>
                <a:cs typeface="Times New Roman"/>
                <a:sym typeface="Times New Roman"/>
              </a:rPr>
              <a:t>Skin &amp; Hair Care</a:t>
            </a:r>
            <a:endParaRPr sz="2400" b="1" i="0" u="none" strike="noStrike" cap="none" dirty="0">
              <a:ea typeface="Times New Roman"/>
              <a:cs typeface="Times New Roman"/>
              <a:sym typeface="Times New Roman"/>
            </a:endParaRPr>
          </a:p>
        </p:txBody>
      </p:sp>
      <p:sp>
        <p:nvSpPr>
          <p:cNvPr id="280" name="Google Shape;280;p20"/>
          <p:cNvSpPr txBox="1"/>
          <p:nvPr/>
        </p:nvSpPr>
        <p:spPr>
          <a:xfrm>
            <a:off x="6136346" y="3248451"/>
            <a:ext cx="1884600" cy="429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2800"/>
              <a:buFont typeface="Arial"/>
              <a:buNone/>
            </a:pPr>
            <a:r>
              <a:rPr lang="en-US" sz="2400" b="1" i="0" u="none" strike="noStrike" cap="none" dirty="0">
                <a:ea typeface="Times New Roman"/>
                <a:cs typeface="Times New Roman"/>
                <a:sym typeface="Times New Roman"/>
              </a:rPr>
              <a:t>Perfumery</a:t>
            </a:r>
            <a:endParaRPr sz="2400" b="1" i="0" u="none" strike="noStrike" cap="none" dirty="0">
              <a:ea typeface="Times New Roman"/>
              <a:cs typeface="Times New Roman"/>
              <a:sym typeface="Times New Roman"/>
            </a:endParaRPr>
          </a:p>
        </p:txBody>
      </p:sp>
      <p:sp>
        <p:nvSpPr>
          <p:cNvPr id="281" name="Google Shape;281;p20"/>
          <p:cNvSpPr txBox="1"/>
          <p:nvPr/>
        </p:nvSpPr>
        <p:spPr>
          <a:xfrm>
            <a:off x="6340420" y="1260689"/>
            <a:ext cx="2105307" cy="42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400" b="1" i="0" u="none" strike="noStrike" cap="none" dirty="0">
                <a:ea typeface="Times New Roman"/>
                <a:cs typeface="Times New Roman"/>
                <a:sym typeface="Times New Roman"/>
              </a:rPr>
              <a:t>Home Care</a:t>
            </a:r>
            <a:endParaRPr sz="2400" b="1" i="0" u="none" strike="noStrike" cap="none" dirty="0">
              <a:ea typeface="Times New Roman"/>
              <a:cs typeface="Times New Roman"/>
              <a:sym typeface="Times New Roman"/>
            </a:endParaRPr>
          </a:p>
        </p:txBody>
      </p:sp>
      <p:sp>
        <p:nvSpPr>
          <p:cNvPr id="282" name="Google Shape;282;p20"/>
          <p:cNvSpPr txBox="1"/>
          <p:nvPr/>
        </p:nvSpPr>
        <p:spPr>
          <a:xfrm>
            <a:off x="5279167" y="1910838"/>
            <a:ext cx="3312897" cy="429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2800"/>
              <a:buFont typeface="Arial"/>
              <a:buNone/>
            </a:pPr>
            <a:r>
              <a:rPr lang="en-US" sz="2400" b="1" i="0" u="none" strike="noStrike" cap="none" dirty="0">
                <a:ea typeface="Times New Roman"/>
                <a:cs typeface="Times New Roman"/>
                <a:sym typeface="Times New Roman"/>
              </a:rPr>
              <a:t>Grooming Products</a:t>
            </a:r>
            <a:endParaRPr sz="2400" b="1" i="0" u="none" strike="noStrike" cap="none" dirty="0">
              <a:ea typeface="Times New Roman"/>
              <a:cs typeface="Times New Roman"/>
              <a:sym typeface="Times New Roman"/>
            </a:endParaRPr>
          </a:p>
        </p:txBody>
      </p:sp>
      <p:sp>
        <p:nvSpPr>
          <p:cNvPr id="284" name="Google Shape;284;p20"/>
          <p:cNvSpPr txBox="1"/>
          <p:nvPr/>
        </p:nvSpPr>
        <p:spPr>
          <a:xfrm>
            <a:off x="6056238" y="2562894"/>
            <a:ext cx="1884600" cy="429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2800"/>
              <a:buFont typeface="Arial"/>
              <a:buNone/>
            </a:pPr>
            <a:r>
              <a:rPr lang="en-US" sz="2400" b="1" i="0" u="none" strike="noStrike" cap="none" dirty="0">
                <a:ea typeface="Times New Roman"/>
                <a:cs typeface="Times New Roman"/>
                <a:sym typeface="Times New Roman"/>
              </a:rPr>
              <a:t>Detergents</a:t>
            </a:r>
            <a:endParaRPr sz="2400" b="1" i="0" u="none" strike="noStrike" cap="none" dirty="0">
              <a:ea typeface="Times New Roman"/>
              <a:cs typeface="Times New Roman"/>
              <a:sym typeface="Times New Roman"/>
            </a:endParaRPr>
          </a:p>
        </p:txBody>
      </p:sp>
      <p:sp>
        <p:nvSpPr>
          <p:cNvPr id="37" name="Slide Number Placeholder 1">
            <a:extLst>
              <a:ext uri="{FF2B5EF4-FFF2-40B4-BE49-F238E27FC236}">
                <a16:creationId xmlns:a16="http://schemas.microsoft.com/office/drawing/2014/main" id="{40B71004-4AA6-4056-9B35-7F26816B77F0}"/>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3</a:t>
            </a:fld>
            <a:endParaRPr lang="en-US" b="1" dirty="0">
              <a:solidFill>
                <a:schemeClr val="bg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 calcmode="lin" valueType="num">
                                      <p:cBhvr additive="base">
                                        <p:cTn id="7" dur="500"/>
                                        <p:tgtEl>
                                          <p:spTgt spid="27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77"/>
                                        </p:tgtEl>
                                        <p:attrNameLst>
                                          <p:attrName>style.visibility</p:attrName>
                                        </p:attrNameLst>
                                      </p:cBhvr>
                                      <p:to>
                                        <p:strVal val="visible"/>
                                      </p:to>
                                    </p:set>
                                    <p:anim calcmode="lin" valueType="num">
                                      <p:cBhvr additive="base">
                                        <p:cTn id="10" dur="500"/>
                                        <p:tgtEl>
                                          <p:spTgt spid="277"/>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78"/>
                                        </p:tgtEl>
                                        <p:attrNameLst>
                                          <p:attrName>style.visibility</p:attrName>
                                        </p:attrNameLst>
                                      </p:cBhvr>
                                      <p:to>
                                        <p:strVal val="visible"/>
                                      </p:to>
                                    </p:set>
                                    <p:anim calcmode="lin" valueType="num">
                                      <p:cBhvr additive="base">
                                        <p:cTn id="15" dur="500"/>
                                        <p:tgtEl>
                                          <p:spTgt spid="27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79"/>
                                        </p:tgtEl>
                                        <p:attrNameLst>
                                          <p:attrName>style.visibility</p:attrName>
                                        </p:attrNameLst>
                                      </p:cBhvr>
                                      <p:to>
                                        <p:strVal val="visible"/>
                                      </p:to>
                                    </p:set>
                                    <p:anim calcmode="lin" valueType="num">
                                      <p:cBhvr additive="base">
                                        <p:cTn id="20" dur="500"/>
                                        <p:tgtEl>
                                          <p:spTgt spid="27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1"/>
                                        </p:tgtEl>
                                        <p:attrNameLst>
                                          <p:attrName>style.visibility</p:attrName>
                                        </p:attrNameLst>
                                      </p:cBhvr>
                                      <p:to>
                                        <p:strVal val="visible"/>
                                      </p:to>
                                    </p:set>
                                    <p:anim calcmode="lin" valueType="num">
                                      <p:cBhvr additive="base">
                                        <p:cTn id="25" dur="500" fill="hold"/>
                                        <p:tgtEl>
                                          <p:spTgt spid="281"/>
                                        </p:tgtEl>
                                        <p:attrNameLst>
                                          <p:attrName>ppt_x</p:attrName>
                                        </p:attrNameLst>
                                      </p:cBhvr>
                                      <p:tavLst>
                                        <p:tav tm="0">
                                          <p:val>
                                            <p:strVal val="#ppt_x"/>
                                          </p:val>
                                        </p:tav>
                                        <p:tav tm="100000">
                                          <p:val>
                                            <p:strVal val="#ppt_x"/>
                                          </p:val>
                                        </p:tav>
                                      </p:tavLst>
                                    </p:anim>
                                    <p:anim calcmode="lin" valueType="num">
                                      <p:cBhvr additive="base">
                                        <p:cTn id="26" dur="500" fill="hold"/>
                                        <p:tgtEl>
                                          <p:spTgt spid="28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2"/>
                                        </p:tgtEl>
                                        <p:attrNameLst>
                                          <p:attrName>style.visibility</p:attrName>
                                        </p:attrNameLst>
                                      </p:cBhvr>
                                      <p:to>
                                        <p:strVal val="visible"/>
                                      </p:to>
                                    </p:set>
                                    <p:anim calcmode="lin" valueType="num">
                                      <p:cBhvr additive="base">
                                        <p:cTn id="31" dur="500" fill="hold"/>
                                        <p:tgtEl>
                                          <p:spTgt spid="282"/>
                                        </p:tgtEl>
                                        <p:attrNameLst>
                                          <p:attrName>ppt_x</p:attrName>
                                        </p:attrNameLst>
                                      </p:cBhvr>
                                      <p:tavLst>
                                        <p:tav tm="0">
                                          <p:val>
                                            <p:strVal val="#ppt_x"/>
                                          </p:val>
                                        </p:tav>
                                        <p:tav tm="100000">
                                          <p:val>
                                            <p:strVal val="#ppt_x"/>
                                          </p:val>
                                        </p:tav>
                                      </p:tavLst>
                                    </p:anim>
                                    <p:anim calcmode="lin" valueType="num">
                                      <p:cBhvr additive="base">
                                        <p:cTn id="32" dur="500" fill="hold"/>
                                        <p:tgtEl>
                                          <p:spTgt spid="28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4"/>
                                        </p:tgtEl>
                                        <p:attrNameLst>
                                          <p:attrName>style.visibility</p:attrName>
                                        </p:attrNameLst>
                                      </p:cBhvr>
                                      <p:to>
                                        <p:strVal val="visible"/>
                                      </p:to>
                                    </p:set>
                                    <p:anim calcmode="lin" valueType="num">
                                      <p:cBhvr additive="base">
                                        <p:cTn id="37" dur="500" fill="hold"/>
                                        <p:tgtEl>
                                          <p:spTgt spid="284"/>
                                        </p:tgtEl>
                                        <p:attrNameLst>
                                          <p:attrName>ppt_x</p:attrName>
                                        </p:attrNameLst>
                                      </p:cBhvr>
                                      <p:tavLst>
                                        <p:tav tm="0">
                                          <p:val>
                                            <p:strVal val="#ppt_x"/>
                                          </p:val>
                                        </p:tav>
                                        <p:tav tm="100000">
                                          <p:val>
                                            <p:strVal val="#ppt_x"/>
                                          </p:val>
                                        </p:tav>
                                      </p:tavLst>
                                    </p:anim>
                                    <p:anim calcmode="lin" valueType="num">
                                      <p:cBhvr additive="base">
                                        <p:cTn id="38" dur="500" fill="hold"/>
                                        <p:tgtEl>
                                          <p:spTgt spid="28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80"/>
                                        </p:tgtEl>
                                        <p:attrNameLst>
                                          <p:attrName>style.visibility</p:attrName>
                                        </p:attrNameLst>
                                      </p:cBhvr>
                                      <p:to>
                                        <p:strVal val="visible"/>
                                      </p:to>
                                    </p:set>
                                    <p:anim calcmode="lin" valueType="num">
                                      <p:cBhvr additive="base">
                                        <p:cTn id="43" dur="500" fill="hold"/>
                                        <p:tgtEl>
                                          <p:spTgt spid="280"/>
                                        </p:tgtEl>
                                        <p:attrNameLst>
                                          <p:attrName>ppt_x</p:attrName>
                                        </p:attrNameLst>
                                      </p:cBhvr>
                                      <p:tavLst>
                                        <p:tav tm="0">
                                          <p:val>
                                            <p:strVal val="#ppt_x"/>
                                          </p:val>
                                        </p:tav>
                                        <p:tav tm="100000">
                                          <p:val>
                                            <p:strVal val="#ppt_x"/>
                                          </p:val>
                                        </p:tav>
                                      </p:tavLst>
                                    </p:anim>
                                    <p:anim calcmode="lin" valueType="num">
                                      <p:cBhvr additive="base">
                                        <p:cTn id="44" dur="500" fill="hold"/>
                                        <p:tgtEl>
                                          <p:spTgt spid="2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 grpId="0"/>
      <p:bldP spid="281" grpId="0"/>
      <p:bldP spid="282" grpId="0"/>
      <p:bldP spid="28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1"/>
          <p:cNvSpPr txBox="1">
            <a:spLocks noGrp="1"/>
          </p:cNvSpPr>
          <p:nvPr>
            <p:ph type="title"/>
          </p:nvPr>
        </p:nvSpPr>
        <p:spPr>
          <a:xfrm>
            <a:off x="3748650" y="262652"/>
            <a:ext cx="1646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3200" b="1" dirty="0">
                <a:solidFill>
                  <a:schemeClr val="tx1"/>
                </a:solidFill>
                <a:latin typeface="Times New Roman"/>
                <a:ea typeface="Times New Roman"/>
                <a:cs typeface="Times New Roman"/>
                <a:sym typeface="Times New Roman"/>
              </a:rPr>
              <a:t>Soaps</a:t>
            </a:r>
            <a:endParaRPr sz="3200" dirty="0">
              <a:solidFill>
                <a:schemeClr val="tx1"/>
              </a:solidFill>
            </a:endParaRPr>
          </a:p>
        </p:txBody>
      </p:sp>
      <p:pic>
        <p:nvPicPr>
          <p:cNvPr id="290" name="Google Shape;290;p21"/>
          <p:cNvPicPr preferRelativeResize="0"/>
          <p:nvPr/>
        </p:nvPicPr>
        <p:blipFill rotWithShape="1">
          <a:blip r:embed="rId3">
            <a:alphaModFix/>
          </a:blip>
          <a:srcRect/>
          <a:stretch/>
        </p:blipFill>
        <p:spPr>
          <a:xfrm>
            <a:off x="3458794" y="992272"/>
            <a:ext cx="2261721" cy="1170777"/>
          </a:xfrm>
          <a:prstGeom prst="rect">
            <a:avLst/>
          </a:prstGeom>
          <a:noFill/>
          <a:ln>
            <a:noFill/>
          </a:ln>
        </p:spPr>
      </p:pic>
      <p:pic>
        <p:nvPicPr>
          <p:cNvPr id="291" name="Google Shape;291;p21"/>
          <p:cNvPicPr preferRelativeResize="0"/>
          <p:nvPr/>
        </p:nvPicPr>
        <p:blipFill rotWithShape="1">
          <a:blip r:embed="rId4">
            <a:alphaModFix/>
          </a:blip>
          <a:srcRect/>
          <a:stretch/>
        </p:blipFill>
        <p:spPr>
          <a:xfrm>
            <a:off x="457200" y="2606318"/>
            <a:ext cx="3069672" cy="1589011"/>
          </a:xfrm>
          <a:prstGeom prst="rect">
            <a:avLst/>
          </a:prstGeom>
          <a:noFill/>
          <a:ln>
            <a:noFill/>
          </a:ln>
        </p:spPr>
      </p:pic>
      <p:pic>
        <p:nvPicPr>
          <p:cNvPr id="292" name="Google Shape;292;p21"/>
          <p:cNvPicPr preferRelativeResize="0"/>
          <p:nvPr/>
        </p:nvPicPr>
        <p:blipFill rotWithShape="1">
          <a:blip r:embed="rId5">
            <a:alphaModFix/>
          </a:blip>
          <a:srcRect/>
          <a:stretch/>
        </p:blipFill>
        <p:spPr>
          <a:xfrm>
            <a:off x="389122" y="919975"/>
            <a:ext cx="3069672" cy="1589011"/>
          </a:xfrm>
          <a:prstGeom prst="rect">
            <a:avLst/>
          </a:prstGeom>
          <a:noFill/>
          <a:ln>
            <a:noFill/>
          </a:ln>
        </p:spPr>
      </p:pic>
      <p:pic>
        <p:nvPicPr>
          <p:cNvPr id="293" name="Google Shape;293;p21"/>
          <p:cNvPicPr preferRelativeResize="0"/>
          <p:nvPr/>
        </p:nvPicPr>
        <p:blipFill rotWithShape="1">
          <a:blip r:embed="rId6">
            <a:alphaModFix/>
          </a:blip>
          <a:srcRect/>
          <a:stretch/>
        </p:blipFill>
        <p:spPr>
          <a:xfrm>
            <a:off x="3029822" y="2606319"/>
            <a:ext cx="3069672" cy="1589011"/>
          </a:xfrm>
          <a:prstGeom prst="rect">
            <a:avLst/>
          </a:prstGeom>
          <a:noFill/>
          <a:ln>
            <a:noFill/>
          </a:ln>
        </p:spPr>
      </p:pic>
      <p:pic>
        <p:nvPicPr>
          <p:cNvPr id="294" name="Google Shape;294;p21"/>
          <p:cNvPicPr preferRelativeResize="0"/>
          <p:nvPr/>
        </p:nvPicPr>
        <p:blipFill rotWithShape="1">
          <a:blip r:embed="rId7">
            <a:alphaModFix/>
          </a:blip>
          <a:srcRect/>
          <a:stretch/>
        </p:blipFill>
        <p:spPr>
          <a:xfrm>
            <a:off x="5731804" y="2508986"/>
            <a:ext cx="3069672" cy="1589011"/>
          </a:xfrm>
          <a:prstGeom prst="rect">
            <a:avLst/>
          </a:prstGeom>
          <a:noFill/>
          <a:ln>
            <a:noFill/>
          </a:ln>
        </p:spPr>
      </p:pic>
      <p:pic>
        <p:nvPicPr>
          <p:cNvPr id="295" name="Google Shape;295;p21"/>
          <p:cNvPicPr preferRelativeResize="0"/>
          <p:nvPr/>
        </p:nvPicPr>
        <p:blipFill rotWithShape="1">
          <a:blip r:embed="rId8">
            <a:alphaModFix/>
          </a:blip>
          <a:srcRect/>
          <a:stretch/>
        </p:blipFill>
        <p:spPr>
          <a:xfrm>
            <a:off x="5987241" y="989009"/>
            <a:ext cx="2802946" cy="1450941"/>
          </a:xfrm>
          <a:prstGeom prst="rect">
            <a:avLst/>
          </a:prstGeom>
          <a:noFill/>
          <a:ln>
            <a:noFill/>
          </a:ln>
        </p:spPr>
      </p:pic>
      <p:sp>
        <p:nvSpPr>
          <p:cNvPr id="2" name="Slide Number Placeholder 1">
            <a:extLst>
              <a:ext uri="{FF2B5EF4-FFF2-40B4-BE49-F238E27FC236}">
                <a16:creationId xmlns:a16="http://schemas.microsoft.com/office/drawing/2014/main" id="{C61FEE84-A1ED-94BD-20C0-C3C6BD99B2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4</a:t>
            </a:fld>
            <a:endParaRPr lang="en-US" sz="1800" b="1" dirty="0">
              <a:solidFill>
                <a:schemeClr val="bg1">
                  <a:lumMod val="50000"/>
                </a:schemeClr>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5"/>
                                        </p:tgtEl>
                                        <p:attrNameLst>
                                          <p:attrName>style.visibility</p:attrName>
                                        </p:attrNameLst>
                                      </p:cBhvr>
                                      <p:to>
                                        <p:strVal val="visible"/>
                                      </p:to>
                                    </p:set>
                                    <p:anim calcmode="lin" valueType="num">
                                      <p:cBhvr additive="base">
                                        <p:cTn id="7" dur="500"/>
                                        <p:tgtEl>
                                          <p:spTgt spid="29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94"/>
                                        </p:tgtEl>
                                        <p:attrNameLst>
                                          <p:attrName>style.visibility</p:attrName>
                                        </p:attrNameLst>
                                      </p:cBhvr>
                                      <p:to>
                                        <p:strVal val="visible"/>
                                      </p:to>
                                    </p:set>
                                    <p:anim calcmode="lin" valueType="num">
                                      <p:cBhvr additive="base">
                                        <p:cTn id="10" dur="500"/>
                                        <p:tgtEl>
                                          <p:spTgt spid="294"/>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293"/>
                                        </p:tgtEl>
                                        <p:attrNameLst>
                                          <p:attrName>style.visibility</p:attrName>
                                        </p:attrNameLst>
                                      </p:cBhvr>
                                      <p:to>
                                        <p:strVal val="visible"/>
                                      </p:to>
                                    </p:set>
                                    <p:anim calcmode="lin" valueType="num">
                                      <p:cBhvr additive="base">
                                        <p:cTn id="13" dur="500"/>
                                        <p:tgtEl>
                                          <p:spTgt spid="293"/>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90"/>
                                        </p:tgtEl>
                                        <p:attrNameLst>
                                          <p:attrName>style.visibility</p:attrName>
                                        </p:attrNameLst>
                                      </p:cBhvr>
                                      <p:to>
                                        <p:strVal val="visible"/>
                                      </p:to>
                                    </p:set>
                                    <p:anim calcmode="lin" valueType="num">
                                      <p:cBhvr additive="base">
                                        <p:cTn id="16" dur="500"/>
                                        <p:tgtEl>
                                          <p:spTgt spid="290"/>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92"/>
                                        </p:tgtEl>
                                        <p:attrNameLst>
                                          <p:attrName>style.visibility</p:attrName>
                                        </p:attrNameLst>
                                      </p:cBhvr>
                                      <p:to>
                                        <p:strVal val="visible"/>
                                      </p:to>
                                    </p:set>
                                    <p:anim calcmode="lin" valueType="num">
                                      <p:cBhvr additive="base">
                                        <p:cTn id="19" dur="500"/>
                                        <p:tgtEl>
                                          <p:spTgt spid="292"/>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91"/>
                                        </p:tgtEl>
                                        <p:attrNameLst>
                                          <p:attrName>style.visibility</p:attrName>
                                        </p:attrNameLst>
                                      </p:cBhvr>
                                      <p:to>
                                        <p:strVal val="visible"/>
                                      </p:to>
                                    </p:set>
                                    <p:anim calcmode="lin" valueType="num">
                                      <p:cBhvr additive="base">
                                        <p:cTn id="22" dur="500"/>
                                        <p:tgtEl>
                                          <p:spTgt spid="2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2"/>
          <p:cNvSpPr txBox="1">
            <a:spLocks noGrp="1"/>
          </p:cNvSpPr>
          <p:nvPr>
            <p:ph type="title"/>
          </p:nvPr>
        </p:nvSpPr>
        <p:spPr>
          <a:xfrm>
            <a:off x="2867817" y="118563"/>
            <a:ext cx="3249470" cy="83591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rgbClr val="000000"/>
              </a:buClr>
              <a:buSzPts val="1800"/>
              <a:buFont typeface="Fira Sans"/>
              <a:buNone/>
            </a:pPr>
            <a:r>
              <a:rPr lang="en-US" sz="3200" b="1" dirty="0">
                <a:solidFill>
                  <a:schemeClr val="tx1"/>
                </a:solidFill>
                <a:latin typeface="Times New Roman"/>
                <a:ea typeface="Times New Roman"/>
                <a:cs typeface="Times New Roman"/>
                <a:sym typeface="Times New Roman"/>
              </a:rPr>
              <a:t>Cosmetics</a:t>
            </a:r>
            <a:br>
              <a:rPr lang="en-US" sz="3200" b="1" dirty="0">
                <a:solidFill>
                  <a:schemeClr val="tx1"/>
                </a:solidFill>
                <a:latin typeface="Times New Roman"/>
                <a:ea typeface="Times New Roman"/>
                <a:cs typeface="Times New Roman"/>
                <a:sym typeface="Times New Roman"/>
              </a:rPr>
            </a:br>
            <a:endParaRPr sz="3200" dirty="0">
              <a:solidFill>
                <a:schemeClr val="tx1"/>
              </a:solidFill>
            </a:endParaRPr>
          </a:p>
        </p:txBody>
      </p:sp>
      <p:pic>
        <p:nvPicPr>
          <p:cNvPr id="301" name="Google Shape;301;p22"/>
          <p:cNvPicPr preferRelativeResize="0"/>
          <p:nvPr/>
        </p:nvPicPr>
        <p:blipFill rotWithShape="1">
          <a:blip r:embed="rId3">
            <a:alphaModFix/>
          </a:blip>
          <a:srcRect/>
          <a:stretch/>
        </p:blipFill>
        <p:spPr>
          <a:xfrm>
            <a:off x="339323" y="3061703"/>
            <a:ext cx="2134861" cy="1228256"/>
          </a:xfrm>
          <a:prstGeom prst="rect">
            <a:avLst/>
          </a:prstGeom>
          <a:noFill/>
          <a:ln>
            <a:noFill/>
          </a:ln>
        </p:spPr>
      </p:pic>
      <p:pic>
        <p:nvPicPr>
          <p:cNvPr id="302" name="Google Shape;302;p22"/>
          <p:cNvPicPr preferRelativeResize="0"/>
          <p:nvPr/>
        </p:nvPicPr>
        <p:blipFill rotWithShape="1">
          <a:blip r:embed="rId4">
            <a:alphaModFix/>
          </a:blip>
          <a:srcRect/>
          <a:stretch/>
        </p:blipFill>
        <p:spPr>
          <a:xfrm>
            <a:off x="3698680" y="1913179"/>
            <a:ext cx="1681830" cy="967613"/>
          </a:xfrm>
          <a:prstGeom prst="rect">
            <a:avLst/>
          </a:prstGeom>
          <a:noFill/>
          <a:ln>
            <a:noFill/>
          </a:ln>
        </p:spPr>
      </p:pic>
      <p:pic>
        <p:nvPicPr>
          <p:cNvPr id="303" name="Google Shape;303;p22"/>
          <p:cNvPicPr preferRelativeResize="0"/>
          <p:nvPr/>
        </p:nvPicPr>
        <p:blipFill rotWithShape="1">
          <a:blip r:embed="rId5">
            <a:alphaModFix/>
          </a:blip>
          <a:srcRect/>
          <a:stretch/>
        </p:blipFill>
        <p:spPr>
          <a:xfrm>
            <a:off x="1039731" y="1780107"/>
            <a:ext cx="2009807" cy="1156309"/>
          </a:xfrm>
          <a:prstGeom prst="rect">
            <a:avLst/>
          </a:prstGeom>
          <a:noFill/>
          <a:ln>
            <a:noFill/>
          </a:ln>
        </p:spPr>
      </p:pic>
      <p:pic>
        <p:nvPicPr>
          <p:cNvPr id="305" name="Google Shape;305;p22"/>
          <p:cNvPicPr preferRelativeResize="0"/>
          <p:nvPr/>
        </p:nvPicPr>
        <p:blipFill rotWithShape="1">
          <a:blip r:embed="rId6">
            <a:alphaModFix/>
          </a:blip>
          <a:srcRect/>
          <a:stretch/>
        </p:blipFill>
        <p:spPr>
          <a:xfrm>
            <a:off x="3489863" y="717864"/>
            <a:ext cx="1884242" cy="1084067"/>
          </a:xfrm>
          <a:prstGeom prst="rect">
            <a:avLst/>
          </a:prstGeom>
          <a:noFill/>
          <a:ln>
            <a:noFill/>
          </a:ln>
        </p:spPr>
      </p:pic>
      <p:pic>
        <p:nvPicPr>
          <p:cNvPr id="306" name="Google Shape;306;p22"/>
          <p:cNvPicPr preferRelativeResize="0"/>
          <p:nvPr/>
        </p:nvPicPr>
        <p:blipFill rotWithShape="1">
          <a:blip r:embed="rId7">
            <a:alphaModFix/>
          </a:blip>
          <a:srcRect/>
          <a:stretch/>
        </p:blipFill>
        <p:spPr>
          <a:xfrm>
            <a:off x="3181507" y="2992040"/>
            <a:ext cx="2654571" cy="1527263"/>
          </a:xfrm>
          <a:prstGeom prst="rect">
            <a:avLst/>
          </a:prstGeom>
          <a:noFill/>
          <a:ln>
            <a:noFill/>
          </a:ln>
        </p:spPr>
      </p:pic>
      <p:pic>
        <p:nvPicPr>
          <p:cNvPr id="307" name="Google Shape;307;p22"/>
          <p:cNvPicPr preferRelativeResize="0"/>
          <p:nvPr/>
        </p:nvPicPr>
        <p:blipFill rotWithShape="1">
          <a:blip r:embed="rId8">
            <a:alphaModFix/>
          </a:blip>
          <a:srcRect/>
          <a:stretch/>
        </p:blipFill>
        <p:spPr>
          <a:xfrm>
            <a:off x="589942" y="844203"/>
            <a:ext cx="1884242" cy="1084067"/>
          </a:xfrm>
          <a:prstGeom prst="rect">
            <a:avLst/>
          </a:prstGeom>
          <a:noFill/>
          <a:ln>
            <a:noFill/>
          </a:ln>
        </p:spPr>
      </p:pic>
      <p:pic>
        <p:nvPicPr>
          <p:cNvPr id="308" name="Google Shape;308;p22"/>
          <p:cNvPicPr preferRelativeResize="0"/>
          <p:nvPr/>
        </p:nvPicPr>
        <p:blipFill rotWithShape="1">
          <a:blip r:embed="rId9">
            <a:alphaModFix/>
          </a:blip>
          <a:srcRect/>
          <a:stretch/>
        </p:blipFill>
        <p:spPr>
          <a:xfrm>
            <a:off x="1239997" y="2809665"/>
            <a:ext cx="3066559" cy="1764293"/>
          </a:xfrm>
          <a:prstGeom prst="rect">
            <a:avLst/>
          </a:prstGeom>
          <a:noFill/>
          <a:ln>
            <a:noFill/>
          </a:ln>
        </p:spPr>
      </p:pic>
      <p:pic>
        <p:nvPicPr>
          <p:cNvPr id="309" name="Google Shape;309;p22"/>
          <p:cNvPicPr preferRelativeResize="0"/>
          <p:nvPr/>
        </p:nvPicPr>
        <p:blipFill rotWithShape="1">
          <a:blip r:embed="rId10">
            <a:alphaModFix/>
          </a:blip>
          <a:srcRect/>
          <a:stretch/>
        </p:blipFill>
        <p:spPr>
          <a:xfrm>
            <a:off x="2140871" y="1040692"/>
            <a:ext cx="1523149" cy="876318"/>
          </a:xfrm>
          <a:prstGeom prst="rect">
            <a:avLst/>
          </a:prstGeom>
          <a:noFill/>
          <a:ln>
            <a:noFill/>
          </a:ln>
        </p:spPr>
      </p:pic>
      <p:pic>
        <p:nvPicPr>
          <p:cNvPr id="310" name="Google Shape;310;p22"/>
          <p:cNvPicPr preferRelativeResize="0"/>
          <p:nvPr/>
        </p:nvPicPr>
        <p:blipFill rotWithShape="1">
          <a:blip r:embed="rId11">
            <a:alphaModFix/>
          </a:blip>
          <a:srcRect/>
          <a:stretch/>
        </p:blipFill>
        <p:spPr>
          <a:xfrm>
            <a:off x="6299160" y="457253"/>
            <a:ext cx="3058356" cy="1759574"/>
          </a:xfrm>
          <a:prstGeom prst="rect">
            <a:avLst/>
          </a:prstGeom>
          <a:noFill/>
          <a:ln>
            <a:noFill/>
          </a:ln>
        </p:spPr>
      </p:pic>
      <p:pic>
        <p:nvPicPr>
          <p:cNvPr id="311" name="Google Shape;311;p22"/>
          <p:cNvPicPr preferRelativeResize="0"/>
          <p:nvPr/>
        </p:nvPicPr>
        <p:blipFill rotWithShape="1">
          <a:blip r:embed="rId12">
            <a:alphaModFix/>
          </a:blip>
          <a:srcRect/>
          <a:stretch/>
        </p:blipFill>
        <p:spPr>
          <a:xfrm>
            <a:off x="4635208" y="2728525"/>
            <a:ext cx="2923880" cy="1682206"/>
          </a:xfrm>
          <a:prstGeom prst="rect">
            <a:avLst/>
          </a:prstGeom>
          <a:noFill/>
          <a:ln>
            <a:noFill/>
          </a:ln>
        </p:spPr>
      </p:pic>
      <p:pic>
        <p:nvPicPr>
          <p:cNvPr id="312" name="Google Shape;312;p22"/>
          <p:cNvPicPr preferRelativeResize="0"/>
          <p:nvPr/>
        </p:nvPicPr>
        <p:blipFill rotWithShape="1">
          <a:blip r:embed="rId13">
            <a:alphaModFix/>
          </a:blip>
          <a:srcRect/>
          <a:stretch/>
        </p:blipFill>
        <p:spPr>
          <a:xfrm>
            <a:off x="5052927" y="888417"/>
            <a:ext cx="1461940" cy="841102"/>
          </a:xfrm>
          <a:prstGeom prst="rect">
            <a:avLst/>
          </a:prstGeom>
          <a:noFill/>
          <a:ln>
            <a:noFill/>
          </a:ln>
        </p:spPr>
      </p:pic>
      <p:pic>
        <p:nvPicPr>
          <p:cNvPr id="313" name="Google Shape;313;p22"/>
          <p:cNvPicPr preferRelativeResize="0"/>
          <p:nvPr/>
        </p:nvPicPr>
        <p:blipFill rotWithShape="1">
          <a:blip r:embed="rId14">
            <a:alphaModFix/>
          </a:blip>
          <a:srcRect/>
          <a:stretch/>
        </p:blipFill>
        <p:spPr>
          <a:xfrm>
            <a:off x="6366398" y="2711662"/>
            <a:ext cx="2923880" cy="1682205"/>
          </a:xfrm>
          <a:prstGeom prst="rect">
            <a:avLst/>
          </a:prstGeom>
          <a:noFill/>
          <a:ln>
            <a:noFill/>
          </a:ln>
        </p:spPr>
      </p:pic>
      <p:pic>
        <p:nvPicPr>
          <p:cNvPr id="314" name="Google Shape;314;p22"/>
          <p:cNvPicPr preferRelativeResize="0"/>
          <p:nvPr/>
        </p:nvPicPr>
        <p:blipFill rotWithShape="1">
          <a:blip r:embed="rId15">
            <a:alphaModFix/>
          </a:blip>
          <a:srcRect/>
          <a:stretch/>
        </p:blipFill>
        <p:spPr>
          <a:xfrm>
            <a:off x="5321083" y="492189"/>
            <a:ext cx="3106557" cy="1787306"/>
          </a:xfrm>
          <a:prstGeom prst="rect">
            <a:avLst/>
          </a:prstGeom>
          <a:noFill/>
          <a:ln>
            <a:noFill/>
          </a:ln>
        </p:spPr>
      </p:pic>
      <p:sp>
        <p:nvSpPr>
          <p:cNvPr id="16" name="Slide Number Placeholder 1">
            <a:extLst>
              <a:ext uri="{FF2B5EF4-FFF2-40B4-BE49-F238E27FC236}">
                <a16:creationId xmlns:a16="http://schemas.microsoft.com/office/drawing/2014/main" id="{6B07F328-9B92-4F9F-8CE1-C603CC705ECF}"/>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5</a:t>
            </a:fld>
            <a:endParaRPr lang="en-US" b="1" dirty="0">
              <a:solidFill>
                <a:schemeClr val="bg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anim calcmode="lin" valueType="num">
                                      <p:cBhvr additive="base">
                                        <p:cTn id="7" dur="500"/>
                                        <p:tgtEl>
                                          <p:spTgt spid="301"/>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02"/>
                                        </p:tgtEl>
                                        <p:attrNameLst>
                                          <p:attrName>style.visibility</p:attrName>
                                        </p:attrNameLst>
                                      </p:cBhvr>
                                      <p:to>
                                        <p:strVal val="visible"/>
                                      </p:to>
                                    </p:set>
                                    <p:anim calcmode="lin" valueType="num">
                                      <p:cBhvr additive="base">
                                        <p:cTn id="10" dur="500"/>
                                        <p:tgtEl>
                                          <p:spTgt spid="302"/>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303"/>
                                        </p:tgtEl>
                                        <p:attrNameLst>
                                          <p:attrName>style.visibility</p:attrName>
                                        </p:attrNameLst>
                                      </p:cBhvr>
                                      <p:to>
                                        <p:strVal val="visible"/>
                                      </p:to>
                                    </p:set>
                                    <p:anim calcmode="lin" valueType="num">
                                      <p:cBhvr additive="base">
                                        <p:cTn id="13" dur="500"/>
                                        <p:tgtEl>
                                          <p:spTgt spid="303"/>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05"/>
                                        </p:tgtEl>
                                        <p:attrNameLst>
                                          <p:attrName>style.visibility</p:attrName>
                                        </p:attrNameLst>
                                      </p:cBhvr>
                                      <p:to>
                                        <p:strVal val="visible"/>
                                      </p:to>
                                    </p:set>
                                    <p:anim calcmode="lin" valueType="num">
                                      <p:cBhvr additive="base">
                                        <p:cTn id="16" dur="500"/>
                                        <p:tgtEl>
                                          <p:spTgt spid="305"/>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6"/>
                                        </p:tgtEl>
                                        <p:attrNameLst>
                                          <p:attrName>style.visibility</p:attrName>
                                        </p:attrNameLst>
                                      </p:cBhvr>
                                      <p:to>
                                        <p:strVal val="visible"/>
                                      </p:to>
                                    </p:set>
                                    <p:anim calcmode="lin" valueType="num">
                                      <p:cBhvr additive="base">
                                        <p:cTn id="19" dur="500"/>
                                        <p:tgtEl>
                                          <p:spTgt spid="306"/>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07"/>
                                        </p:tgtEl>
                                        <p:attrNameLst>
                                          <p:attrName>style.visibility</p:attrName>
                                        </p:attrNameLst>
                                      </p:cBhvr>
                                      <p:to>
                                        <p:strVal val="visible"/>
                                      </p:to>
                                    </p:set>
                                    <p:anim calcmode="lin" valueType="num">
                                      <p:cBhvr additive="base">
                                        <p:cTn id="22" dur="500"/>
                                        <p:tgtEl>
                                          <p:spTgt spid="307"/>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08"/>
                                        </p:tgtEl>
                                        <p:attrNameLst>
                                          <p:attrName>style.visibility</p:attrName>
                                        </p:attrNameLst>
                                      </p:cBhvr>
                                      <p:to>
                                        <p:strVal val="visible"/>
                                      </p:to>
                                    </p:set>
                                    <p:anim calcmode="lin" valueType="num">
                                      <p:cBhvr additive="base">
                                        <p:cTn id="25" dur="500"/>
                                        <p:tgtEl>
                                          <p:spTgt spid="308"/>
                                        </p:tgtEl>
                                        <p:attrNameLst>
                                          <p:attrName>ppt_y</p:attrName>
                                        </p:attrNameLst>
                                      </p:cBhvr>
                                      <p:tavLst>
                                        <p:tav tm="0">
                                          <p:val>
                                            <p:strVal val="#ppt_y+1"/>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09"/>
                                        </p:tgtEl>
                                        <p:attrNameLst>
                                          <p:attrName>style.visibility</p:attrName>
                                        </p:attrNameLst>
                                      </p:cBhvr>
                                      <p:to>
                                        <p:strVal val="visible"/>
                                      </p:to>
                                    </p:set>
                                    <p:anim calcmode="lin" valueType="num">
                                      <p:cBhvr additive="base">
                                        <p:cTn id="28" dur="500"/>
                                        <p:tgtEl>
                                          <p:spTgt spid="309"/>
                                        </p:tgtEl>
                                        <p:attrNameLst>
                                          <p:attrName>ppt_y</p:attrName>
                                        </p:attrNameLst>
                                      </p:cBhvr>
                                      <p:tavLst>
                                        <p:tav tm="0">
                                          <p:val>
                                            <p:strVal val="#ppt_y+1"/>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10"/>
                                        </p:tgtEl>
                                        <p:attrNameLst>
                                          <p:attrName>style.visibility</p:attrName>
                                        </p:attrNameLst>
                                      </p:cBhvr>
                                      <p:to>
                                        <p:strVal val="visible"/>
                                      </p:to>
                                    </p:set>
                                    <p:anim calcmode="lin" valueType="num">
                                      <p:cBhvr additive="base">
                                        <p:cTn id="31" dur="500"/>
                                        <p:tgtEl>
                                          <p:spTgt spid="310"/>
                                        </p:tgtEl>
                                        <p:attrNameLst>
                                          <p:attrName>ppt_y</p:attrName>
                                        </p:attrNameLst>
                                      </p:cBhvr>
                                      <p:tavLst>
                                        <p:tav tm="0">
                                          <p:val>
                                            <p:strVal val="#ppt_y+1"/>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311"/>
                                        </p:tgtEl>
                                        <p:attrNameLst>
                                          <p:attrName>style.visibility</p:attrName>
                                        </p:attrNameLst>
                                      </p:cBhvr>
                                      <p:to>
                                        <p:strVal val="visible"/>
                                      </p:to>
                                    </p:set>
                                    <p:anim calcmode="lin" valueType="num">
                                      <p:cBhvr additive="base">
                                        <p:cTn id="34" dur="500"/>
                                        <p:tgtEl>
                                          <p:spTgt spid="311"/>
                                        </p:tgtEl>
                                        <p:attrNameLst>
                                          <p:attrName>ppt_y</p:attrName>
                                        </p:attrNameLst>
                                      </p:cBhvr>
                                      <p:tavLst>
                                        <p:tav tm="0">
                                          <p:val>
                                            <p:strVal val="#ppt_y+1"/>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12"/>
                                        </p:tgtEl>
                                        <p:attrNameLst>
                                          <p:attrName>style.visibility</p:attrName>
                                        </p:attrNameLst>
                                      </p:cBhvr>
                                      <p:to>
                                        <p:strVal val="visible"/>
                                      </p:to>
                                    </p:set>
                                    <p:anim calcmode="lin" valueType="num">
                                      <p:cBhvr additive="base">
                                        <p:cTn id="37" dur="500"/>
                                        <p:tgtEl>
                                          <p:spTgt spid="312"/>
                                        </p:tgtEl>
                                        <p:attrNameLst>
                                          <p:attrName>ppt_y</p:attrName>
                                        </p:attrNameLst>
                                      </p:cBhvr>
                                      <p:tavLst>
                                        <p:tav tm="0">
                                          <p:val>
                                            <p:strVal val="#ppt_y+1"/>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13"/>
                                        </p:tgtEl>
                                        <p:attrNameLst>
                                          <p:attrName>style.visibility</p:attrName>
                                        </p:attrNameLst>
                                      </p:cBhvr>
                                      <p:to>
                                        <p:strVal val="visible"/>
                                      </p:to>
                                    </p:set>
                                    <p:anim calcmode="lin" valueType="num">
                                      <p:cBhvr additive="base">
                                        <p:cTn id="40" dur="500"/>
                                        <p:tgtEl>
                                          <p:spTgt spid="313"/>
                                        </p:tgtEl>
                                        <p:attrNameLst>
                                          <p:attrName>ppt_y</p:attrName>
                                        </p:attrNameLst>
                                      </p:cBhvr>
                                      <p:tavLst>
                                        <p:tav tm="0">
                                          <p:val>
                                            <p:strVal val="#ppt_y+1"/>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14"/>
                                        </p:tgtEl>
                                        <p:attrNameLst>
                                          <p:attrName>style.visibility</p:attrName>
                                        </p:attrNameLst>
                                      </p:cBhvr>
                                      <p:to>
                                        <p:strVal val="visible"/>
                                      </p:to>
                                    </p:set>
                                    <p:anim calcmode="lin" valueType="num">
                                      <p:cBhvr additive="base">
                                        <p:cTn id="43" dur="500"/>
                                        <p:tgtEl>
                                          <p:spTgt spid="3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3"/>
          <p:cNvSpPr txBox="1">
            <a:spLocks noGrp="1"/>
          </p:cNvSpPr>
          <p:nvPr>
            <p:ph type="title"/>
          </p:nvPr>
        </p:nvSpPr>
        <p:spPr>
          <a:xfrm>
            <a:off x="3428250" y="227959"/>
            <a:ext cx="228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3200" b="1" dirty="0">
                <a:solidFill>
                  <a:schemeClr val="tx1"/>
                </a:solidFill>
                <a:latin typeface="Times New Roman"/>
                <a:ea typeface="Times New Roman"/>
                <a:cs typeface="Times New Roman"/>
                <a:sym typeface="Times New Roman"/>
              </a:rPr>
              <a:t>Home Care</a:t>
            </a:r>
            <a:br>
              <a:rPr lang="en-US" sz="3200" b="1" dirty="0">
                <a:solidFill>
                  <a:schemeClr val="accent1"/>
                </a:solidFill>
                <a:latin typeface="Times New Roman"/>
                <a:ea typeface="Times New Roman"/>
                <a:cs typeface="Times New Roman"/>
                <a:sym typeface="Times New Roman"/>
              </a:rPr>
            </a:br>
            <a:endParaRPr sz="3200" dirty="0"/>
          </a:p>
        </p:txBody>
      </p:sp>
      <p:pic>
        <p:nvPicPr>
          <p:cNvPr id="320" name="Google Shape;320;p23"/>
          <p:cNvPicPr preferRelativeResize="0"/>
          <p:nvPr/>
        </p:nvPicPr>
        <p:blipFill rotWithShape="1">
          <a:blip r:embed="rId3">
            <a:alphaModFix/>
          </a:blip>
          <a:srcRect/>
          <a:stretch/>
        </p:blipFill>
        <p:spPr>
          <a:xfrm>
            <a:off x="4343400" y="597830"/>
            <a:ext cx="4563333" cy="2566875"/>
          </a:xfrm>
          <a:prstGeom prst="rect">
            <a:avLst/>
          </a:prstGeom>
          <a:noFill/>
          <a:ln>
            <a:noFill/>
          </a:ln>
        </p:spPr>
      </p:pic>
      <p:pic>
        <p:nvPicPr>
          <p:cNvPr id="321" name="Google Shape;321;p23"/>
          <p:cNvPicPr preferRelativeResize="0"/>
          <p:nvPr/>
        </p:nvPicPr>
        <p:blipFill rotWithShape="1">
          <a:blip r:embed="rId4">
            <a:alphaModFix/>
          </a:blip>
          <a:srcRect/>
          <a:stretch/>
        </p:blipFill>
        <p:spPr>
          <a:xfrm>
            <a:off x="2695068" y="1026059"/>
            <a:ext cx="3261599" cy="1834650"/>
          </a:xfrm>
          <a:prstGeom prst="rect">
            <a:avLst/>
          </a:prstGeom>
          <a:noFill/>
          <a:ln>
            <a:noFill/>
          </a:ln>
        </p:spPr>
      </p:pic>
      <p:pic>
        <p:nvPicPr>
          <p:cNvPr id="322" name="Google Shape;322;p23"/>
          <p:cNvPicPr preferRelativeResize="0"/>
          <p:nvPr/>
        </p:nvPicPr>
        <p:blipFill rotWithShape="1">
          <a:blip r:embed="rId5">
            <a:alphaModFix/>
          </a:blip>
          <a:srcRect/>
          <a:stretch/>
        </p:blipFill>
        <p:spPr>
          <a:xfrm>
            <a:off x="266368" y="838071"/>
            <a:ext cx="3929999" cy="2210625"/>
          </a:xfrm>
          <a:prstGeom prst="rect">
            <a:avLst/>
          </a:prstGeom>
          <a:noFill/>
          <a:ln>
            <a:noFill/>
          </a:ln>
        </p:spPr>
      </p:pic>
      <p:sp>
        <p:nvSpPr>
          <p:cNvPr id="323" name="Google Shape;323;p23"/>
          <p:cNvSpPr txBox="1"/>
          <p:nvPr/>
        </p:nvSpPr>
        <p:spPr>
          <a:xfrm>
            <a:off x="3573300" y="2835111"/>
            <a:ext cx="22875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Fira Sans"/>
              <a:buNone/>
            </a:pPr>
            <a:r>
              <a:rPr lang="en-US" sz="3200" b="1" i="0" u="none" strike="noStrike" cap="none" dirty="0">
                <a:latin typeface="+mj-lt"/>
                <a:ea typeface="Times New Roman"/>
                <a:cs typeface="Times New Roman"/>
                <a:sym typeface="Times New Roman"/>
              </a:rPr>
              <a:t>Perfumery</a:t>
            </a:r>
            <a:endParaRPr sz="3200" dirty="0">
              <a:latin typeface="+mj-lt"/>
            </a:endParaRPr>
          </a:p>
          <a:p>
            <a:pPr marL="0" marR="0" lvl="0" indent="0" algn="l" rtl="0">
              <a:lnSpc>
                <a:spcPct val="100000"/>
              </a:lnSpc>
              <a:spcBef>
                <a:spcPts val="0"/>
              </a:spcBef>
              <a:spcAft>
                <a:spcPts val="0"/>
              </a:spcAft>
              <a:buClr>
                <a:schemeClr val="dk1"/>
              </a:buClr>
              <a:buSzPts val="2800"/>
              <a:buFont typeface="Fira Sans"/>
              <a:buNone/>
            </a:pPr>
            <a:br>
              <a:rPr lang="en-US" sz="3200" b="1" i="0" u="none" strike="noStrike" cap="none" dirty="0">
                <a:solidFill>
                  <a:schemeClr val="accent1"/>
                </a:solidFill>
                <a:latin typeface="+mj-lt"/>
                <a:ea typeface="Times New Roman"/>
                <a:cs typeface="Times New Roman"/>
                <a:sym typeface="Times New Roman"/>
              </a:rPr>
            </a:br>
            <a:endParaRPr sz="3200" b="1" i="0" u="none" strike="noStrike" cap="none" dirty="0">
              <a:solidFill>
                <a:schemeClr val="dk1"/>
              </a:solidFill>
              <a:latin typeface="+mj-lt"/>
              <a:ea typeface="Fira Sans"/>
              <a:cs typeface="Fira Sans"/>
              <a:sym typeface="Fira Sans"/>
            </a:endParaRPr>
          </a:p>
        </p:txBody>
      </p:sp>
      <p:pic>
        <p:nvPicPr>
          <p:cNvPr id="324" name="Google Shape;324;p23"/>
          <p:cNvPicPr preferRelativeResize="0"/>
          <p:nvPr/>
        </p:nvPicPr>
        <p:blipFill rotWithShape="1">
          <a:blip r:embed="rId6">
            <a:alphaModFix/>
          </a:blip>
          <a:srcRect/>
          <a:stretch/>
        </p:blipFill>
        <p:spPr>
          <a:xfrm>
            <a:off x="2944800" y="3499497"/>
            <a:ext cx="2838000" cy="1596375"/>
          </a:xfrm>
          <a:prstGeom prst="rect">
            <a:avLst/>
          </a:prstGeom>
          <a:noFill/>
          <a:ln>
            <a:noFill/>
          </a:ln>
        </p:spPr>
      </p:pic>
      <p:sp>
        <p:nvSpPr>
          <p:cNvPr id="2" name="Slide Number Placeholder 1">
            <a:extLst>
              <a:ext uri="{FF2B5EF4-FFF2-40B4-BE49-F238E27FC236}">
                <a16:creationId xmlns:a16="http://schemas.microsoft.com/office/drawing/2014/main" id="{D211B709-B25F-905F-B9CE-0E3B3B0D25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6</a:t>
            </a:fld>
            <a:endParaRPr lang="en-US" sz="1800" b="1" dirty="0">
              <a:solidFill>
                <a:schemeClr val="bg1">
                  <a:lumMod val="50000"/>
                </a:schemeClr>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0"/>
                                        </p:tgtEl>
                                        <p:attrNameLst>
                                          <p:attrName>style.visibility</p:attrName>
                                        </p:attrNameLst>
                                      </p:cBhvr>
                                      <p:to>
                                        <p:strVal val="visible"/>
                                      </p:to>
                                    </p:set>
                                    <p:anim calcmode="lin" valueType="num">
                                      <p:cBhvr additive="base">
                                        <p:cTn id="7" dur="500"/>
                                        <p:tgtEl>
                                          <p:spTgt spid="320"/>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21"/>
                                        </p:tgtEl>
                                        <p:attrNameLst>
                                          <p:attrName>style.visibility</p:attrName>
                                        </p:attrNameLst>
                                      </p:cBhvr>
                                      <p:to>
                                        <p:strVal val="visible"/>
                                      </p:to>
                                    </p:set>
                                    <p:anim calcmode="lin" valueType="num">
                                      <p:cBhvr additive="base">
                                        <p:cTn id="10" dur="500"/>
                                        <p:tgtEl>
                                          <p:spTgt spid="321"/>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322"/>
                                        </p:tgtEl>
                                        <p:attrNameLst>
                                          <p:attrName>style.visibility</p:attrName>
                                        </p:attrNameLst>
                                      </p:cBhvr>
                                      <p:to>
                                        <p:strVal val="visible"/>
                                      </p:to>
                                    </p:set>
                                    <p:anim calcmode="lin" valueType="num">
                                      <p:cBhvr additive="base">
                                        <p:cTn id="13" dur="500"/>
                                        <p:tgtEl>
                                          <p:spTgt spid="32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2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24"/>
                                        </p:tgtEl>
                                        <p:attrNameLst>
                                          <p:attrName>style.visibility</p:attrName>
                                        </p:attrNameLst>
                                      </p:cBhvr>
                                      <p:to>
                                        <p:strVal val="visible"/>
                                      </p:to>
                                    </p:set>
                                    <p:anim calcmode="lin" valueType="num">
                                      <p:cBhvr additive="base">
                                        <p:cTn id="22" dur="500"/>
                                        <p:tgtEl>
                                          <p:spTgt spid="3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4"/>
          <p:cNvSpPr txBox="1">
            <a:spLocks noGrp="1"/>
          </p:cNvSpPr>
          <p:nvPr>
            <p:ph type="title"/>
          </p:nvPr>
        </p:nvSpPr>
        <p:spPr>
          <a:xfrm>
            <a:off x="2286000" y="85069"/>
            <a:ext cx="3934800" cy="733325"/>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rgbClr val="000000"/>
              </a:buClr>
              <a:buSzPts val="1800"/>
              <a:buFont typeface="Fira Sans"/>
              <a:buNone/>
            </a:pPr>
            <a:r>
              <a:rPr lang="en-US" sz="3200" b="1" dirty="0">
                <a:solidFill>
                  <a:schemeClr val="tx1"/>
                </a:solidFill>
                <a:latin typeface="Times New Roman"/>
                <a:ea typeface="Times New Roman"/>
                <a:cs typeface="Times New Roman"/>
                <a:sym typeface="Times New Roman"/>
              </a:rPr>
              <a:t>Grooming Products</a:t>
            </a:r>
            <a:br>
              <a:rPr lang="en-US" sz="1800" b="1" dirty="0">
                <a:solidFill>
                  <a:schemeClr val="tx1"/>
                </a:solidFill>
                <a:latin typeface="Times New Roman"/>
                <a:ea typeface="Times New Roman"/>
                <a:cs typeface="Times New Roman"/>
                <a:sym typeface="Times New Roman"/>
              </a:rPr>
            </a:br>
            <a:endParaRPr dirty="0">
              <a:solidFill>
                <a:schemeClr val="tx1"/>
              </a:solidFill>
            </a:endParaRPr>
          </a:p>
        </p:txBody>
      </p:sp>
      <p:pic>
        <p:nvPicPr>
          <p:cNvPr id="330" name="Google Shape;330;p24"/>
          <p:cNvPicPr preferRelativeResize="0"/>
          <p:nvPr/>
        </p:nvPicPr>
        <p:blipFill rotWithShape="1">
          <a:blip r:embed="rId3">
            <a:alphaModFix/>
          </a:blip>
          <a:srcRect/>
          <a:stretch/>
        </p:blipFill>
        <p:spPr>
          <a:xfrm>
            <a:off x="4159613" y="514349"/>
            <a:ext cx="2845988" cy="1979146"/>
          </a:xfrm>
          <a:prstGeom prst="rect">
            <a:avLst/>
          </a:prstGeom>
          <a:noFill/>
          <a:ln>
            <a:noFill/>
          </a:ln>
        </p:spPr>
      </p:pic>
      <p:pic>
        <p:nvPicPr>
          <p:cNvPr id="331" name="Google Shape;331;p24"/>
          <p:cNvPicPr preferRelativeResize="0"/>
          <p:nvPr/>
        </p:nvPicPr>
        <p:blipFill rotWithShape="1">
          <a:blip r:embed="rId4">
            <a:alphaModFix/>
          </a:blip>
          <a:srcRect/>
          <a:stretch/>
        </p:blipFill>
        <p:spPr>
          <a:xfrm>
            <a:off x="1644936" y="771179"/>
            <a:ext cx="2768934" cy="1600869"/>
          </a:xfrm>
          <a:prstGeom prst="rect">
            <a:avLst/>
          </a:prstGeom>
          <a:noFill/>
          <a:ln>
            <a:noFill/>
          </a:ln>
        </p:spPr>
      </p:pic>
      <p:sp>
        <p:nvSpPr>
          <p:cNvPr id="332" name="Google Shape;332;p24"/>
          <p:cNvSpPr txBox="1"/>
          <p:nvPr/>
        </p:nvSpPr>
        <p:spPr>
          <a:xfrm>
            <a:off x="3344737" y="2535525"/>
            <a:ext cx="2138266" cy="429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3200"/>
              <a:buFont typeface="Arial"/>
              <a:buNone/>
            </a:pPr>
            <a:r>
              <a:rPr lang="en-US" sz="3200" b="1" i="0" u="none" strike="noStrike" cap="none" dirty="0">
                <a:latin typeface="Times New Roman"/>
                <a:ea typeface="Times New Roman"/>
                <a:cs typeface="Times New Roman"/>
                <a:sym typeface="Times New Roman"/>
              </a:rPr>
              <a:t>Detergents</a:t>
            </a:r>
            <a:endParaRPr sz="3200" b="1" i="0" u="none" strike="noStrike" cap="none" dirty="0">
              <a:latin typeface="Times New Roman"/>
              <a:ea typeface="Times New Roman"/>
              <a:cs typeface="Times New Roman"/>
              <a:sym typeface="Times New Roman"/>
            </a:endParaRPr>
          </a:p>
        </p:txBody>
      </p:sp>
      <p:pic>
        <p:nvPicPr>
          <p:cNvPr id="333" name="Google Shape;333;p24"/>
          <p:cNvPicPr preferRelativeResize="0"/>
          <p:nvPr/>
        </p:nvPicPr>
        <p:blipFill rotWithShape="1">
          <a:blip r:embed="rId5">
            <a:alphaModFix/>
          </a:blip>
          <a:srcRect/>
          <a:stretch/>
        </p:blipFill>
        <p:spPr>
          <a:xfrm>
            <a:off x="3310870" y="3313534"/>
            <a:ext cx="1794107" cy="1058787"/>
          </a:xfrm>
          <a:prstGeom prst="rect">
            <a:avLst/>
          </a:prstGeom>
          <a:noFill/>
          <a:ln>
            <a:noFill/>
          </a:ln>
        </p:spPr>
      </p:pic>
      <p:pic>
        <p:nvPicPr>
          <p:cNvPr id="334" name="Google Shape;334;p24"/>
          <p:cNvPicPr preferRelativeResize="0"/>
          <p:nvPr/>
        </p:nvPicPr>
        <p:blipFill rotWithShape="1">
          <a:blip r:embed="rId6">
            <a:alphaModFix/>
          </a:blip>
          <a:srcRect/>
          <a:stretch/>
        </p:blipFill>
        <p:spPr>
          <a:xfrm>
            <a:off x="1678803" y="3305773"/>
            <a:ext cx="1794107" cy="1058787"/>
          </a:xfrm>
          <a:prstGeom prst="rect">
            <a:avLst/>
          </a:prstGeom>
          <a:noFill/>
          <a:ln>
            <a:noFill/>
          </a:ln>
        </p:spPr>
      </p:pic>
      <p:pic>
        <p:nvPicPr>
          <p:cNvPr id="335" name="Google Shape;335;p24"/>
          <p:cNvPicPr preferRelativeResize="0"/>
          <p:nvPr/>
        </p:nvPicPr>
        <p:blipFill rotWithShape="1">
          <a:blip r:embed="rId7">
            <a:alphaModFix/>
          </a:blip>
          <a:srcRect/>
          <a:stretch/>
        </p:blipFill>
        <p:spPr>
          <a:xfrm>
            <a:off x="5582607" y="3381791"/>
            <a:ext cx="690600" cy="906750"/>
          </a:xfrm>
          <a:prstGeom prst="rect">
            <a:avLst/>
          </a:prstGeom>
          <a:noFill/>
          <a:ln>
            <a:noFill/>
          </a:ln>
        </p:spPr>
      </p:pic>
      <p:sp>
        <p:nvSpPr>
          <p:cNvPr id="9" name="Slide Number Placeholder 1">
            <a:extLst>
              <a:ext uri="{FF2B5EF4-FFF2-40B4-BE49-F238E27FC236}">
                <a16:creationId xmlns:a16="http://schemas.microsoft.com/office/drawing/2014/main" id="{5933C7A1-06F5-4DFB-BAFD-423A2C464C0B}"/>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7</a:t>
            </a:fld>
            <a:endParaRPr lang="en-US" b="1" dirty="0">
              <a:solidFill>
                <a:schemeClr val="bg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1"/>
                                        </p:tgtEl>
                                        <p:attrNameLst>
                                          <p:attrName>style.visibility</p:attrName>
                                        </p:attrNameLst>
                                      </p:cBhvr>
                                      <p:to>
                                        <p:strVal val="visible"/>
                                      </p:to>
                                    </p:set>
                                    <p:anim calcmode="lin" valueType="num">
                                      <p:cBhvr additive="base">
                                        <p:cTn id="7" dur="500"/>
                                        <p:tgtEl>
                                          <p:spTgt spid="331"/>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30"/>
                                        </p:tgtEl>
                                        <p:attrNameLst>
                                          <p:attrName>style.visibility</p:attrName>
                                        </p:attrNameLst>
                                      </p:cBhvr>
                                      <p:to>
                                        <p:strVal val="visible"/>
                                      </p:to>
                                    </p:set>
                                    <p:anim calcmode="lin" valueType="num">
                                      <p:cBhvr additive="base">
                                        <p:cTn id="10" dur="500"/>
                                        <p:tgtEl>
                                          <p:spTgt spid="330"/>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34"/>
                                        </p:tgtEl>
                                        <p:attrNameLst>
                                          <p:attrName>style.visibility</p:attrName>
                                        </p:attrNameLst>
                                      </p:cBhvr>
                                      <p:to>
                                        <p:strVal val="visible"/>
                                      </p:to>
                                    </p:set>
                                    <p:anim calcmode="lin" valueType="num">
                                      <p:cBhvr additive="base">
                                        <p:cTn id="19" dur="500"/>
                                        <p:tgtEl>
                                          <p:spTgt spid="334"/>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33"/>
                                        </p:tgtEl>
                                        <p:attrNameLst>
                                          <p:attrName>style.visibility</p:attrName>
                                        </p:attrNameLst>
                                      </p:cBhvr>
                                      <p:to>
                                        <p:strVal val="visible"/>
                                      </p:to>
                                    </p:set>
                                    <p:anim calcmode="lin" valueType="num">
                                      <p:cBhvr additive="base">
                                        <p:cTn id="22" dur="500"/>
                                        <p:tgtEl>
                                          <p:spTgt spid="333"/>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35"/>
                                        </p:tgtEl>
                                        <p:attrNameLst>
                                          <p:attrName>style.visibility</p:attrName>
                                        </p:attrNameLst>
                                      </p:cBhvr>
                                      <p:to>
                                        <p:strVal val="visible"/>
                                      </p:to>
                                    </p:set>
                                    <p:anim calcmode="lin" valueType="num">
                                      <p:cBhvr additive="base">
                                        <p:cTn id="25" dur="500"/>
                                        <p:tgtEl>
                                          <p:spTgt spid="3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5"/>
          <p:cNvSpPr txBox="1">
            <a:spLocks noGrp="1"/>
          </p:cNvSpPr>
          <p:nvPr>
            <p:ph type="title"/>
          </p:nvPr>
        </p:nvSpPr>
        <p:spPr>
          <a:xfrm>
            <a:off x="2148284" y="1583117"/>
            <a:ext cx="3426793" cy="531433"/>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US" sz="4400" dirty="0">
                <a:solidFill>
                  <a:schemeClr val="dk1"/>
                </a:solidFill>
                <a:latin typeface="Times New Roman"/>
                <a:ea typeface="Times New Roman"/>
                <a:cs typeface="Times New Roman"/>
                <a:sym typeface="Times New Roman"/>
              </a:rPr>
              <a:t>Departments</a:t>
            </a:r>
            <a:endParaRPr sz="4400" dirty="0">
              <a:latin typeface="Times New Roman"/>
              <a:ea typeface="Times New Roman"/>
              <a:cs typeface="Times New Roman"/>
              <a:sym typeface="Times New Roman"/>
            </a:endParaRPr>
          </a:p>
        </p:txBody>
      </p:sp>
      <p:pic>
        <p:nvPicPr>
          <p:cNvPr id="341" name="Google Shape;341;p25" descr="Laptop with phone and calculator"/>
          <p:cNvPicPr preferRelativeResize="0"/>
          <p:nvPr/>
        </p:nvPicPr>
        <p:blipFill rotWithShape="1">
          <a:blip r:embed="rId3">
            <a:alphaModFix/>
          </a:blip>
          <a:srcRect/>
          <a:stretch/>
        </p:blipFill>
        <p:spPr>
          <a:xfrm>
            <a:off x="6477000" y="2803890"/>
            <a:ext cx="2360199" cy="2360199"/>
          </a:xfrm>
          <a:prstGeom prst="rect">
            <a:avLst/>
          </a:prstGeom>
          <a:noFill/>
          <a:ln>
            <a:noFill/>
          </a:ln>
        </p:spPr>
      </p:pic>
      <p:pic>
        <p:nvPicPr>
          <p:cNvPr id="342" name="Google Shape;342;p25" descr="Microscope with chemical flasks"/>
          <p:cNvPicPr preferRelativeResize="0"/>
          <p:nvPr/>
        </p:nvPicPr>
        <p:blipFill rotWithShape="1">
          <a:blip r:embed="rId4">
            <a:alphaModFix/>
          </a:blip>
          <a:srcRect/>
          <a:stretch/>
        </p:blipFill>
        <p:spPr>
          <a:xfrm>
            <a:off x="5706880" y="961356"/>
            <a:ext cx="2474876" cy="2474876"/>
          </a:xfrm>
          <a:prstGeom prst="rect">
            <a:avLst/>
          </a:prstGeom>
          <a:noFill/>
          <a:ln>
            <a:noFill/>
          </a:ln>
        </p:spPr>
      </p:pic>
      <p:pic>
        <p:nvPicPr>
          <p:cNvPr id="343" name="Google Shape;343;p25" descr="An open book"/>
          <p:cNvPicPr preferRelativeResize="0"/>
          <p:nvPr/>
        </p:nvPicPr>
        <p:blipFill rotWithShape="1">
          <a:blip r:embed="rId5">
            <a:alphaModFix/>
          </a:blip>
          <a:srcRect/>
          <a:stretch/>
        </p:blipFill>
        <p:spPr>
          <a:xfrm>
            <a:off x="4419600" y="3040945"/>
            <a:ext cx="2123144" cy="2123144"/>
          </a:xfrm>
          <a:prstGeom prst="rect">
            <a:avLst/>
          </a:prstGeom>
          <a:noFill/>
          <a:ln>
            <a:noFill/>
          </a:ln>
        </p:spPr>
      </p:pic>
      <p:pic>
        <p:nvPicPr>
          <p:cNvPr id="344" name="Google Shape;344;p25" descr="Cheers with solid fill"/>
          <p:cNvPicPr preferRelativeResize="0"/>
          <p:nvPr/>
        </p:nvPicPr>
        <p:blipFill rotWithShape="1">
          <a:blip r:embed="rId6">
            <a:alphaModFix/>
          </a:blip>
          <a:srcRect/>
          <a:stretch/>
        </p:blipFill>
        <p:spPr>
          <a:xfrm>
            <a:off x="1233884" y="1698786"/>
            <a:ext cx="914400" cy="855689"/>
          </a:xfrm>
          <a:prstGeom prst="rect">
            <a:avLst/>
          </a:prstGeom>
          <a:noFill/>
          <a:ln>
            <a:noFill/>
          </a:ln>
        </p:spPr>
      </p:pic>
      <p:sp>
        <p:nvSpPr>
          <p:cNvPr id="7" name="Slide Number Placeholder 1">
            <a:extLst>
              <a:ext uri="{FF2B5EF4-FFF2-40B4-BE49-F238E27FC236}">
                <a16:creationId xmlns:a16="http://schemas.microsoft.com/office/drawing/2014/main" id="{D08BFDE6-6086-43D2-B029-3906FF4A3DB8}"/>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8</a:t>
            </a:fld>
            <a:endParaRPr lang="en-US" b="1" dirty="0">
              <a:solidFill>
                <a:schemeClr val="bg1">
                  <a:lumMod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6"/>
          <p:cNvSpPr/>
          <p:nvPr/>
        </p:nvSpPr>
        <p:spPr>
          <a:xfrm>
            <a:off x="5005957" y="2236169"/>
            <a:ext cx="3403265" cy="1180320"/>
          </a:xfrm>
          <a:prstGeom prst="roundRect">
            <a:avLst>
              <a:gd name="adj" fmla="val 50000"/>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26"/>
          <p:cNvSpPr/>
          <p:nvPr/>
        </p:nvSpPr>
        <p:spPr>
          <a:xfrm>
            <a:off x="734280" y="2307353"/>
            <a:ext cx="3251371" cy="1180320"/>
          </a:xfrm>
          <a:prstGeom prst="roundRect">
            <a:avLst>
              <a:gd name="adj" fmla="val 50000"/>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52" name="Google Shape;352;p26"/>
          <p:cNvGrpSpPr/>
          <p:nvPr/>
        </p:nvGrpSpPr>
        <p:grpSpPr>
          <a:xfrm>
            <a:off x="3149600" y="1567920"/>
            <a:ext cx="2844311" cy="2793895"/>
            <a:chOff x="3030025" y="1450349"/>
            <a:chExt cx="3083933" cy="3029269"/>
          </a:xfrm>
        </p:grpSpPr>
        <p:sp>
          <p:nvSpPr>
            <p:cNvPr id="353" name="Google Shape;353;p26"/>
            <p:cNvSpPr/>
            <p:nvPr/>
          </p:nvSpPr>
          <p:spPr>
            <a:xfrm>
              <a:off x="4624374" y="3500211"/>
              <a:ext cx="1489584" cy="979407"/>
            </a:xfrm>
            <a:custGeom>
              <a:avLst/>
              <a:gdLst/>
              <a:ahLst/>
              <a:cxnLst/>
              <a:rect l="l" t="t" r="r" b="b"/>
              <a:pathLst>
                <a:path w="41180" h="27076" extrusionOk="0">
                  <a:moveTo>
                    <a:pt x="41180" y="0"/>
                  </a:moveTo>
                  <a:lnTo>
                    <a:pt x="0" y="24683"/>
                  </a:lnTo>
                  <a:lnTo>
                    <a:pt x="0" y="27076"/>
                  </a:lnTo>
                  <a:lnTo>
                    <a:pt x="41180" y="2393"/>
                  </a:lnTo>
                  <a:lnTo>
                    <a:pt x="41180" y="0"/>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26"/>
            <p:cNvSpPr/>
            <p:nvPr/>
          </p:nvSpPr>
          <p:spPr>
            <a:xfrm>
              <a:off x="3030025" y="3459191"/>
              <a:ext cx="1594375" cy="1020426"/>
            </a:xfrm>
            <a:custGeom>
              <a:avLst/>
              <a:gdLst/>
              <a:ahLst/>
              <a:cxnLst/>
              <a:rect l="l" t="t" r="r" b="b"/>
              <a:pathLst>
                <a:path w="44077" h="28210" extrusionOk="0">
                  <a:moveTo>
                    <a:pt x="0" y="1"/>
                  </a:moveTo>
                  <a:lnTo>
                    <a:pt x="0" y="2268"/>
                  </a:lnTo>
                  <a:lnTo>
                    <a:pt x="44076" y="28210"/>
                  </a:lnTo>
                  <a:lnTo>
                    <a:pt x="44076" y="25817"/>
                  </a:lnTo>
                  <a:lnTo>
                    <a:pt x="0" y="1"/>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26"/>
            <p:cNvSpPr/>
            <p:nvPr/>
          </p:nvSpPr>
          <p:spPr>
            <a:xfrm>
              <a:off x="3030025" y="3245122"/>
              <a:ext cx="3083923" cy="1147934"/>
            </a:xfrm>
            <a:custGeom>
              <a:avLst/>
              <a:gdLst/>
              <a:ahLst/>
              <a:cxnLst/>
              <a:rect l="l" t="t" r="r" b="b"/>
              <a:pathLst>
                <a:path w="85256" h="31735" extrusionOk="0">
                  <a:moveTo>
                    <a:pt x="11586" y="0"/>
                  </a:moveTo>
                  <a:lnTo>
                    <a:pt x="0" y="5919"/>
                  </a:lnTo>
                  <a:lnTo>
                    <a:pt x="44076" y="31735"/>
                  </a:lnTo>
                  <a:lnTo>
                    <a:pt x="55032" y="25186"/>
                  </a:lnTo>
                  <a:lnTo>
                    <a:pt x="85256" y="7052"/>
                  </a:lnTo>
                  <a:lnTo>
                    <a:pt x="75055" y="1260"/>
                  </a:lnTo>
                  <a:lnTo>
                    <a:pt x="11586"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26"/>
            <p:cNvSpPr/>
            <p:nvPr/>
          </p:nvSpPr>
          <p:spPr>
            <a:xfrm>
              <a:off x="3030025" y="3245122"/>
              <a:ext cx="3083923" cy="1147934"/>
            </a:xfrm>
            <a:custGeom>
              <a:avLst/>
              <a:gdLst/>
              <a:ahLst/>
              <a:cxnLst/>
              <a:rect l="l" t="t" r="r" b="b"/>
              <a:pathLst>
                <a:path w="85256" h="31735" fill="none" extrusionOk="0">
                  <a:moveTo>
                    <a:pt x="85256" y="7052"/>
                  </a:moveTo>
                  <a:lnTo>
                    <a:pt x="75055" y="1260"/>
                  </a:lnTo>
                  <a:lnTo>
                    <a:pt x="11586" y="0"/>
                  </a:lnTo>
                  <a:lnTo>
                    <a:pt x="0" y="5919"/>
                  </a:lnTo>
                  <a:lnTo>
                    <a:pt x="44076" y="31735"/>
                  </a:lnTo>
                  <a:lnTo>
                    <a:pt x="55032" y="25186"/>
                  </a:lnTo>
                  <a:lnTo>
                    <a:pt x="85256" y="705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26"/>
            <p:cNvSpPr/>
            <p:nvPr/>
          </p:nvSpPr>
          <p:spPr>
            <a:xfrm>
              <a:off x="4009402" y="1732748"/>
              <a:ext cx="1735593" cy="1011311"/>
            </a:xfrm>
            <a:custGeom>
              <a:avLst/>
              <a:gdLst/>
              <a:ahLst/>
              <a:cxnLst/>
              <a:rect l="l" t="t" r="r" b="b"/>
              <a:pathLst>
                <a:path w="47981" h="27958" extrusionOk="0">
                  <a:moveTo>
                    <a:pt x="14483" y="1"/>
                  </a:moveTo>
                  <a:lnTo>
                    <a:pt x="0" y="8438"/>
                  </a:lnTo>
                  <a:lnTo>
                    <a:pt x="33372" y="27958"/>
                  </a:lnTo>
                  <a:lnTo>
                    <a:pt x="47980" y="19143"/>
                  </a:lnTo>
                  <a:lnTo>
                    <a:pt x="14483"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26"/>
            <p:cNvSpPr/>
            <p:nvPr/>
          </p:nvSpPr>
          <p:spPr>
            <a:xfrm>
              <a:off x="4533255" y="1823867"/>
              <a:ext cx="1093278" cy="687892"/>
            </a:xfrm>
            <a:custGeom>
              <a:avLst/>
              <a:gdLst/>
              <a:ahLst/>
              <a:cxnLst/>
              <a:rect l="l" t="t" r="r" b="b"/>
              <a:pathLst>
                <a:path w="30224" h="19017" extrusionOk="0">
                  <a:moveTo>
                    <a:pt x="1" y="1"/>
                  </a:moveTo>
                  <a:lnTo>
                    <a:pt x="1" y="1764"/>
                  </a:lnTo>
                  <a:lnTo>
                    <a:pt x="30224" y="19016"/>
                  </a:lnTo>
                  <a:lnTo>
                    <a:pt x="30224" y="17253"/>
                  </a:lnTo>
                  <a:lnTo>
                    <a:pt x="1" y="1"/>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26"/>
            <p:cNvSpPr/>
            <p:nvPr/>
          </p:nvSpPr>
          <p:spPr>
            <a:xfrm>
              <a:off x="4118715" y="1823867"/>
              <a:ext cx="414573" cy="300702"/>
            </a:xfrm>
            <a:custGeom>
              <a:avLst/>
              <a:gdLst/>
              <a:ahLst/>
              <a:cxnLst/>
              <a:rect l="l" t="t" r="r" b="b"/>
              <a:pathLst>
                <a:path w="11461" h="8313" extrusionOk="0">
                  <a:moveTo>
                    <a:pt x="11461" y="1"/>
                  </a:moveTo>
                  <a:lnTo>
                    <a:pt x="1" y="6549"/>
                  </a:lnTo>
                  <a:lnTo>
                    <a:pt x="1" y="8312"/>
                  </a:lnTo>
                  <a:lnTo>
                    <a:pt x="11461" y="1764"/>
                  </a:lnTo>
                  <a:lnTo>
                    <a:pt x="11461" y="1"/>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26"/>
            <p:cNvSpPr/>
            <p:nvPr/>
          </p:nvSpPr>
          <p:spPr>
            <a:xfrm>
              <a:off x="4009402" y="2037972"/>
              <a:ext cx="1207185" cy="1530603"/>
            </a:xfrm>
            <a:custGeom>
              <a:avLst/>
              <a:gdLst/>
              <a:ahLst/>
              <a:cxnLst/>
              <a:rect l="l" t="t" r="r" b="b"/>
              <a:pathLst>
                <a:path w="33373" h="42314" extrusionOk="0">
                  <a:moveTo>
                    <a:pt x="0" y="0"/>
                  </a:moveTo>
                  <a:lnTo>
                    <a:pt x="0" y="23424"/>
                  </a:lnTo>
                  <a:lnTo>
                    <a:pt x="33372" y="42313"/>
                  </a:lnTo>
                  <a:lnTo>
                    <a:pt x="33372" y="19394"/>
                  </a:lnTo>
                  <a:lnTo>
                    <a:pt x="0" y="0"/>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26"/>
            <p:cNvSpPr/>
            <p:nvPr/>
          </p:nvSpPr>
          <p:spPr>
            <a:xfrm>
              <a:off x="5216557" y="2365948"/>
              <a:ext cx="528444" cy="368996"/>
            </a:xfrm>
            <a:custGeom>
              <a:avLst/>
              <a:gdLst/>
              <a:ahLst/>
              <a:cxnLst/>
              <a:rect l="l" t="t" r="r" b="b"/>
              <a:pathLst>
                <a:path w="14609" h="10201" extrusionOk="0">
                  <a:moveTo>
                    <a:pt x="11586" y="0"/>
                  </a:moveTo>
                  <a:lnTo>
                    <a:pt x="0" y="7053"/>
                  </a:lnTo>
                  <a:lnTo>
                    <a:pt x="0" y="10201"/>
                  </a:lnTo>
                  <a:lnTo>
                    <a:pt x="14608" y="1638"/>
                  </a:lnTo>
                  <a:lnTo>
                    <a:pt x="11586"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26"/>
            <p:cNvSpPr/>
            <p:nvPr/>
          </p:nvSpPr>
          <p:spPr>
            <a:xfrm>
              <a:off x="4009402" y="1996952"/>
              <a:ext cx="1207185" cy="742549"/>
            </a:xfrm>
            <a:custGeom>
              <a:avLst/>
              <a:gdLst/>
              <a:ahLst/>
              <a:cxnLst/>
              <a:rect l="l" t="t" r="r" b="b"/>
              <a:pathLst>
                <a:path w="33373" h="20528" extrusionOk="0">
                  <a:moveTo>
                    <a:pt x="2897" y="1"/>
                  </a:moveTo>
                  <a:lnTo>
                    <a:pt x="0" y="1134"/>
                  </a:lnTo>
                  <a:lnTo>
                    <a:pt x="33372" y="20528"/>
                  </a:lnTo>
                  <a:lnTo>
                    <a:pt x="33372" y="17505"/>
                  </a:lnTo>
                  <a:lnTo>
                    <a:pt x="2897"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26"/>
            <p:cNvSpPr/>
            <p:nvPr/>
          </p:nvSpPr>
          <p:spPr>
            <a:xfrm>
              <a:off x="4223508" y="1887639"/>
              <a:ext cx="1284594" cy="742549"/>
            </a:xfrm>
            <a:custGeom>
              <a:avLst/>
              <a:gdLst/>
              <a:ahLst/>
              <a:cxnLst/>
              <a:rect l="l" t="t" r="r" b="b"/>
              <a:pathLst>
                <a:path w="35513" h="20528" extrusionOk="0">
                  <a:moveTo>
                    <a:pt x="8564" y="1"/>
                  </a:moveTo>
                  <a:lnTo>
                    <a:pt x="0" y="4786"/>
                  </a:lnTo>
                  <a:lnTo>
                    <a:pt x="27453" y="20527"/>
                  </a:lnTo>
                  <a:lnTo>
                    <a:pt x="35513" y="15364"/>
                  </a:lnTo>
                  <a:lnTo>
                    <a:pt x="8564"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26"/>
            <p:cNvSpPr/>
            <p:nvPr/>
          </p:nvSpPr>
          <p:spPr>
            <a:xfrm>
              <a:off x="4095963" y="1782883"/>
              <a:ext cx="605853" cy="1831233"/>
            </a:xfrm>
            <a:custGeom>
              <a:avLst/>
              <a:gdLst/>
              <a:ahLst/>
              <a:cxnLst/>
              <a:rect l="l" t="t" r="r" b="b"/>
              <a:pathLst>
                <a:path w="16749" h="50625" extrusionOk="0">
                  <a:moveTo>
                    <a:pt x="16749" y="0"/>
                  </a:moveTo>
                  <a:lnTo>
                    <a:pt x="0" y="9445"/>
                  </a:lnTo>
                  <a:lnTo>
                    <a:pt x="0" y="50625"/>
                  </a:lnTo>
                  <a:lnTo>
                    <a:pt x="16749" y="41558"/>
                  </a:lnTo>
                  <a:lnTo>
                    <a:pt x="16749" y="0"/>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26"/>
            <p:cNvSpPr/>
            <p:nvPr/>
          </p:nvSpPr>
          <p:spPr>
            <a:xfrm>
              <a:off x="4095963" y="1782883"/>
              <a:ext cx="605853" cy="1831233"/>
            </a:xfrm>
            <a:custGeom>
              <a:avLst/>
              <a:gdLst/>
              <a:ahLst/>
              <a:cxnLst/>
              <a:rect l="l" t="t" r="r" b="b"/>
              <a:pathLst>
                <a:path w="16749" h="50625" fill="none" extrusionOk="0">
                  <a:moveTo>
                    <a:pt x="0" y="50625"/>
                  </a:moveTo>
                  <a:lnTo>
                    <a:pt x="16749" y="41558"/>
                  </a:lnTo>
                  <a:lnTo>
                    <a:pt x="16749" y="0"/>
                  </a:lnTo>
                  <a:lnTo>
                    <a:pt x="0" y="9445"/>
                  </a:lnTo>
                  <a:lnTo>
                    <a:pt x="0" y="5062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26"/>
            <p:cNvSpPr/>
            <p:nvPr/>
          </p:nvSpPr>
          <p:spPr>
            <a:xfrm>
              <a:off x="3449086" y="1778326"/>
              <a:ext cx="646909" cy="1835791"/>
            </a:xfrm>
            <a:custGeom>
              <a:avLst/>
              <a:gdLst/>
              <a:ahLst/>
              <a:cxnLst/>
              <a:rect l="l" t="t" r="r" b="b"/>
              <a:pathLst>
                <a:path w="17884" h="50751" extrusionOk="0">
                  <a:moveTo>
                    <a:pt x="1" y="0"/>
                  </a:moveTo>
                  <a:lnTo>
                    <a:pt x="1" y="40550"/>
                  </a:lnTo>
                  <a:lnTo>
                    <a:pt x="17883" y="50751"/>
                  </a:lnTo>
                  <a:lnTo>
                    <a:pt x="17883" y="9571"/>
                  </a:lnTo>
                  <a:lnTo>
                    <a:pt x="1"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26"/>
            <p:cNvSpPr/>
            <p:nvPr/>
          </p:nvSpPr>
          <p:spPr>
            <a:xfrm>
              <a:off x="3449086" y="1778326"/>
              <a:ext cx="646909" cy="1835791"/>
            </a:xfrm>
            <a:custGeom>
              <a:avLst/>
              <a:gdLst/>
              <a:ahLst/>
              <a:cxnLst/>
              <a:rect l="l" t="t" r="r" b="b"/>
              <a:pathLst>
                <a:path w="17884" h="50751" fill="none" extrusionOk="0">
                  <a:moveTo>
                    <a:pt x="1" y="0"/>
                  </a:moveTo>
                  <a:lnTo>
                    <a:pt x="1" y="40550"/>
                  </a:lnTo>
                  <a:lnTo>
                    <a:pt x="17883" y="50751"/>
                  </a:lnTo>
                  <a:lnTo>
                    <a:pt x="17883" y="9571"/>
                  </a:lnTo>
                  <a:lnTo>
                    <a:pt x="1"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26"/>
            <p:cNvSpPr/>
            <p:nvPr/>
          </p:nvSpPr>
          <p:spPr>
            <a:xfrm>
              <a:off x="4351053" y="2056203"/>
              <a:ext cx="154891" cy="168564"/>
            </a:xfrm>
            <a:custGeom>
              <a:avLst/>
              <a:gdLst/>
              <a:ahLst/>
              <a:cxnLst/>
              <a:rect l="l" t="t" r="r" b="b"/>
              <a:pathLst>
                <a:path w="4282" h="4660" extrusionOk="0">
                  <a:moveTo>
                    <a:pt x="3023" y="0"/>
                  </a:moveTo>
                  <a:lnTo>
                    <a:pt x="2519" y="126"/>
                  </a:lnTo>
                  <a:lnTo>
                    <a:pt x="2141" y="126"/>
                  </a:lnTo>
                  <a:lnTo>
                    <a:pt x="1763" y="378"/>
                  </a:lnTo>
                  <a:lnTo>
                    <a:pt x="1260" y="630"/>
                  </a:lnTo>
                  <a:lnTo>
                    <a:pt x="630" y="1385"/>
                  </a:lnTo>
                  <a:lnTo>
                    <a:pt x="126" y="2267"/>
                  </a:lnTo>
                  <a:lnTo>
                    <a:pt x="0" y="2645"/>
                  </a:lnTo>
                  <a:lnTo>
                    <a:pt x="0" y="3148"/>
                  </a:lnTo>
                  <a:lnTo>
                    <a:pt x="0" y="3526"/>
                  </a:lnTo>
                  <a:lnTo>
                    <a:pt x="126" y="3904"/>
                  </a:lnTo>
                  <a:lnTo>
                    <a:pt x="378" y="4156"/>
                  </a:lnTo>
                  <a:lnTo>
                    <a:pt x="630" y="4408"/>
                  </a:lnTo>
                  <a:lnTo>
                    <a:pt x="882" y="4534"/>
                  </a:lnTo>
                  <a:lnTo>
                    <a:pt x="1260" y="4660"/>
                  </a:lnTo>
                  <a:lnTo>
                    <a:pt x="1763" y="4534"/>
                  </a:lnTo>
                  <a:lnTo>
                    <a:pt x="2141" y="4408"/>
                  </a:lnTo>
                  <a:lnTo>
                    <a:pt x="2519" y="4282"/>
                  </a:lnTo>
                  <a:lnTo>
                    <a:pt x="3023" y="4030"/>
                  </a:lnTo>
                  <a:lnTo>
                    <a:pt x="3652" y="3274"/>
                  </a:lnTo>
                  <a:lnTo>
                    <a:pt x="4156" y="2393"/>
                  </a:lnTo>
                  <a:lnTo>
                    <a:pt x="4282" y="1889"/>
                  </a:lnTo>
                  <a:lnTo>
                    <a:pt x="4282" y="1511"/>
                  </a:lnTo>
                  <a:lnTo>
                    <a:pt x="4282" y="1133"/>
                  </a:lnTo>
                  <a:lnTo>
                    <a:pt x="4156" y="756"/>
                  </a:lnTo>
                  <a:lnTo>
                    <a:pt x="3904" y="504"/>
                  </a:lnTo>
                  <a:lnTo>
                    <a:pt x="3652" y="252"/>
                  </a:lnTo>
                  <a:lnTo>
                    <a:pt x="3275" y="126"/>
                  </a:lnTo>
                  <a:lnTo>
                    <a:pt x="3023"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26"/>
            <p:cNvSpPr/>
            <p:nvPr/>
          </p:nvSpPr>
          <p:spPr>
            <a:xfrm>
              <a:off x="4387479" y="2078955"/>
              <a:ext cx="95712" cy="123023"/>
            </a:xfrm>
            <a:custGeom>
              <a:avLst/>
              <a:gdLst/>
              <a:ahLst/>
              <a:cxnLst/>
              <a:rect l="l" t="t" r="r" b="b"/>
              <a:pathLst>
                <a:path w="2646" h="3401" extrusionOk="0">
                  <a:moveTo>
                    <a:pt x="1890" y="1"/>
                  </a:moveTo>
                  <a:lnTo>
                    <a:pt x="2268" y="379"/>
                  </a:lnTo>
                  <a:lnTo>
                    <a:pt x="2393" y="1008"/>
                  </a:lnTo>
                  <a:lnTo>
                    <a:pt x="2268" y="1638"/>
                  </a:lnTo>
                  <a:lnTo>
                    <a:pt x="1890" y="2267"/>
                  </a:lnTo>
                  <a:lnTo>
                    <a:pt x="1386" y="2771"/>
                  </a:lnTo>
                  <a:lnTo>
                    <a:pt x="756" y="3149"/>
                  </a:lnTo>
                  <a:lnTo>
                    <a:pt x="379" y="3275"/>
                  </a:lnTo>
                  <a:lnTo>
                    <a:pt x="1" y="3149"/>
                  </a:lnTo>
                  <a:lnTo>
                    <a:pt x="1" y="3149"/>
                  </a:lnTo>
                  <a:lnTo>
                    <a:pt x="504" y="3401"/>
                  </a:lnTo>
                  <a:lnTo>
                    <a:pt x="1134" y="3275"/>
                  </a:lnTo>
                  <a:lnTo>
                    <a:pt x="1764" y="2897"/>
                  </a:lnTo>
                  <a:lnTo>
                    <a:pt x="2268" y="2393"/>
                  </a:lnTo>
                  <a:lnTo>
                    <a:pt x="2519" y="1764"/>
                  </a:lnTo>
                  <a:lnTo>
                    <a:pt x="2645" y="1134"/>
                  </a:lnTo>
                  <a:lnTo>
                    <a:pt x="2645" y="756"/>
                  </a:lnTo>
                  <a:lnTo>
                    <a:pt x="2519" y="379"/>
                  </a:lnTo>
                  <a:lnTo>
                    <a:pt x="2268" y="127"/>
                  </a:lnTo>
                  <a:lnTo>
                    <a:pt x="189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26"/>
            <p:cNvSpPr/>
            <p:nvPr/>
          </p:nvSpPr>
          <p:spPr>
            <a:xfrm>
              <a:off x="4369284" y="2078955"/>
              <a:ext cx="104792" cy="118465"/>
            </a:xfrm>
            <a:custGeom>
              <a:avLst/>
              <a:gdLst/>
              <a:ahLst/>
              <a:cxnLst/>
              <a:rect l="l" t="t" r="r" b="b"/>
              <a:pathLst>
                <a:path w="2897" h="3275" extrusionOk="0">
                  <a:moveTo>
                    <a:pt x="2015" y="1"/>
                  </a:moveTo>
                  <a:lnTo>
                    <a:pt x="1637" y="127"/>
                  </a:lnTo>
                  <a:lnTo>
                    <a:pt x="1259" y="253"/>
                  </a:lnTo>
                  <a:lnTo>
                    <a:pt x="756" y="630"/>
                  </a:lnTo>
                  <a:lnTo>
                    <a:pt x="504" y="1008"/>
                  </a:lnTo>
                  <a:lnTo>
                    <a:pt x="252" y="1386"/>
                  </a:lnTo>
                  <a:lnTo>
                    <a:pt x="126" y="2016"/>
                  </a:lnTo>
                  <a:lnTo>
                    <a:pt x="0" y="2267"/>
                  </a:lnTo>
                  <a:lnTo>
                    <a:pt x="126" y="2771"/>
                  </a:lnTo>
                  <a:lnTo>
                    <a:pt x="504" y="3149"/>
                  </a:lnTo>
                  <a:lnTo>
                    <a:pt x="882" y="3275"/>
                  </a:lnTo>
                  <a:lnTo>
                    <a:pt x="1259" y="3149"/>
                  </a:lnTo>
                  <a:lnTo>
                    <a:pt x="1511" y="3023"/>
                  </a:lnTo>
                  <a:lnTo>
                    <a:pt x="1889" y="2771"/>
                  </a:lnTo>
                  <a:lnTo>
                    <a:pt x="2393" y="2267"/>
                  </a:lnTo>
                  <a:lnTo>
                    <a:pt x="2645" y="1890"/>
                  </a:lnTo>
                  <a:lnTo>
                    <a:pt x="2771" y="1638"/>
                  </a:lnTo>
                  <a:lnTo>
                    <a:pt x="2896" y="1008"/>
                  </a:lnTo>
                  <a:lnTo>
                    <a:pt x="2771" y="379"/>
                  </a:lnTo>
                  <a:lnTo>
                    <a:pt x="2393"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26"/>
            <p:cNvSpPr/>
            <p:nvPr/>
          </p:nvSpPr>
          <p:spPr>
            <a:xfrm>
              <a:off x="3540205" y="1987873"/>
              <a:ext cx="168564" cy="296108"/>
            </a:xfrm>
            <a:custGeom>
              <a:avLst/>
              <a:gdLst/>
              <a:ahLst/>
              <a:cxnLst/>
              <a:rect l="l" t="t" r="r" b="b"/>
              <a:pathLst>
                <a:path w="4660" h="8186" extrusionOk="0">
                  <a:moveTo>
                    <a:pt x="1" y="0"/>
                  </a:moveTo>
                  <a:lnTo>
                    <a:pt x="1" y="5415"/>
                  </a:lnTo>
                  <a:lnTo>
                    <a:pt x="4660" y="8186"/>
                  </a:lnTo>
                  <a:lnTo>
                    <a:pt x="4660" y="2771"/>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26"/>
            <p:cNvSpPr/>
            <p:nvPr/>
          </p:nvSpPr>
          <p:spPr>
            <a:xfrm>
              <a:off x="3540205" y="1987873"/>
              <a:ext cx="168564" cy="296108"/>
            </a:xfrm>
            <a:custGeom>
              <a:avLst/>
              <a:gdLst/>
              <a:ahLst/>
              <a:cxnLst/>
              <a:rect l="l" t="t" r="r" b="b"/>
              <a:pathLst>
                <a:path w="4660" h="8186" fill="none" extrusionOk="0">
                  <a:moveTo>
                    <a:pt x="1" y="5415"/>
                  </a:moveTo>
                  <a:lnTo>
                    <a:pt x="1" y="0"/>
                  </a:lnTo>
                  <a:lnTo>
                    <a:pt x="4660" y="2771"/>
                  </a:lnTo>
                  <a:lnTo>
                    <a:pt x="4660" y="8186"/>
                  </a:lnTo>
                  <a:lnTo>
                    <a:pt x="1"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26"/>
            <p:cNvSpPr/>
            <p:nvPr/>
          </p:nvSpPr>
          <p:spPr>
            <a:xfrm>
              <a:off x="3562994" y="2028857"/>
              <a:ext cx="123023" cy="214141"/>
            </a:xfrm>
            <a:custGeom>
              <a:avLst/>
              <a:gdLst/>
              <a:ahLst/>
              <a:cxnLst/>
              <a:rect l="l" t="t" r="r" b="b"/>
              <a:pathLst>
                <a:path w="3401" h="5920" extrusionOk="0">
                  <a:moveTo>
                    <a:pt x="0" y="0"/>
                  </a:moveTo>
                  <a:lnTo>
                    <a:pt x="0" y="1512"/>
                  </a:lnTo>
                  <a:lnTo>
                    <a:pt x="0" y="2141"/>
                  </a:lnTo>
                  <a:lnTo>
                    <a:pt x="0" y="2771"/>
                  </a:lnTo>
                  <a:lnTo>
                    <a:pt x="0" y="3023"/>
                  </a:lnTo>
                  <a:lnTo>
                    <a:pt x="0" y="3904"/>
                  </a:lnTo>
                  <a:lnTo>
                    <a:pt x="378" y="4156"/>
                  </a:lnTo>
                  <a:lnTo>
                    <a:pt x="1008" y="4408"/>
                  </a:lnTo>
                  <a:lnTo>
                    <a:pt x="1260" y="4534"/>
                  </a:lnTo>
                  <a:lnTo>
                    <a:pt x="1385" y="4660"/>
                  </a:lnTo>
                  <a:lnTo>
                    <a:pt x="3400" y="5919"/>
                  </a:lnTo>
                  <a:lnTo>
                    <a:pt x="3400" y="3527"/>
                  </a:lnTo>
                  <a:lnTo>
                    <a:pt x="3400" y="3275"/>
                  </a:lnTo>
                  <a:lnTo>
                    <a:pt x="3400" y="3023"/>
                  </a:lnTo>
                  <a:lnTo>
                    <a:pt x="3400" y="2393"/>
                  </a:lnTo>
                  <a:lnTo>
                    <a:pt x="3400" y="2015"/>
                  </a:lnTo>
                  <a:lnTo>
                    <a:pt x="2645" y="1512"/>
                  </a:lnTo>
                  <a:lnTo>
                    <a:pt x="2519" y="1386"/>
                  </a:lnTo>
                  <a:lnTo>
                    <a:pt x="1889" y="1008"/>
                  </a:lnTo>
                  <a:lnTo>
                    <a:pt x="1385" y="756"/>
                  </a:lnTo>
                  <a:lnTo>
                    <a:pt x="0"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26"/>
            <p:cNvSpPr/>
            <p:nvPr/>
          </p:nvSpPr>
          <p:spPr>
            <a:xfrm>
              <a:off x="3562994" y="2028857"/>
              <a:ext cx="123023" cy="214141"/>
            </a:xfrm>
            <a:custGeom>
              <a:avLst/>
              <a:gdLst/>
              <a:ahLst/>
              <a:cxnLst/>
              <a:rect l="l" t="t" r="r" b="b"/>
              <a:pathLst>
                <a:path w="3401" h="5920" fill="none" extrusionOk="0">
                  <a:moveTo>
                    <a:pt x="2645" y="1512"/>
                  </a:moveTo>
                  <a:lnTo>
                    <a:pt x="2519" y="1386"/>
                  </a:lnTo>
                  <a:lnTo>
                    <a:pt x="1889" y="1008"/>
                  </a:lnTo>
                  <a:lnTo>
                    <a:pt x="1385" y="756"/>
                  </a:lnTo>
                  <a:lnTo>
                    <a:pt x="0" y="0"/>
                  </a:lnTo>
                  <a:lnTo>
                    <a:pt x="0" y="1512"/>
                  </a:lnTo>
                  <a:lnTo>
                    <a:pt x="0" y="2141"/>
                  </a:lnTo>
                  <a:lnTo>
                    <a:pt x="0" y="2771"/>
                  </a:lnTo>
                  <a:lnTo>
                    <a:pt x="0" y="3023"/>
                  </a:lnTo>
                  <a:lnTo>
                    <a:pt x="0" y="3904"/>
                  </a:lnTo>
                  <a:lnTo>
                    <a:pt x="378" y="4156"/>
                  </a:lnTo>
                  <a:lnTo>
                    <a:pt x="1008" y="4408"/>
                  </a:lnTo>
                  <a:lnTo>
                    <a:pt x="1260" y="4534"/>
                  </a:lnTo>
                  <a:lnTo>
                    <a:pt x="1385" y="4660"/>
                  </a:lnTo>
                  <a:lnTo>
                    <a:pt x="3400" y="5919"/>
                  </a:lnTo>
                  <a:lnTo>
                    <a:pt x="3400" y="3527"/>
                  </a:lnTo>
                  <a:lnTo>
                    <a:pt x="3400" y="3275"/>
                  </a:lnTo>
                  <a:lnTo>
                    <a:pt x="3400" y="3023"/>
                  </a:lnTo>
                  <a:lnTo>
                    <a:pt x="3400" y="2393"/>
                  </a:lnTo>
                  <a:lnTo>
                    <a:pt x="3400" y="2015"/>
                  </a:lnTo>
                  <a:lnTo>
                    <a:pt x="2645" y="151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26"/>
            <p:cNvSpPr/>
            <p:nvPr/>
          </p:nvSpPr>
          <p:spPr>
            <a:xfrm>
              <a:off x="3562994" y="2078955"/>
              <a:ext cx="95676" cy="59251"/>
            </a:xfrm>
            <a:custGeom>
              <a:avLst/>
              <a:gdLst/>
              <a:ahLst/>
              <a:cxnLst/>
              <a:rect l="l" t="t" r="r" b="b"/>
              <a:pathLst>
                <a:path w="2645" h="1638" extrusionOk="0">
                  <a:moveTo>
                    <a:pt x="2519" y="1"/>
                  </a:moveTo>
                  <a:lnTo>
                    <a:pt x="0" y="1386"/>
                  </a:lnTo>
                  <a:lnTo>
                    <a:pt x="0" y="1638"/>
                  </a:lnTo>
                  <a:lnTo>
                    <a:pt x="2645" y="127"/>
                  </a:lnTo>
                  <a:lnTo>
                    <a:pt x="2519"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26"/>
            <p:cNvSpPr/>
            <p:nvPr/>
          </p:nvSpPr>
          <p:spPr>
            <a:xfrm>
              <a:off x="3562994" y="2078955"/>
              <a:ext cx="95676" cy="59251"/>
            </a:xfrm>
            <a:custGeom>
              <a:avLst/>
              <a:gdLst/>
              <a:ahLst/>
              <a:cxnLst/>
              <a:rect l="l" t="t" r="r" b="b"/>
              <a:pathLst>
                <a:path w="2645" h="1638" fill="none" extrusionOk="0">
                  <a:moveTo>
                    <a:pt x="2519" y="1"/>
                  </a:moveTo>
                  <a:lnTo>
                    <a:pt x="0" y="1386"/>
                  </a:lnTo>
                  <a:lnTo>
                    <a:pt x="0" y="1638"/>
                  </a:lnTo>
                  <a:lnTo>
                    <a:pt x="2645" y="127"/>
                  </a:lnTo>
                  <a:lnTo>
                    <a:pt x="251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26"/>
            <p:cNvSpPr/>
            <p:nvPr/>
          </p:nvSpPr>
          <p:spPr>
            <a:xfrm>
              <a:off x="3562994" y="2065282"/>
              <a:ext cx="91119" cy="63808"/>
            </a:xfrm>
            <a:custGeom>
              <a:avLst/>
              <a:gdLst/>
              <a:ahLst/>
              <a:cxnLst/>
              <a:rect l="l" t="t" r="r" b="b"/>
              <a:pathLst>
                <a:path w="2519" h="1764" extrusionOk="0">
                  <a:moveTo>
                    <a:pt x="1889" y="1"/>
                  </a:moveTo>
                  <a:lnTo>
                    <a:pt x="0" y="1134"/>
                  </a:lnTo>
                  <a:lnTo>
                    <a:pt x="0" y="1764"/>
                  </a:lnTo>
                  <a:lnTo>
                    <a:pt x="2519" y="379"/>
                  </a:lnTo>
                  <a:lnTo>
                    <a:pt x="1889"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26"/>
            <p:cNvSpPr/>
            <p:nvPr/>
          </p:nvSpPr>
          <p:spPr>
            <a:xfrm>
              <a:off x="3562994" y="2065282"/>
              <a:ext cx="91119" cy="63808"/>
            </a:xfrm>
            <a:custGeom>
              <a:avLst/>
              <a:gdLst/>
              <a:ahLst/>
              <a:cxnLst/>
              <a:rect l="l" t="t" r="r" b="b"/>
              <a:pathLst>
                <a:path w="2519" h="1764" fill="none" extrusionOk="0">
                  <a:moveTo>
                    <a:pt x="1889" y="1"/>
                  </a:moveTo>
                  <a:lnTo>
                    <a:pt x="0" y="1134"/>
                  </a:lnTo>
                  <a:lnTo>
                    <a:pt x="0" y="1764"/>
                  </a:lnTo>
                  <a:lnTo>
                    <a:pt x="2519" y="379"/>
                  </a:lnTo>
                  <a:lnTo>
                    <a:pt x="188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26"/>
            <p:cNvSpPr/>
            <p:nvPr/>
          </p:nvSpPr>
          <p:spPr>
            <a:xfrm>
              <a:off x="3562994" y="2056203"/>
              <a:ext cx="68366" cy="50135"/>
            </a:xfrm>
            <a:custGeom>
              <a:avLst/>
              <a:gdLst/>
              <a:ahLst/>
              <a:cxnLst/>
              <a:rect l="l" t="t" r="r" b="b"/>
              <a:pathLst>
                <a:path w="1890" h="1386" extrusionOk="0">
                  <a:moveTo>
                    <a:pt x="1385" y="0"/>
                  </a:moveTo>
                  <a:lnTo>
                    <a:pt x="0" y="756"/>
                  </a:lnTo>
                  <a:lnTo>
                    <a:pt x="0" y="1385"/>
                  </a:lnTo>
                  <a:lnTo>
                    <a:pt x="1889" y="252"/>
                  </a:lnTo>
                  <a:lnTo>
                    <a:pt x="13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p26"/>
            <p:cNvSpPr/>
            <p:nvPr/>
          </p:nvSpPr>
          <p:spPr>
            <a:xfrm>
              <a:off x="3562994" y="2056203"/>
              <a:ext cx="68366" cy="50135"/>
            </a:xfrm>
            <a:custGeom>
              <a:avLst/>
              <a:gdLst/>
              <a:ahLst/>
              <a:cxnLst/>
              <a:rect l="l" t="t" r="r" b="b"/>
              <a:pathLst>
                <a:path w="1890" h="1386" fill="none" extrusionOk="0">
                  <a:moveTo>
                    <a:pt x="1385" y="0"/>
                  </a:moveTo>
                  <a:lnTo>
                    <a:pt x="0" y="756"/>
                  </a:lnTo>
                  <a:lnTo>
                    <a:pt x="0" y="1385"/>
                  </a:lnTo>
                  <a:lnTo>
                    <a:pt x="1889" y="252"/>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26"/>
            <p:cNvSpPr/>
            <p:nvPr/>
          </p:nvSpPr>
          <p:spPr>
            <a:xfrm>
              <a:off x="3562994" y="2028857"/>
              <a:ext cx="50135" cy="54693"/>
            </a:xfrm>
            <a:custGeom>
              <a:avLst/>
              <a:gdLst/>
              <a:ahLst/>
              <a:cxnLst/>
              <a:rect l="l" t="t" r="r" b="b"/>
              <a:pathLst>
                <a:path w="1386" h="1512" extrusionOk="0">
                  <a:moveTo>
                    <a:pt x="0" y="0"/>
                  </a:moveTo>
                  <a:lnTo>
                    <a:pt x="0" y="1512"/>
                  </a:lnTo>
                  <a:lnTo>
                    <a:pt x="1385" y="756"/>
                  </a:lnTo>
                  <a:lnTo>
                    <a:pt x="0"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26"/>
            <p:cNvSpPr/>
            <p:nvPr/>
          </p:nvSpPr>
          <p:spPr>
            <a:xfrm>
              <a:off x="3576667" y="2115417"/>
              <a:ext cx="109349" cy="72924"/>
            </a:xfrm>
            <a:custGeom>
              <a:avLst/>
              <a:gdLst/>
              <a:ahLst/>
              <a:cxnLst/>
              <a:rect l="l" t="t" r="r" b="b"/>
              <a:pathLst>
                <a:path w="3023" h="2016" extrusionOk="0">
                  <a:moveTo>
                    <a:pt x="3022" y="0"/>
                  </a:moveTo>
                  <a:lnTo>
                    <a:pt x="0" y="1763"/>
                  </a:lnTo>
                  <a:lnTo>
                    <a:pt x="630" y="2015"/>
                  </a:lnTo>
                  <a:lnTo>
                    <a:pt x="3022" y="630"/>
                  </a:lnTo>
                  <a:lnTo>
                    <a:pt x="3022"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26"/>
            <p:cNvSpPr/>
            <p:nvPr/>
          </p:nvSpPr>
          <p:spPr>
            <a:xfrm>
              <a:off x="3576667" y="2115417"/>
              <a:ext cx="109349" cy="72924"/>
            </a:xfrm>
            <a:custGeom>
              <a:avLst/>
              <a:gdLst/>
              <a:ahLst/>
              <a:cxnLst/>
              <a:rect l="l" t="t" r="r" b="b"/>
              <a:pathLst>
                <a:path w="3023" h="2016" fill="none" extrusionOk="0">
                  <a:moveTo>
                    <a:pt x="3022" y="0"/>
                  </a:moveTo>
                  <a:lnTo>
                    <a:pt x="0" y="1763"/>
                  </a:lnTo>
                  <a:lnTo>
                    <a:pt x="630" y="2015"/>
                  </a:lnTo>
                  <a:lnTo>
                    <a:pt x="3022" y="630"/>
                  </a:lnTo>
                  <a:lnTo>
                    <a:pt x="3022"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26"/>
            <p:cNvSpPr/>
            <p:nvPr/>
          </p:nvSpPr>
          <p:spPr>
            <a:xfrm>
              <a:off x="3562994" y="2083513"/>
              <a:ext cx="123023" cy="95712"/>
            </a:xfrm>
            <a:custGeom>
              <a:avLst/>
              <a:gdLst/>
              <a:ahLst/>
              <a:cxnLst/>
              <a:rect l="l" t="t" r="r" b="b"/>
              <a:pathLst>
                <a:path w="3401" h="2646" extrusionOk="0">
                  <a:moveTo>
                    <a:pt x="2645" y="1"/>
                  </a:moveTo>
                  <a:lnTo>
                    <a:pt x="0" y="1512"/>
                  </a:lnTo>
                  <a:lnTo>
                    <a:pt x="0" y="2393"/>
                  </a:lnTo>
                  <a:lnTo>
                    <a:pt x="378" y="2645"/>
                  </a:lnTo>
                  <a:lnTo>
                    <a:pt x="3400" y="882"/>
                  </a:lnTo>
                  <a:lnTo>
                    <a:pt x="3400" y="504"/>
                  </a:lnTo>
                  <a:lnTo>
                    <a:pt x="264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26"/>
            <p:cNvSpPr/>
            <p:nvPr/>
          </p:nvSpPr>
          <p:spPr>
            <a:xfrm>
              <a:off x="3613093" y="2156401"/>
              <a:ext cx="72924" cy="86597"/>
            </a:xfrm>
            <a:custGeom>
              <a:avLst/>
              <a:gdLst/>
              <a:ahLst/>
              <a:cxnLst/>
              <a:rect l="l" t="t" r="r" b="b"/>
              <a:pathLst>
                <a:path w="2016" h="2394" extrusionOk="0">
                  <a:moveTo>
                    <a:pt x="2015" y="1"/>
                  </a:moveTo>
                  <a:lnTo>
                    <a:pt x="0" y="1134"/>
                  </a:lnTo>
                  <a:lnTo>
                    <a:pt x="2015" y="2393"/>
                  </a:lnTo>
                  <a:lnTo>
                    <a:pt x="201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26"/>
            <p:cNvSpPr/>
            <p:nvPr/>
          </p:nvSpPr>
          <p:spPr>
            <a:xfrm>
              <a:off x="3613093" y="2156401"/>
              <a:ext cx="72924" cy="86597"/>
            </a:xfrm>
            <a:custGeom>
              <a:avLst/>
              <a:gdLst/>
              <a:ahLst/>
              <a:cxnLst/>
              <a:rect l="l" t="t" r="r" b="b"/>
              <a:pathLst>
                <a:path w="2016" h="2394" fill="none" extrusionOk="0">
                  <a:moveTo>
                    <a:pt x="2015" y="1"/>
                  </a:moveTo>
                  <a:lnTo>
                    <a:pt x="0" y="1134"/>
                  </a:lnTo>
                  <a:lnTo>
                    <a:pt x="2015" y="2393"/>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26"/>
            <p:cNvSpPr/>
            <p:nvPr/>
          </p:nvSpPr>
          <p:spPr>
            <a:xfrm>
              <a:off x="3608536" y="2147285"/>
              <a:ext cx="77481" cy="50135"/>
            </a:xfrm>
            <a:custGeom>
              <a:avLst/>
              <a:gdLst/>
              <a:ahLst/>
              <a:cxnLst/>
              <a:rect l="l" t="t" r="r" b="b"/>
              <a:pathLst>
                <a:path w="2142" h="1386" extrusionOk="0">
                  <a:moveTo>
                    <a:pt x="2141" y="1"/>
                  </a:moveTo>
                  <a:lnTo>
                    <a:pt x="1" y="1260"/>
                  </a:lnTo>
                  <a:lnTo>
                    <a:pt x="126" y="1386"/>
                  </a:lnTo>
                  <a:lnTo>
                    <a:pt x="2141" y="253"/>
                  </a:lnTo>
                  <a:lnTo>
                    <a:pt x="214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26"/>
            <p:cNvSpPr/>
            <p:nvPr/>
          </p:nvSpPr>
          <p:spPr>
            <a:xfrm>
              <a:off x="3608536" y="2147285"/>
              <a:ext cx="77481" cy="50135"/>
            </a:xfrm>
            <a:custGeom>
              <a:avLst/>
              <a:gdLst/>
              <a:ahLst/>
              <a:cxnLst/>
              <a:rect l="l" t="t" r="r" b="b"/>
              <a:pathLst>
                <a:path w="2142" h="1386" fill="none" extrusionOk="0">
                  <a:moveTo>
                    <a:pt x="2141" y="1"/>
                  </a:moveTo>
                  <a:lnTo>
                    <a:pt x="1" y="1260"/>
                  </a:lnTo>
                  <a:lnTo>
                    <a:pt x="126" y="1386"/>
                  </a:lnTo>
                  <a:lnTo>
                    <a:pt x="2141" y="253"/>
                  </a:lnTo>
                  <a:lnTo>
                    <a:pt x="214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26"/>
            <p:cNvSpPr/>
            <p:nvPr/>
          </p:nvSpPr>
          <p:spPr>
            <a:xfrm>
              <a:off x="3599420" y="2138170"/>
              <a:ext cx="86597" cy="54729"/>
            </a:xfrm>
            <a:custGeom>
              <a:avLst/>
              <a:gdLst/>
              <a:ahLst/>
              <a:cxnLst/>
              <a:rect l="l" t="t" r="r" b="b"/>
              <a:pathLst>
                <a:path w="2394" h="1513" extrusionOk="0">
                  <a:moveTo>
                    <a:pt x="2393" y="1"/>
                  </a:moveTo>
                  <a:lnTo>
                    <a:pt x="1" y="1386"/>
                  </a:lnTo>
                  <a:lnTo>
                    <a:pt x="253" y="1512"/>
                  </a:lnTo>
                  <a:lnTo>
                    <a:pt x="2393" y="253"/>
                  </a:lnTo>
                  <a:lnTo>
                    <a:pt x="2393"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26"/>
            <p:cNvSpPr/>
            <p:nvPr/>
          </p:nvSpPr>
          <p:spPr>
            <a:xfrm>
              <a:off x="3540205" y="1987873"/>
              <a:ext cx="168564" cy="113907"/>
            </a:xfrm>
            <a:custGeom>
              <a:avLst/>
              <a:gdLst/>
              <a:ahLst/>
              <a:cxnLst/>
              <a:rect l="l" t="t" r="r" b="b"/>
              <a:pathLst>
                <a:path w="4660" h="3149" extrusionOk="0">
                  <a:moveTo>
                    <a:pt x="1" y="0"/>
                  </a:moveTo>
                  <a:lnTo>
                    <a:pt x="630" y="1133"/>
                  </a:lnTo>
                  <a:lnTo>
                    <a:pt x="4030" y="3148"/>
                  </a:lnTo>
                  <a:lnTo>
                    <a:pt x="4660" y="2771"/>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26"/>
            <p:cNvSpPr/>
            <p:nvPr/>
          </p:nvSpPr>
          <p:spPr>
            <a:xfrm>
              <a:off x="3540205" y="2170074"/>
              <a:ext cx="168564" cy="113907"/>
            </a:xfrm>
            <a:custGeom>
              <a:avLst/>
              <a:gdLst/>
              <a:ahLst/>
              <a:cxnLst/>
              <a:rect l="l" t="t" r="r" b="b"/>
              <a:pathLst>
                <a:path w="4660" h="3149" extrusionOk="0">
                  <a:moveTo>
                    <a:pt x="630" y="0"/>
                  </a:moveTo>
                  <a:lnTo>
                    <a:pt x="1" y="378"/>
                  </a:lnTo>
                  <a:lnTo>
                    <a:pt x="4660" y="3149"/>
                  </a:lnTo>
                  <a:lnTo>
                    <a:pt x="4030" y="2015"/>
                  </a:lnTo>
                  <a:lnTo>
                    <a:pt x="630"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26"/>
            <p:cNvSpPr/>
            <p:nvPr/>
          </p:nvSpPr>
          <p:spPr>
            <a:xfrm>
              <a:off x="3562994" y="2165516"/>
              <a:ext cx="123023" cy="77481"/>
            </a:xfrm>
            <a:custGeom>
              <a:avLst/>
              <a:gdLst/>
              <a:ahLst/>
              <a:cxnLst/>
              <a:rect l="l" t="t" r="r" b="b"/>
              <a:pathLst>
                <a:path w="3401" h="2142" extrusionOk="0">
                  <a:moveTo>
                    <a:pt x="252" y="0"/>
                  </a:moveTo>
                  <a:lnTo>
                    <a:pt x="0" y="126"/>
                  </a:lnTo>
                  <a:lnTo>
                    <a:pt x="3400" y="2141"/>
                  </a:lnTo>
                  <a:lnTo>
                    <a:pt x="3400" y="1889"/>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26"/>
            <p:cNvSpPr/>
            <p:nvPr/>
          </p:nvSpPr>
          <p:spPr>
            <a:xfrm>
              <a:off x="3562994" y="2028857"/>
              <a:ext cx="9152" cy="141254"/>
            </a:xfrm>
            <a:custGeom>
              <a:avLst/>
              <a:gdLst/>
              <a:ahLst/>
              <a:cxnLst/>
              <a:rect l="l" t="t" r="r" b="b"/>
              <a:pathLst>
                <a:path w="253" h="3905" extrusionOk="0">
                  <a:moveTo>
                    <a:pt x="0" y="0"/>
                  </a:moveTo>
                  <a:lnTo>
                    <a:pt x="0" y="3904"/>
                  </a:lnTo>
                  <a:lnTo>
                    <a:pt x="252" y="3778"/>
                  </a:lnTo>
                  <a:lnTo>
                    <a:pt x="252" y="126"/>
                  </a:lnTo>
                  <a:lnTo>
                    <a:pt x="0"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26"/>
            <p:cNvSpPr/>
            <p:nvPr/>
          </p:nvSpPr>
          <p:spPr>
            <a:xfrm>
              <a:off x="3708770" y="2078955"/>
              <a:ext cx="9115" cy="205026"/>
            </a:xfrm>
            <a:custGeom>
              <a:avLst/>
              <a:gdLst/>
              <a:ahLst/>
              <a:cxnLst/>
              <a:rect l="l" t="t" r="r" b="b"/>
              <a:pathLst>
                <a:path w="252" h="5668" extrusionOk="0">
                  <a:moveTo>
                    <a:pt x="252" y="1"/>
                  </a:moveTo>
                  <a:lnTo>
                    <a:pt x="0" y="253"/>
                  </a:lnTo>
                  <a:lnTo>
                    <a:pt x="0" y="5668"/>
                  </a:lnTo>
                  <a:lnTo>
                    <a:pt x="252" y="5542"/>
                  </a:lnTo>
                  <a:lnTo>
                    <a:pt x="252"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26"/>
            <p:cNvSpPr/>
            <p:nvPr/>
          </p:nvSpPr>
          <p:spPr>
            <a:xfrm>
              <a:off x="3540205" y="1983315"/>
              <a:ext cx="177679" cy="104792"/>
            </a:xfrm>
            <a:custGeom>
              <a:avLst/>
              <a:gdLst/>
              <a:ahLst/>
              <a:cxnLst/>
              <a:rect l="l" t="t" r="r" b="b"/>
              <a:pathLst>
                <a:path w="4912" h="2897" extrusionOk="0">
                  <a:moveTo>
                    <a:pt x="252" y="0"/>
                  </a:moveTo>
                  <a:lnTo>
                    <a:pt x="1" y="126"/>
                  </a:lnTo>
                  <a:lnTo>
                    <a:pt x="4660" y="2897"/>
                  </a:lnTo>
                  <a:lnTo>
                    <a:pt x="4912" y="2645"/>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26"/>
            <p:cNvSpPr/>
            <p:nvPr/>
          </p:nvSpPr>
          <p:spPr>
            <a:xfrm>
              <a:off x="3540205" y="2297618"/>
              <a:ext cx="168564" cy="296108"/>
            </a:xfrm>
            <a:custGeom>
              <a:avLst/>
              <a:gdLst/>
              <a:ahLst/>
              <a:cxnLst/>
              <a:rect l="l" t="t" r="r" b="b"/>
              <a:pathLst>
                <a:path w="4660" h="8186" extrusionOk="0">
                  <a:moveTo>
                    <a:pt x="1" y="0"/>
                  </a:moveTo>
                  <a:lnTo>
                    <a:pt x="1" y="5415"/>
                  </a:lnTo>
                  <a:lnTo>
                    <a:pt x="4660" y="8186"/>
                  </a:lnTo>
                  <a:lnTo>
                    <a:pt x="4660" y="2771"/>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26"/>
            <p:cNvSpPr/>
            <p:nvPr/>
          </p:nvSpPr>
          <p:spPr>
            <a:xfrm>
              <a:off x="3540205" y="2297618"/>
              <a:ext cx="168564" cy="296108"/>
            </a:xfrm>
            <a:custGeom>
              <a:avLst/>
              <a:gdLst/>
              <a:ahLst/>
              <a:cxnLst/>
              <a:rect l="l" t="t" r="r" b="b"/>
              <a:pathLst>
                <a:path w="4660" h="8186" fill="none" extrusionOk="0">
                  <a:moveTo>
                    <a:pt x="1" y="5415"/>
                  </a:moveTo>
                  <a:lnTo>
                    <a:pt x="1" y="0"/>
                  </a:lnTo>
                  <a:lnTo>
                    <a:pt x="4660" y="2771"/>
                  </a:lnTo>
                  <a:lnTo>
                    <a:pt x="4660" y="8186"/>
                  </a:lnTo>
                  <a:lnTo>
                    <a:pt x="1"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26"/>
            <p:cNvSpPr/>
            <p:nvPr/>
          </p:nvSpPr>
          <p:spPr>
            <a:xfrm>
              <a:off x="3562994" y="2338602"/>
              <a:ext cx="123023" cy="214141"/>
            </a:xfrm>
            <a:custGeom>
              <a:avLst/>
              <a:gdLst/>
              <a:ahLst/>
              <a:cxnLst/>
              <a:rect l="l" t="t" r="r" b="b"/>
              <a:pathLst>
                <a:path w="3401" h="5920" extrusionOk="0">
                  <a:moveTo>
                    <a:pt x="0" y="1"/>
                  </a:moveTo>
                  <a:lnTo>
                    <a:pt x="0" y="1512"/>
                  </a:lnTo>
                  <a:lnTo>
                    <a:pt x="0" y="2142"/>
                  </a:lnTo>
                  <a:lnTo>
                    <a:pt x="0" y="2771"/>
                  </a:lnTo>
                  <a:lnTo>
                    <a:pt x="0" y="3023"/>
                  </a:lnTo>
                  <a:lnTo>
                    <a:pt x="0" y="3905"/>
                  </a:lnTo>
                  <a:lnTo>
                    <a:pt x="378" y="4157"/>
                  </a:lnTo>
                  <a:lnTo>
                    <a:pt x="1008" y="4408"/>
                  </a:lnTo>
                  <a:lnTo>
                    <a:pt x="1260" y="4534"/>
                  </a:lnTo>
                  <a:lnTo>
                    <a:pt x="1385" y="4660"/>
                  </a:lnTo>
                  <a:lnTo>
                    <a:pt x="3400" y="5920"/>
                  </a:lnTo>
                  <a:lnTo>
                    <a:pt x="3400" y="3527"/>
                  </a:lnTo>
                  <a:lnTo>
                    <a:pt x="3400" y="3275"/>
                  </a:lnTo>
                  <a:lnTo>
                    <a:pt x="3400" y="3023"/>
                  </a:lnTo>
                  <a:lnTo>
                    <a:pt x="3400" y="2394"/>
                  </a:lnTo>
                  <a:lnTo>
                    <a:pt x="3400" y="2016"/>
                  </a:lnTo>
                  <a:lnTo>
                    <a:pt x="2645" y="1512"/>
                  </a:lnTo>
                  <a:lnTo>
                    <a:pt x="2519" y="1386"/>
                  </a:lnTo>
                  <a:lnTo>
                    <a:pt x="1889" y="1008"/>
                  </a:lnTo>
                  <a:lnTo>
                    <a:pt x="1385" y="756"/>
                  </a:ln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26"/>
            <p:cNvSpPr/>
            <p:nvPr/>
          </p:nvSpPr>
          <p:spPr>
            <a:xfrm>
              <a:off x="3562994" y="2338602"/>
              <a:ext cx="123023" cy="214141"/>
            </a:xfrm>
            <a:custGeom>
              <a:avLst/>
              <a:gdLst/>
              <a:ahLst/>
              <a:cxnLst/>
              <a:rect l="l" t="t" r="r" b="b"/>
              <a:pathLst>
                <a:path w="3401" h="5920" fill="none" extrusionOk="0">
                  <a:moveTo>
                    <a:pt x="2645" y="1512"/>
                  </a:moveTo>
                  <a:lnTo>
                    <a:pt x="2519" y="1386"/>
                  </a:lnTo>
                  <a:lnTo>
                    <a:pt x="1889" y="1008"/>
                  </a:lnTo>
                  <a:lnTo>
                    <a:pt x="1385" y="756"/>
                  </a:lnTo>
                  <a:lnTo>
                    <a:pt x="0" y="1"/>
                  </a:lnTo>
                  <a:lnTo>
                    <a:pt x="0" y="1512"/>
                  </a:lnTo>
                  <a:lnTo>
                    <a:pt x="0" y="2142"/>
                  </a:lnTo>
                  <a:lnTo>
                    <a:pt x="0" y="2771"/>
                  </a:lnTo>
                  <a:lnTo>
                    <a:pt x="0" y="3023"/>
                  </a:lnTo>
                  <a:lnTo>
                    <a:pt x="0" y="3905"/>
                  </a:lnTo>
                  <a:lnTo>
                    <a:pt x="378" y="4157"/>
                  </a:lnTo>
                  <a:lnTo>
                    <a:pt x="1008" y="4408"/>
                  </a:lnTo>
                  <a:lnTo>
                    <a:pt x="1260" y="4534"/>
                  </a:lnTo>
                  <a:lnTo>
                    <a:pt x="1385" y="4660"/>
                  </a:lnTo>
                  <a:lnTo>
                    <a:pt x="3400" y="5920"/>
                  </a:lnTo>
                  <a:lnTo>
                    <a:pt x="3400" y="3527"/>
                  </a:lnTo>
                  <a:lnTo>
                    <a:pt x="3400" y="3275"/>
                  </a:lnTo>
                  <a:lnTo>
                    <a:pt x="3400" y="3023"/>
                  </a:lnTo>
                  <a:lnTo>
                    <a:pt x="3400" y="2394"/>
                  </a:lnTo>
                  <a:lnTo>
                    <a:pt x="3400" y="2016"/>
                  </a:lnTo>
                  <a:lnTo>
                    <a:pt x="2645" y="151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26"/>
            <p:cNvSpPr/>
            <p:nvPr/>
          </p:nvSpPr>
          <p:spPr>
            <a:xfrm>
              <a:off x="3562994" y="2388737"/>
              <a:ext cx="95676" cy="59251"/>
            </a:xfrm>
            <a:custGeom>
              <a:avLst/>
              <a:gdLst/>
              <a:ahLst/>
              <a:cxnLst/>
              <a:rect l="l" t="t" r="r" b="b"/>
              <a:pathLst>
                <a:path w="2645" h="1638" extrusionOk="0">
                  <a:moveTo>
                    <a:pt x="2519" y="0"/>
                  </a:moveTo>
                  <a:lnTo>
                    <a:pt x="0" y="1385"/>
                  </a:lnTo>
                  <a:lnTo>
                    <a:pt x="0" y="1637"/>
                  </a:lnTo>
                  <a:lnTo>
                    <a:pt x="2645" y="126"/>
                  </a:lnTo>
                  <a:lnTo>
                    <a:pt x="2519"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26"/>
            <p:cNvSpPr/>
            <p:nvPr/>
          </p:nvSpPr>
          <p:spPr>
            <a:xfrm>
              <a:off x="3562994" y="2388737"/>
              <a:ext cx="95676" cy="59251"/>
            </a:xfrm>
            <a:custGeom>
              <a:avLst/>
              <a:gdLst/>
              <a:ahLst/>
              <a:cxnLst/>
              <a:rect l="l" t="t" r="r" b="b"/>
              <a:pathLst>
                <a:path w="2645" h="1638" fill="none" extrusionOk="0">
                  <a:moveTo>
                    <a:pt x="2519" y="0"/>
                  </a:moveTo>
                  <a:lnTo>
                    <a:pt x="0" y="1385"/>
                  </a:lnTo>
                  <a:lnTo>
                    <a:pt x="0" y="1637"/>
                  </a:lnTo>
                  <a:lnTo>
                    <a:pt x="2645" y="126"/>
                  </a:lnTo>
                  <a:lnTo>
                    <a:pt x="251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26"/>
            <p:cNvSpPr/>
            <p:nvPr/>
          </p:nvSpPr>
          <p:spPr>
            <a:xfrm>
              <a:off x="3562994" y="2375064"/>
              <a:ext cx="91119" cy="63808"/>
            </a:xfrm>
            <a:custGeom>
              <a:avLst/>
              <a:gdLst/>
              <a:ahLst/>
              <a:cxnLst/>
              <a:rect l="l" t="t" r="r" b="b"/>
              <a:pathLst>
                <a:path w="2519" h="1764" extrusionOk="0">
                  <a:moveTo>
                    <a:pt x="1889" y="0"/>
                  </a:moveTo>
                  <a:lnTo>
                    <a:pt x="0" y="1134"/>
                  </a:lnTo>
                  <a:lnTo>
                    <a:pt x="0" y="1763"/>
                  </a:lnTo>
                  <a:lnTo>
                    <a:pt x="2519" y="378"/>
                  </a:lnTo>
                  <a:lnTo>
                    <a:pt x="1889"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26"/>
            <p:cNvSpPr/>
            <p:nvPr/>
          </p:nvSpPr>
          <p:spPr>
            <a:xfrm>
              <a:off x="3562994" y="2375064"/>
              <a:ext cx="91119" cy="63808"/>
            </a:xfrm>
            <a:custGeom>
              <a:avLst/>
              <a:gdLst/>
              <a:ahLst/>
              <a:cxnLst/>
              <a:rect l="l" t="t" r="r" b="b"/>
              <a:pathLst>
                <a:path w="2519" h="1764" fill="none" extrusionOk="0">
                  <a:moveTo>
                    <a:pt x="1889" y="0"/>
                  </a:moveTo>
                  <a:lnTo>
                    <a:pt x="0" y="1134"/>
                  </a:lnTo>
                  <a:lnTo>
                    <a:pt x="0" y="1763"/>
                  </a:lnTo>
                  <a:lnTo>
                    <a:pt x="2519" y="378"/>
                  </a:lnTo>
                  <a:lnTo>
                    <a:pt x="188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26"/>
            <p:cNvSpPr/>
            <p:nvPr/>
          </p:nvSpPr>
          <p:spPr>
            <a:xfrm>
              <a:off x="3562994" y="2365948"/>
              <a:ext cx="68366" cy="50135"/>
            </a:xfrm>
            <a:custGeom>
              <a:avLst/>
              <a:gdLst/>
              <a:ahLst/>
              <a:cxnLst/>
              <a:rect l="l" t="t" r="r" b="b"/>
              <a:pathLst>
                <a:path w="1890" h="1386" extrusionOk="0">
                  <a:moveTo>
                    <a:pt x="1385" y="0"/>
                  </a:moveTo>
                  <a:lnTo>
                    <a:pt x="0" y="756"/>
                  </a:lnTo>
                  <a:lnTo>
                    <a:pt x="0" y="1386"/>
                  </a:lnTo>
                  <a:lnTo>
                    <a:pt x="1889" y="252"/>
                  </a:lnTo>
                  <a:lnTo>
                    <a:pt x="13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26"/>
            <p:cNvSpPr/>
            <p:nvPr/>
          </p:nvSpPr>
          <p:spPr>
            <a:xfrm>
              <a:off x="3562994" y="2365948"/>
              <a:ext cx="68366" cy="50135"/>
            </a:xfrm>
            <a:custGeom>
              <a:avLst/>
              <a:gdLst/>
              <a:ahLst/>
              <a:cxnLst/>
              <a:rect l="l" t="t" r="r" b="b"/>
              <a:pathLst>
                <a:path w="1890" h="1386" fill="none" extrusionOk="0">
                  <a:moveTo>
                    <a:pt x="1385" y="0"/>
                  </a:moveTo>
                  <a:lnTo>
                    <a:pt x="0" y="756"/>
                  </a:lnTo>
                  <a:lnTo>
                    <a:pt x="0" y="1386"/>
                  </a:lnTo>
                  <a:lnTo>
                    <a:pt x="1889" y="252"/>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26"/>
            <p:cNvSpPr/>
            <p:nvPr/>
          </p:nvSpPr>
          <p:spPr>
            <a:xfrm>
              <a:off x="3562994" y="2338602"/>
              <a:ext cx="50135" cy="54693"/>
            </a:xfrm>
            <a:custGeom>
              <a:avLst/>
              <a:gdLst/>
              <a:ahLst/>
              <a:cxnLst/>
              <a:rect l="l" t="t" r="r" b="b"/>
              <a:pathLst>
                <a:path w="1386" h="1512" extrusionOk="0">
                  <a:moveTo>
                    <a:pt x="0" y="1"/>
                  </a:moveTo>
                  <a:lnTo>
                    <a:pt x="0" y="1512"/>
                  </a:lnTo>
                  <a:lnTo>
                    <a:pt x="1385" y="756"/>
                  </a:lnTo>
                  <a:lnTo>
                    <a:pt x="0"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26"/>
            <p:cNvSpPr/>
            <p:nvPr/>
          </p:nvSpPr>
          <p:spPr>
            <a:xfrm>
              <a:off x="3576667" y="2425163"/>
              <a:ext cx="109349" cy="72924"/>
            </a:xfrm>
            <a:custGeom>
              <a:avLst/>
              <a:gdLst/>
              <a:ahLst/>
              <a:cxnLst/>
              <a:rect l="l" t="t" r="r" b="b"/>
              <a:pathLst>
                <a:path w="3023" h="2016" extrusionOk="0">
                  <a:moveTo>
                    <a:pt x="3022" y="1"/>
                  </a:moveTo>
                  <a:lnTo>
                    <a:pt x="0" y="1764"/>
                  </a:lnTo>
                  <a:lnTo>
                    <a:pt x="630" y="2015"/>
                  </a:lnTo>
                  <a:lnTo>
                    <a:pt x="3022" y="630"/>
                  </a:lnTo>
                  <a:lnTo>
                    <a:pt x="3022"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26"/>
            <p:cNvSpPr/>
            <p:nvPr/>
          </p:nvSpPr>
          <p:spPr>
            <a:xfrm>
              <a:off x="3576667" y="2425163"/>
              <a:ext cx="109349" cy="72924"/>
            </a:xfrm>
            <a:custGeom>
              <a:avLst/>
              <a:gdLst/>
              <a:ahLst/>
              <a:cxnLst/>
              <a:rect l="l" t="t" r="r" b="b"/>
              <a:pathLst>
                <a:path w="3023" h="2016" fill="none" extrusionOk="0">
                  <a:moveTo>
                    <a:pt x="3022" y="1"/>
                  </a:moveTo>
                  <a:lnTo>
                    <a:pt x="0" y="1764"/>
                  </a:lnTo>
                  <a:lnTo>
                    <a:pt x="630" y="2015"/>
                  </a:lnTo>
                  <a:lnTo>
                    <a:pt x="3022" y="630"/>
                  </a:lnTo>
                  <a:lnTo>
                    <a:pt x="3022"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26"/>
            <p:cNvSpPr/>
            <p:nvPr/>
          </p:nvSpPr>
          <p:spPr>
            <a:xfrm>
              <a:off x="3562994" y="2393259"/>
              <a:ext cx="123023" cy="95712"/>
            </a:xfrm>
            <a:custGeom>
              <a:avLst/>
              <a:gdLst/>
              <a:ahLst/>
              <a:cxnLst/>
              <a:rect l="l" t="t" r="r" b="b"/>
              <a:pathLst>
                <a:path w="3401" h="2646" extrusionOk="0">
                  <a:moveTo>
                    <a:pt x="2645" y="1"/>
                  </a:moveTo>
                  <a:lnTo>
                    <a:pt x="0" y="1512"/>
                  </a:lnTo>
                  <a:lnTo>
                    <a:pt x="0" y="2394"/>
                  </a:lnTo>
                  <a:lnTo>
                    <a:pt x="378" y="2646"/>
                  </a:lnTo>
                  <a:lnTo>
                    <a:pt x="3400" y="883"/>
                  </a:lnTo>
                  <a:lnTo>
                    <a:pt x="3400" y="505"/>
                  </a:lnTo>
                  <a:lnTo>
                    <a:pt x="264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26"/>
            <p:cNvSpPr/>
            <p:nvPr/>
          </p:nvSpPr>
          <p:spPr>
            <a:xfrm>
              <a:off x="3613093" y="2466146"/>
              <a:ext cx="72924" cy="86597"/>
            </a:xfrm>
            <a:custGeom>
              <a:avLst/>
              <a:gdLst/>
              <a:ahLst/>
              <a:cxnLst/>
              <a:rect l="l" t="t" r="r" b="b"/>
              <a:pathLst>
                <a:path w="2016" h="2394" extrusionOk="0">
                  <a:moveTo>
                    <a:pt x="2015" y="1"/>
                  </a:moveTo>
                  <a:lnTo>
                    <a:pt x="0" y="1134"/>
                  </a:lnTo>
                  <a:lnTo>
                    <a:pt x="2015" y="2394"/>
                  </a:lnTo>
                  <a:lnTo>
                    <a:pt x="201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26"/>
            <p:cNvSpPr/>
            <p:nvPr/>
          </p:nvSpPr>
          <p:spPr>
            <a:xfrm>
              <a:off x="3613093" y="2466146"/>
              <a:ext cx="72924" cy="86597"/>
            </a:xfrm>
            <a:custGeom>
              <a:avLst/>
              <a:gdLst/>
              <a:ahLst/>
              <a:cxnLst/>
              <a:rect l="l" t="t" r="r" b="b"/>
              <a:pathLst>
                <a:path w="2016" h="2394" fill="none" extrusionOk="0">
                  <a:moveTo>
                    <a:pt x="2015" y="1"/>
                  </a:moveTo>
                  <a:lnTo>
                    <a:pt x="0" y="1134"/>
                  </a:lnTo>
                  <a:lnTo>
                    <a:pt x="2015" y="2394"/>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26"/>
            <p:cNvSpPr/>
            <p:nvPr/>
          </p:nvSpPr>
          <p:spPr>
            <a:xfrm>
              <a:off x="3608536" y="2457067"/>
              <a:ext cx="77481" cy="50135"/>
            </a:xfrm>
            <a:custGeom>
              <a:avLst/>
              <a:gdLst/>
              <a:ahLst/>
              <a:cxnLst/>
              <a:rect l="l" t="t" r="r" b="b"/>
              <a:pathLst>
                <a:path w="2142" h="1386" extrusionOk="0">
                  <a:moveTo>
                    <a:pt x="2141" y="0"/>
                  </a:moveTo>
                  <a:lnTo>
                    <a:pt x="1" y="1259"/>
                  </a:lnTo>
                  <a:lnTo>
                    <a:pt x="126" y="1385"/>
                  </a:lnTo>
                  <a:lnTo>
                    <a:pt x="2141" y="252"/>
                  </a:lnTo>
                  <a:lnTo>
                    <a:pt x="2141"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26"/>
            <p:cNvSpPr/>
            <p:nvPr/>
          </p:nvSpPr>
          <p:spPr>
            <a:xfrm>
              <a:off x="3608536" y="2457067"/>
              <a:ext cx="77481" cy="50135"/>
            </a:xfrm>
            <a:custGeom>
              <a:avLst/>
              <a:gdLst/>
              <a:ahLst/>
              <a:cxnLst/>
              <a:rect l="l" t="t" r="r" b="b"/>
              <a:pathLst>
                <a:path w="2142" h="1386" fill="none" extrusionOk="0">
                  <a:moveTo>
                    <a:pt x="2141" y="0"/>
                  </a:moveTo>
                  <a:lnTo>
                    <a:pt x="1" y="1259"/>
                  </a:lnTo>
                  <a:lnTo>
                    <a:pt x="126" y="1385"/>
                  </a:lnTo>
                  <a:lnTo>
                    <a:pt x="2141" y="252"/>
                  </a:lnTo>
                  <a:lnTo>
                    <a:pt x="2141"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26"/>
            <p:cNvSpPr/>
            <p:nvPr/>
          </p:nvSpPr>
          <p:spPr>
            <a:xfrm>
              <a:off x="3599420" y="2447952"/>
              <a:ext cx="86597" cy="54693"/>
            </a:xfrm>
            <a:custGeom>
              <a:avLst/>
              <a:gdLst/>
              <a:ahLst/>
              <a:cxnLst/>
              <a:rect l="l" t="t" r="r" b="b"/>
              <a:pathLst>
                <a:path w="2394" h="1512" extrusionOk="0">
                  <a:moveTo>
                    <a:pt x="2393" y="0"/>
                  </a:moveTo>
                  <a:lnTo>
                    <a:pt x="1" y="1385"/>
                  </a:lnTo>
                  <a:lnTo>
                    <a:pt x="253" y="1511"/>
                  </a:lnTo>
                  <a:lnTo>
                    <a:pt x="2393" y="252"/>
                  </a:lnTo>
                  <a:lnTo>
                    <a:pt x="2393"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26"/>
            <p:cNvSpPr/>
            <p:nvPr/>
          </p:nvSpPr>
          <p:spPr>
            <a:xfrm>
              <a:off x="3540205" y="2297618"/>
              <a:ext cx="168564" cy="113907"/>
            </a:xfrm>
            <a:custGeom>
              <a:avLst/>
              <a:gdLst/>
              <a:ahLst/>
              <a:cxnLst/>
              <a:rect l="l" t="t" r="r" b="b"/>
              <a:pathLst>
                <a:path w="4660" h="3149" extrusionOk="0">
                  <a:moveTo>
                    <a:pt x="1" y="0"/>
                  </a:moveTo>
                  <a:lnTo>
                    <a:pt x="630" y="1134"/>
                  </a:lnTo>
                  <a:lnTo>
                    <a:pt x="4030" y="3149"/>
                  </a:lnTo>
                  <a:lnTo>
                    <a:pt x="4660" y="2771"/>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26"/>
            <p:cNvSpPr/>
            <p:nvPr/>
          </p:nvSpPr>
          <p:spPr>
            <a:xfrm>
              <a:off x="3540205" y="2479820"/>
              <a:ext cx="168564" cy="113907"/>
            </a:xfrm>
            <a:custGeom>
              <a:avLst/>
              <a:gdLst/>
              <a:ahLst/>
              <a:cxnLst/>
              <a:rect l="l" t="t" r="r" b="b"/>
              <a:pathLst>
                <a:path w="4660" h="3149" extrusionOk="0">
                  <a:moveTo>
                    <a:pt x="630" y="1"/>
                  </a:moveTo>
                  <a:lnTo>
                    <a:pt x="1" y="378"/>
                  </a:lnTo>
                  <a:lnTo>
                    <a:pt x="4660" y="3149"/>
                  </a:lnTo>
                  <a:lnTo>
                    <a:pt x="4030" y="2016"/>
                  </a:lnTo>
                  <a:lnTo>
                    <a:pt x="63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26"/>
            <p:cNvSpPr/>
            <p:nvPr/>
          </p:nvSpPr>
          <p:spPr>
            <a:xfrm>
              <a:off x="3562994" y="2475262"/>
              <a:ext cx="123023" cy="77481"/>
            </a:xfrm>
            <a:custGeom>
              <a:avLst/>
              <a:gdLst/>
              <a:ahLst/>
              <a:cxnLst/>
              <a:rect l="l" t="t" r="r" b="b"/>
              <a:pathLst>
                <a:path w="3401" h="2142" extrusionOk="0">
                  <a:moveTo>
                    <a:pt x="252" y="1"/>
                  </a:moveTo>
                  <a:lnTo>
                    <a:pt x="0" y="127"/>
                  </a:lnTo>
                  <a:lnTo>
                    <a:pt x="3400" y="2142"/>
                  </a:lnTo>
                  <a:lnTo>
                    <a:pt x="3400" y="1890"/>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26"/>
            <p:cNvSpPr/>
            <p:nvPr/>
          </p:nvSpPr>
          <p:spPr>
            <a:xfrm>
              <a:off x="3562994" y="2338602"/>
              <a:ext cx="9152" cy="141254"/>
            </a:xfrm>
            <a:custGeom>
              <a:avLst/>
              <a:gdLst/>
              <a:ahLst/>
              <a:cxnLst/>
              <a:rect l="l" t="t" r="r" b="b"/>
              <a:pathLst>
                <a:path w="253" h="3905" extrusionOk="0">
                  <a:moveTo>
                    <a:pt x="0" y="1"/>
                  </a:moveTo>
                  <a:lnTo>
                    <a:pt x="0" y="3905"/>
                  </a:lnTo>
                  <a:lnTo>
                    <a:pt x="252" y="3779"/>
                  </a:lnTo>
                  <a:lnTo>
                    <a:pt x="252" y="127"/>
                  </a:lnTo>
                  <a:lnTo>
                    <a:pt x="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26"/>
            <p:cNvSpPr/>
            <p:nvPr/>
          </p:nvSpPr>
          <p:spPr>
            <a:xfrm>
              <a:off x="3708770" y="2388737"/>
              <a:ext cx="9115" cy="204990"/>
            </a:xfrm>
            <a:custGeom>
              <a:avLst/>
              <a:gdLst/>
              <a:ahLst/>
              <a:cxnLst/>
              <a:rect l="l" t="t" r="r" b="b"/>
              <a:pathLst>
                <a:path w="252" h="5667" extrusionOk="0">
                  <a:moveTo>
                    <a:pt x="252" y="0"/>
                  </a:moveTo>
                  <a:lnTo>
                    <a:pt x="0" y="252"/>
                  </a:lnTo>
                  <a:lnTo>
                    <a:pt x="0" y="5667"/>
                  </a:lnTo>
                  <a:lnTo>
                    <a:pt x="252" y="5541"/>
                  </a:lnTo>
                  <a:lnTo>
                    <a:pt x="25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26"/>
            <p:cNvSpPr/>
            <p:nvPr/>
          </p:nvSpPr>
          <p:spPr>
            <a:xfrm>
              <a:off x="3540205" y="2293061"/>
              <a:ext cx="177679" cy="104792"/>
            </a:xfrm>
            <a:custGeom>
              <a:avLst/>
              <a:gdLst/>
              <a:ahLst/>
              <a:cxnLst/>
              <a:rect l="l" t="t" r="r" b="b"/>
              <a:pathLst>
                <a:path w="4912" h="2897" extrusionOk="0">
                  <a:moveTo>
                    <a:pt x="252" y="1"/>
                  </a:moveTo>
                  <a:lnTo>
                    <a:pt x="1" y="126"/>
                  </a:lnTo>
                  <a:lnTo>
                    <a:pt x="4660" y="2897"/>
                  </a:lnTo>
                  <a:lnTo>
                    <a:pt x="4912" y="2645"/>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26"/>
            <p:cNvSpPr/>
            <p:nvPr/>
          </p:nvSpPr>
          <p:spPr>
            <a:xfrm>
              <a:off x="4095963" y="2429721"/>
              <a:ext cx="1120624" cy="660546"/>
            </a:xfrm>
            <a:custGeom>
              <a:avLst/>
              <a:gdLst/>
              <a:ahLst/>
              <a:cxnLst/>
              <a:rect l="l" t="t" r="r" b="b"/>
              <a:pathLst>
                <a:path w="30980" h="18261" extrusionOk="0">
                  <a:moveTo>
                    <a:pt x="16497" y="0"/>
                  </a:moveTo>
                  <a:lnTo>
                    <a:pt x="0" y="9445"/>
                  </a:lnTo>
                  <a:lnTo>
                    <a:pt x="14482" y="18261"/>
                  </a:lnTo>
                  <a:lnTo>
                    <a:pt x="30979" y="8438"/>
                  </a:lnTo>
                  <a:lnTo>
                    <a:pt x="16497"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26"/>
            <p:cNvSpPr/>
            <p:nvPr/>
          </p:nvSpPr>
          <p:spPr>
            <a:xfrm>
              <a:off x="4209835" y="2520839"/>
              <a:ext cx="482903" cy="337128"/>
            </a:xfrm>
            <a:custGeom>
              <a:avLst/>
              <a:gdLst/>
              <a:ahLst/>
              <a:cxnLst/>
              <a:rect l="l" t="t" r="r" b="b"/>
              <a:pathLst>
                <a:path w="13350" h="9320" extrusionOk="0">
                  <a:moveTo>
                    <a:pt x="13349" y="0"/>
                  </a:moveTo>
                  <a:lnTo>
                    <a:pt x="0" y="7430"/>
                  </a:lnTo>
                  <a:lnTo>
                    <a:pt x="0" y="9319"/>
                  </a:lnTo>
                  <a:lnTo>
                    <a:pt x="13349" y="1763"/>
                  </a:lnTo>
                  <a:lnTo>
                    <a:pt x="13349" y="0"/>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26"/>
            <p:cNvSpPr/>
            <p:nvPr/>
          </p:nvSpPr>
          <p:spPr>
            <a:xfrm>
              <a:off x="4692704" y="2520839"/>
              <a:ext cx="409979" cy="300666"/>
            </a:xfrm>
            <a:custGeom>
              <a:avLst/>
              <a:gdLst/>
              <a:ahLst/>
              <a:cxnLst/>
              <a:rect l="l" t="t" r="r" b="b"/>
              <a:pathLst>
                <a:path w="11334" h="8312" extrusionOk="0">
                  <a:moveTo>
                    <a:pt x="0" y="0"/>
                  </a:moveTo>
                  <a:lnTo>
                    <a:pt x="0" y="1763"/>
                  </a:lnTo>
                  <a:lnTo>
                    <a:pt x="11334" y="8312"/>
                  </a:lnTo>
                  <a:lnTo>
                    <a:pt x="11334" y="6549"/>
                  </a:lnTo>
                  <a:lnTo>
                    <a:pt x="0" y="0"/>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26"/>
            <p:cNvSpPr/>
            <p:nvPr/>
          </p:nvSpPr>
          <p:spPr>
            <a:xfrm>
              <a:off x="4095963" y="2771370"/>
              <a:ext cx="523886" cy="1147970"/>
            </a:xfrm>
            <a:custGeom>
              <a:avLst/>
              <a:gdLst/>
              <a:ahLst/>
              <a:cxnLst/>
              <a:rect l="l" t="t" r="r" b="b"/>
              <a:pathLst>
                <a:path w="14483" h="31736" extrusionOk="0">
                  <a:moveTo>
                    <a:pt x="0" y="0"/>
                  </a:moveTo>
                  <a:lnTo>
                    <a:pt x="0" y="23298"/>
                  </a:lnTo>
                  <a:lnTo>
                    <a:pt x="14482" y="31735"/>
                  </a:lnTo>
                  <a:lnTo>
                    <a:pt x="14482" y="8690"/>
                  </a:lnTo>
                  <a:lnTo>
                    <a:pt x="0"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26"/>
            <p:cNvSpPr/>
            <p:nvPr/>
          </p:nvSpPr>
          <p:spPr>
            <a:xfrm>
              <a:off x="4095963" y="2771370"/>
              <a:ext cx="523886" cy="1147970"/>
            </a:xfrm>
            <a:custGeom>
              <a:avLst/>
              <a:gdLst/>
              <a:ahLst/>
              <a:cxnLst/>
              <a:rect l="l" t="t" r="r" b="b"/>
              <a:pathLst>
                <a:path w="14483" h="31736" fill="none" extrusionOk="0">
                  <a:moveTo>
                    <a:pt x="14482" y="31735"/>
                  </a:moveTo>
                  <a:lnTo>
                    <a:pt x="0" y="23298"/>
                  </a:lnTo>
                  <a:lnTo>
                    <a:pt x="0" y="0"/>
                  </a:lnTo>
                  <a:lnTo>
                    <a:pt x="14482" y="8690"/>
                  </a:lnTo>
                  <a:lnTo>
                    <a:pt x="14482" y="3173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26"/>
            <p:cNvSpPr/>
            <p:nvPr/>
          </p:nvSpPr>
          <p:spPr>
            <a:xfrm>
              <a:off x="4619816" y="2425163"/>
              <a:ext cx="1125182" cy="1494177"/>
            </a:xfrm>
            <a:custGeom>
              <a:avLst/>
              <a:gdLst/>
              <a:ahLst/>
              <a:cxnLst/>
              <a:rect l="l" t="t" r="r" b="b"/>
              <a:pathLst>
                <a:path w="31106" h="41307" extrusionOk="0">
                  <a:moveTo>
                    <a:pt x="31105" y="1"/>
                  </a:moveTo>
                  <a:lnTo>
                    <a:pt x="16497" y="8564"/>
                  </a:lnTo>
                  <a:lnTo>
                    <a:pt x="0" y="18261"/>
                  </a:lnTo>
                  <a:lnTo>
                    <a:pt x="0" y="41306"/>
                  </a:lnTo>
                  <a:lnTo>
                    <a:pt x="16497" y="31609"/>
                  </a:lnTo>
                  <a:lnTo>
                    <a:pt x="31105" y="23928"/>
                  </a:lnTo>
                  <a:lnTo>
                    <a:pt x="31105" y="1"/>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26"/>
            <p:cNvSpPr/>
            <p:nvPr/>
          </p:nvSpPr>
          <p:spPr>
            <a:xfrm>
              <a:off x="4619816" y="2425163"/>
              <a:ext cx="1125182" cy="1494177"/>
            </a:xfrm>
            <a:custGeom>
              <a:avLst/>
              <a:gdLst/>
              <a:ahLst/>
              <a:cxnLst/>
              <a:rect l="l" t="t" r="r" b="b"/>
              <a:pathLst>
                <a:path w="31106" h="41307" fill="none" extrusionOk="0">
                  <a:moveTo>
                    <a:pt x="16497" y="8564"/>
                  </a:moveTo>
                  <a:lnTo>
                    <a:pt x="16497" y="8564"/>
                  </a:lnTo>
                  <a:lnTo>
                    <a:pt x="0" y="18261"/>
                  </a:lnTo>
                  <a:lnTo>
                    <a:pt x="0" y="41306"/>
                  </a:lnTo>
                  <a:lnTo>
                    <a:pt x="16497" y="31609"/>
                  </a:lnTo>
                  <a:lnTo>
                    <a:pt x="31105" y="23928"/>
                  </a:lnTo>
                  <a:lnTo>
                    <a:pt x="31105" y="1"/>
                  </a:lnTo>
                  <a:lnTo>
                    <a:pt x="16497" y="8564"/>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26"/>
            <p:cNvSpPr/>
            <p:nvPr/>
          </p:nvSpPr>
          <p:spPr>
            <a:xfrm>
              <a:off x="4095963" y="2712156"/>
              <a:ext cx="523886" cy="373553"/>
            </a:xfrm>
            <a:custGeom>
              <a:avLst/>
              <a:gdLst/>
              <a:ahLst/>
              <a:cxnLst/>
              <a:rect l="l" t="t" r="r" b="b"/>
              <a:pathLst>
                <a:path w="14483" h="10327" extrusionOk="0">
                  <a:moveTo>
                    <a:pt x="2897" y="0"/>
                  </a:moveTo>
                  <a:lnTo>
                    <a:pt x="0" y="1637"/>
                  </a:lnTo>
                  <a:lnTo>
                    <a:pt x="14482" y="10327"/>
                  </a:lnTo>
                  <a:lnTo>
                    <a:pt x="14482" y="6926"/>
                  </a:lnTo>
                  <a:lnTo>
                    <a:pt x="2897"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26"/>
            <p:cNvSpPr/>
            <p:nvPr/>
          </p:nvSpPr>
          <p:spPr>
            <a:xfrm>
              <a:off x="4624374" y="2693925"/>
              <a:ext cx="592216" cy="391784"/>
            </a:xfrm>
            <a:custGeom>
              <a:avLst/>
              <a:gdLst/>
              <a:ahLst/>
              <a:cxnLst/>
              <a:rect l="l" t="t" r="r" b="b"/>
              <a:pathLst>
                <a:path w="16372" h="10831" extrusionOk="0">
                  <a:moveTo>
                    <a:pt x="13475" y="0"/>
                  </a:moveTo>
                  <a:lnTo>
                    <a:pt x="0" y="7682"/>
                  </a:lnTo>
                  <a:lnTo>
                    <a:pt x="0" y="10831"/>
                  </a:lnTo>
                  <a:lnTo>
                    <a:pt x="16371" y="1134"/>
                  </a:lnTo>
                  <a:lnTo>
                    <a:pt x="13475"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26"/>
            <p:cNvSpPr/>
            <p:nvPr/>
          </p:nvSpPr>
          <p:spPr>
            <a:xfrm>
              <a:off x="4328264" y="2584611"/>
              <a:ext cx="674219" cy="387227"/>
            </a:xfrm>
            <a:custGeom>
              <a:avLst/>
              <a:gdLst/>
              <a:ahLst/>
              <a:cxnLst/>
              <a:rect l="l" t="t" r="r" b="b"/>
              <a:pathLst>
                <a:path w="18639" h="10705" extrusionOk="0">
                  <a:moveTo>
                    <a:pt x="10075" y="0"/>
                  </a:moveTo>
                  <a:lnTo>
                    <a:pt x="1" y="5667"/>
                  </a:lnTo>
                  <a:lnTo>
                    <a:pt x="8186" y="10704"/>
                  </a:lnTo>
                  <a:lnTo>
                    <a:pt x="18638" y="4786"/>
                  </a:lnTo>
                  <a:lnTo>
                    <a:pt x="10075"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26"/>
            <p:cNvSpPr/>
            <p:nvPr/>
          </p:nvSpPr>
          <p:spPr>
            <a:xfrm>
              <a:off x="4651684" y="2356833"/>
              <a:ext cx="564906" cy="423688"/>
            </a:xfrm>
            <a:custGeom>
              <a:avLst/>
              <a:gdLst/>
              <a:ahLst/>
              <a:cxnLst/>
              <a:rect l="l" t="t" r="r" b="b"/>
              <a:pathLst>
                <a:path w="15617" h="11713" extrusionOk="0">
                  <a:moveTo>
                    <a:pt x="9068" y="1"/>
                  </a:moveTo>
                  <a:lnTo>
                    <a:pt x="1" y="5164"/>
                  </a:lnTo>
                  <a:lnTo>
                    <a:pt x="5416" y="11712"/>
                  </a:lnTo>
                  <a:lnTo>
                    <a:pt x="9697" y="11083"/>
                  </a:lnTo>
                  <a:lnTo>
                    <a:pt x="15616" y="7556"/>
                  </a:lnTo>
                  <a:lnTo>
                    <a:pt x="9068"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26"/>
            <p:cNvSpPr/>
            <p:nvPr/>
          </p:nvSpPr>
          <p:spPr>
            <a:xfrm>
              <a:off x="4674473" y="2406932"/>
              <a:ext cx="54693" cy="50171"/>
            </a:xfrm>
            <a:custGeom>
              <a:avLst/>
              <a:gdLst/>
              <a:ahLst/>
              <a:cxnLst/>
              <a:rect l="l" t="t" r="r" b="b"/>
              <a:pathLst>
                <a:path w="1512" h="1387" extrusionOk="0">
                  <a:moveTo>
                    <a:pt x="1512" y="1"/>
                  </a:moveTo>
                  <a:lnTo>
                    <a:pt x="0" y="882"/>
                  </a:lnTo>
                  <a:lnTo>
                    <a:pt x="1512" y="1386"/>
                  </a:lnTo>
                  <a:lnTo>
                    <a:pt x="1512"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26"/>
            <p:cNvSpPr/>
            <p:nvPr/>
          </p:nvSpPr>
          <p:spPr>
            <a:xfrm>
              <a:off x="4628932" y="2425163"/>
              <a:ext cx="232336" cy="195910"/>
            </a:xfrm>
            <a:custGeom>
              <a:avLst/>
              <a:gdLst/>
              <a:ahLst/>
              <a:cxnLst/>
              <a:rect l="l" t="t" r="r" b="b"/>
              <a:pathLst>
                <a:path w="6423" h="5416" extrusionOk="0">
                  <a:moveTo>
                    <a:pt x="6423" y="1"/>
                  </a:moveTo>
                  <a:lnTo>
                    <a:pt x="126" y="3653"/>
                  </a:lnTo>
                  <a:lnTo>
                    <a:pt x="0" y="5416"/>
                  </a:lnTo>
                  <a:lnTo>
                    <a:pt x="6423" y="1764"/>
                  </a:lnTo>
                  <a:lnTo>
                    <a:pt x="6423" y="1"/>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26"/>
            <p:cNvSpPr/>
            <p:nvPr/>
          </p:nvSpPr>
          <p:spPr>
            <a:xfrm>
              <a:off x="4064059" y="2967244"/>
              <a:ext cx="428246" cy="441883"/>
            </a:xfrm>
            <a:custGeom>
              <a:avLst/>
              <a:gdLst/>
              <a:ahLst/>
              <a:cxnLst/>
              <a:rect l="l" t="t" r="r" b="b"/>
              <a:pathLst>
                <a:path w="11839" h="12216" extrusionOk="0">
                  <a:moveTo>
                    <a:pt x="1" y="0"/>
                  </a:moveTo>
                  <a:lnTo>
                    <a:pt x="1" y="5541"/>
                  </a:lnTo>
                  <a:lnTo>
                    <a:pt x="11838" y="12216"/>
                  </a:lnTo>
                  <a:lnTo>
                    <a:pt x="11838" y="6675"/>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26"/>
            <p:cNvSpPr/>
            <p:nvPr/>
          </p:nvSpPr>
          <p:spPr>
            <a:xfrm>
              <a:off x="4064059" y="2967244"/>
              <a:ext cx="428246" cy="441883"/>
            </a:xfrm>
            <a:custGeom>
              <a:avLst/>
              <a:gdLst/>
              <a:ahLst/>
              <a:cxnLst/>
              <a:rect l="l" t="t" r="r" b="b"/>
              <a:pathLst>
                <a:path w="11839" h="12216" fill="none" extrusionOk="0">
                  <a:moveTo>
                    <a:pt x="1" y="5541"/>
                  </a:moveTo>
                  <a:lnTo>
                    <a:pt x="1" y="0"/>
                  </a:lnTo>
                  <a:lnTo>
                    <a:pt x="11838" y="6675"/>
                  </a:lnTo>
                  <a:lnTo>
                    <a:pt x="11838" y="12216"/>
                  </a:lnTo>
                  <a:lnTo>
                    <a:pt x="1" y="554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26"/>
            <p:cNvSpPr/>
            <p:nvPr/>
          </p:nvSpPr>
          <p:spPr>
            <a:xfrm>
              <a:off x="4086847" y="3008228"/>
              <a:ext cx="378111" cy="359916"/>
            </a:xfrm>
            <a:custGeom>
              <a:avLst/>
              <a:gdLst/>
              <a:ahLst/>
              <a:cxnLst/>
              <a:rect l="l" t="t" r="r" b="b"/>
              <a:pathLst>
                <a:path w="10453" h="9950" extrusionOk="0">
                  <a:moveTo>
                    <a:pt x="0" y="1"/>
                  </a:moveTo>
                  <a:lnTo>
                    <a:pt x="0" y="1638"/>
                  </a:lnTo>
                  <a:lnTo>
                    <a:pt x="0" y="2142"/>
                  </a:lnTo>
                  <a:lnTo>
                    <a:pt x="0" y="2897"/>
                  </a:lnTo>
                  <a:lnTo>
                    <a:pt x="0" y="3149"/>
                  </a:lnTo>
                  <a:lnTo>
                    <a:pt x="0" y="4031"/>
                  </a:lnTo>
                  <a:lnTo>
                    <a:pt x="378" y="4156"/>
                  </a:lnTo>
                  <a:lnTo>
                    <a:pt x="8060" y="8564"/>
                  </a:lnTo>
                  <a:lnTo>
                    <a:pt x="8312" y="8690"/>
                  </a:lnTo>
                  <a:lnTo>
                    <a:pt x="8438" y="8690"/>
                  </a:lnTo>
                  <a:lnTo>
                    <a:pt x="10453" y="9949"/>
                  </a:lnTo>
                  <a:lnTo>
                    <a:pt x="10453" y="7557"/>
                  </a:lnTo>
                  <a:lnTo>
                    <a:pt x="10453" y="7305"/>
                  </a:lnTo>
                  <a:lnTo>
                    <a:pt x="10453" y="7053"/>
                  </a:lnTo>
                  <a:lnTo>
                    <a:pt x="10453" y="6423"/>
                  </a:lnTo>
                  <a:lnTo>
                    <a:pt x="10453" y="5920"/>
                  </a:lnTo>
                  <a:lnTo>
                    <a:pt x="9823" y="5542"/>
                  </a:lnTo>
                  <a:lnTo>
                    <a:pt x="9571" y="5416"/>
                  </a:lnTo>
                  <a:lnTo>
                    <a:pt x="8941" y="5038"/>
                  </a:lnTo>
                  <a:lnTo>
                    <a:pt x="8438" y="4786"/>
                  </a:ln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26"/>
            <p:cNvSpPr/>
            <p:nvPr/>
          </p:nvSpPr>
          <p:spPr>
            <a:xfrm>
              <a:off x="4086847" y="3008228"/>
              <a:ext cx="378111" cy="359916"/>
            </a:xfrm>
            <a:custGeom>
              <a:avLst/>
              <a:gdLst/>
              <a:ahLst/>
              <a:cxnLst/>
              <a:rect l="l" t="t" r="r" b="b"/>
              <a:pathLst>
                <a:path w="10453" h="9950" fill="none" extrusionOk="0">
                  <a:moveTo>
                    <a:pt x="9823" y="5542"/>
                  </a:moveTo>
                  <a:lnTo>
                    <a:pt x="9571" y="5416"/>
                  </a:lnTo>
                  <a:lnTo>
                    <a:pt x="8941" y="5038"/>
                  </a:lnTo>
                  <a:lnTo>
                    <a:pt x="8438" y="4786"/>
                  </a:lnTo>
                  <a:lnTo>
                    <a:pt x="0" y="1"/>
                  </a:lnTo>
                  <a:lnTo>
                    <a:pt x="0" y="1638"/>
                  </a:lnTo>
                  <a:lnTo>
                    <a:pt x="0" y="2142"/>
                  </a:lnTo>
                  <a:lnTo>
                    <a:pt x="0" y="2897"/>
                  </a:lnTo>
                  <a:lnTo>
                    <a:pt x="0" y="3149"/>
                  </a:lnTo>
                  <a:lnTo>
                    <a:pt x="0" y="4031"/>
                  </a:lnTo>
                  <a:lnTo>
                    <a:pt x="378" y="4156"/>
                  </a:lnTo>
                  <a:lnTo>
                    <a:pt x="8060" y="8564"/>
                  </a:lnTo>
                  <a:lnTo>
                    <a:pt x="8312" y="8690"/>
                  </a:lnTo>
                  <a:lnTo>
                    <a:pt x="8438" y="8690"/>
                  </a:lnTo>
                  <a:lnTo>
                    <a:pt x="10453" y="9949"/>
                  </a:lnTo>
                  <a:lnTo>
                    <a:pt x="10453" y="7557"/>
                  </a:lnTo>
                  <a:lnTo>
                    <a:pt x="10453" y="7305"/>
                  </a:lnTo>
                  <a:lnTo>
                    <a:pt x="10453" y="7053"/>
                  </a:lnTo>
                  <a:lnTo>
                    <a:pt x="10453" y="6423"/>
                  </a:lnTo>
                  <a:lnTo>
                    <a:pt x="10453" y="5920"/>
                  </a:lnTo>
                  <a:lnTo>
                    <a:pt x="9823" y="554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26"/>
            <p:cNvSpPr/>
            <p:nvPr/>
          </p:nvSpPr>
          <p:spPr>
            <a:xfrm>
              <a:off x="4187046" y="3067442"/>
              <a:ext cx="136696" cy="218699"/>
            </a:xfrm>
            <a:custGeom>
              <a:avLst/>
              <a:gdLst/>
              <a:ahLst/>
              <a:cxnLst/>
              <a:rect l="l" t="t" r="r" b="b"/>
              <a:pathLst>
                <a:path w="3779" h="6046" extrusionOk="0">
                  <a:moveTo>
                    <a:pt x="1" y="1"/>
                  </a:moveTo>
                  <a:lnTo>
                    <a:pt x="3527" y="5920"/>
                  </a:lnTo>
                  <a:lnTo>
                    <a:pt x="3779" y="6046"/>
                  </a:lnTo>
                  <a:lnTo>
                    <a:pt x="3779" y="6046"/>
                  </a:lnTo>
                  <a:lnTo>
                    <a:pt x="379" y="127"/>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 name="Google Shape;439;p26"/>
            <p:cNvSpPr/>
            <p:nvPr/>
          </p:nvSpPr>
          <p:spPr>
            <a:xfrm>
              <a:off x="4187046" y="3067442"/>
              <a:ext cx="136696" cy="218699"/>
            </a:xfrm>
            <a:custGeom>
              <a:avLst/>
              <a:gdLst/>
              <a:ahLst/>
              <a:cxnLst/>
              <a:rect l="l" t="t" r="r" b="b"/>
              <a:pathLst>
                <a:path w="3779" h="6046" fill="none" extrusionOk="0">
                  <a:moveTo>
                    <a:pt x="1" y="1"/>
                  </a:moveTo>
                  <a:lnTo>
                    <a:pt x="3527" y="5920"/>
                  </a:lnTo>
                  <a:lnTo>
                    <a:pt x="3779" y="6046"/>
                  </a:lnTo>
                  <a:lnTo>
                    <a:pt x="379" y="127"/>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 name="Google Shape;440;p26"/>
            <p:cNvSpPr/>
            <p:nvPr/>
          </p:nvSpPr>
          <p:spPr>
            <a:xfrm>
              <a:off x="4141504" y="3040132"/>
              <a:ext cx="132138" cy="218663"/>
            </a:xfrm>
            <a:custGeom>
              <a:avLst/>
              <a:gdLst/>
              <a:ahLst/>
              <a:cxnLst/>
              <a:rect l="l" t="t" r="r" b="b"/>
              <a:pathLst>
                <a:path w="3653" h="6045" extrusionOk="0">
                  <a:moveTo>
                    <a:pt x="0" y="0"/>
                  </a:moveTo>
                  <a:lnTo>
                    <a:pt x="3401" y="5793"/>
                  </a:lnTo>
                  <a:lnTo>
                    <a:pt x="3652" y="6045"/>
                  </a:lnTo>
                  <a:lnTo>
                    <a:pt x="252" y="126"/>
                  </a:lnTo>
                  <a:lnTo>
                    <a:pt x="126"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26"/>
            <p:cNvSpPr/>
            <p:nvPr/>
          </p:nvSpPr>
          <p:spPr>
            <a:xfrm>
              <a:off x="4141504" y="3040132"/>
              <a:ext cx="132138" cy="218663"/>
            </a:xfrm>
            <a:custGeom>
              <a:avLst/>
              <a:gdLst/>
              <a:ahLst/>
              <a:cxnLst/>
              <a:rect l="l" t="t" r="r" b="b"/>
              <a:pathLst>
                <a:path w="3653" h="6045" fill="none" extrusionOk="0">
                  <a:moveTo>
                    <a:pt x="126" y="0"/>
                  </a:moveTo>
                  <a:lnTo>
                    <a:pt x="0" y="0"/>
                  </a:lnTo>
                  <a:lnTo>
                    <a:pt x="3401" y="5793"/>
                  </a:lnTo>
                  <a:lnTo>
                    <a:pt x="3652" y="6045"/>
                  </a:lnTo>
                  <a:lnTo>
                    <a:pt x="252" y="126"/>
                  </a:lnTo>
                  <a:lnTo>
                    <a:pt x="126"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26"/>
            <p:cNvSpPr/>
            <p:nvPr/>
          </p:nvSpPr>
          <p:spPr>
            <a:xfrm>
              <a:off x="4200719" y="3072000"/>
              <a:ext cx="150369" cy="227814"/>
            </a:xfrm>
            <a:custGeom>
              <a:avLst/>
              <a:gdLst/>
              <a:ahLst/>
              <a:cxnLst/>
              <a:rect l="l" t="t" r="r" b="b"/>
              <a:pathLst>
                <a:path w="4157" h="6298" extrusionOk="0">
                  <a:moveTo>
                    <a:pt x="1" y="1"/>
                  </a:moveTo>
                  <a:lnTo>
                    <a:pt x="3401" y="5920"/>
                  </a:lnTo>
                  <a:lnTo>
                    <a:pt x="4156" y="6297"/>
                  </a:lnTo>
                  <a:lnTo>
                    <a:pt x="630" y="379"/>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26"/>
            <p:cNvSpPr/>
            <p:nvPr/>
          </p:nvSpPr>
          <p:spPr>
            <a:xfrm>
              <a:off x="4200719" y="3072000"/>
              <a:ext cx="150369" cy="227814"/>
            </a:xfrm>
            <a:custGeom>
              <a:avLst/>
              <a:gdLst/>
              <a:ahLst/>
              <a:cxnLst/>
              <a:rect l="l" t="t" r="r" b="b"/>
              <a:pathLst>
                <a:path w="4157" h="6298" fill="none" extrusionOk="0">
                  <a:moveTo>
                    <a:pt x="1" y="1"/>
                  </a:moveTo>
                  <a:lnTo>
                    <a:pt x="3401" y="5920"/>
                  </a:lnTo>
                  <a:lnTo>
                    <a:pt x="4156" y="6297"/>
                  </a:lnTo>
                  <a:lnTo>
                    <a:pt x="630" y="379"/>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26"/>
            <p:cNvSpPr/>
            <p:nvPr/>
          </p:nvSpPr>
          <p:spPr>
            <a:xfrm>
              <a:off x="4086847" y="3154003"/>
              <a:ext cx="72924" cy="36498"/>
            </a:xfrm>
            <a:custGeom>
              <a:avLst/>
              <a:gdLst/>
              <a:ahLst/>
              <a:cxnLst/>
              <a:rect l="l" t="t" r="r" b="b"/>
              <a:pathLst>
                <a:path w="2016" h="1009" extrusionOk="0">
                  <a:moveTo>
                    <a:pt x="0" y="1"/>
                  </a:moveTo>
                  <a:lnTo>
                    <a:pt x="2015" y="1008"/>
                  </a:lnTo>
                  <a:lnTo>
                    <a:pt x="378" y="126"/>
                  </a:lnTo>
                  <a:lnTo>
                    <a:pt x="0" y="1"/>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26"/>
            <p:cNvSpPr/>
            <p:nvPr/>
          </p:nvSpPr>
          <p:spPr>
            <a:xfrm>
              <a:off x="4086847" y="3154003"/>
              <a:ext cx="72924" cy="36498"/>
            </a:xfrm>
            <a:custGeom>
              <a:avLst/>
              <a:gdLst/>
              <a:ahLst/>
              <a:cxnLst/>
              <a:rect l="l" t="t" r="r" b="b"/>
              <a:pathLst>
                <a:path w="2016" h="1009" fill="none" extrusionOk="0">
                  <a:moveTo>
                    <a:pt x="0" y="1"/>
                  </a:moveTo>
                  <a:lnTo>
                    <a:pt x="0" y="1"/>
                  </a:lnTo>
                  <a:lnTo>
                    <a:pt x="2015" y="1008"/>
                  </a:lnTo>
                  <a:lnTo>
                    <a:pt x="378" y="12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26"/>
            <p:cNvSpPr/>
            <p:nvPr/>
          </p:nvSpPr>
          <p:spPr>
            <a:xfrm>
              <a:off x="4086847" y="3012786"/>
              <a:ext cx="177679" cy="236930"/>
            </a:xfrm>
            <a:custGeom>
              <a:avLst/>
              <a:gdLst/>
              <a:ahLst/>
              <a:cxnLst/>
              <a:rect l="l" t="t" r="r" b="b"/>
              <a:pathLst>
                <a:path w="4912" h="6550" extrusionOk="0">
                  <a:moveTo>
                    <a:pt x="0" y="1"/>
                  </a:moveTo>
                  <a:lnTo>
                    <a:pt x="0" y="378"/>
                  </a:lnTo>
                  <a:lnTo>
                    <a:pt x="0" y="1008"/>
                  </a:lnTo>
                  <a:lnTo>
                    <a:pt x="0" y="1260"/>
                  </a:lnTo>
                  <a:lnTo>
                    <a:pt x="0" y="1512"/>
                  </a:lnTo>
                  <a:lnTo>
                    <a:pt x="0" y="3905"/>
                  </a:lnTo>
                  <a:lnTo>
                    <a:pt x="378" y="4030"/>
                  </a:lnTo>
                  <a:lnTo>
                    <a:pt x="2015" y="4912"/>
                  </a:lnTo>
                  <a:lnTo>
                    <a:pt x="2015" y="5038"/>
                  </a:lnTo>
                  <a:lnTo>
                    <a:pt x="2267" y="5164"/>
                  </a:lnTo>
                  <a:lnTo>
                    <a:pt x="2519" y="5164"/>
                  </a:lnTo>
                  <a:lnTo>
                    <a:pt x="4912" y="6549"/>
                  </a:lnTo>
                  <a:lnTo>
                    <a:pt x="1511" y="756"/>
                  </a:lnTo>
                  <a:lnTo>
                    <a:pt x="1008" y="504"/>
                  </a:lnTo>
                  <a:lnTo>
                    <a:pt x="756" y="378"/>
                  </a:lnTo>
                  <a:lnTo>
                    <a:pt x="0"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26"/>
            <p:cNvSpPr/>
            <p:nvPr/>
          </p:nvSpPr>
          <p:spPr>
            <a:xfrm>
              <a:off x="4086847" y="3012786"/>
              <a:ext cx="177679" cy="236930"/>
            </a:xfrm>
            <a:custGeom>
              <a:avLst/>
              <a:gdLst/>
              <a:ahLst/>
              <a:cxnLst/>
              <a:rect l="l" t="t" r="r" b="b"/>
              <a:pathLst>
                <a:path w="4912" h="6550" fill="none" extrusionOk="0">
                  <a:moveTo>
                    <a:pt x="0" y="1"/>
                  </a:moveTo>
                  <a:lnTo>
                    <a:pt x="0" y="378"/>
                  </a:lnTo>
                  <a:lnTo>
                    <a:pt x="0" y="1008"/>
                  </a:lnTo>
                  <a:lnTo>
                    <a:pt x="0" y="1260"/>
                  </a:lnTo>
                  <a:lnTo>
                    <a:pt x="0" y="1512"/>
                  </a:lnTo>
                  <a:lnTo>
                    <a:pt x="0" y="3905"/>
                  </a:lnTo>
                  <a:lnTo>
                    <a:pt x="378" y="4030"/>
                  </a:lnTo>
                  <a:lnTo>
                    <a:pt x="2015" y="4912"/>
                  </a:lnTo>
                  <a:lnTo>
                    <a:pt x="2015" y="5038"/>
                  </a:lnTo>
                  <a:lnTo>
                    <a:pt x="2267" y="5164"/>
                  </a:lnTo>
                  <a:lnTo>
                    <a:pt x="2519" y="5164"/>
                  </a:lnTo>
                  <a:lnTo>
                    <a:pt x="4912" y="6549"/>
                  </a:lnTo>
                  <a:lnTo>
                    <a:pt x="1511" y="756"/>
                  </a:lnTo>
                  <a:lnTo>
                    <a:pt x="1008" y="504"/>
                  </a:lnTo>
                  <a:lnTo>
                    <a:pt x="756" y="378"/>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26"/>
            <p:cNvSpPr/>
            <p:nvPr/>
          </p:nvSpPr>
          <p:spPr>
            <a:xfrm>
              <a:off x="4150620" y="3044690"/>
              <a:ext cx="164006" cy="236894"/>
            </a:xfrm>
            <a:custGeom>
              <a:avLst/>
              <a:gdLst/>
              <a:ahLst/>
              <a:cxnLst/>
              <a:rect l="l" t="t" r="r" b="b"/>
              <a:pathLst>
                <a:path w="4534" h="6549" extrusionOk="0">
                  <a:moveTo>
                    <a:pt x="0" y="0"/>
                  </a:moveTo>
                  <a:lnTo>
                    <a:pt x="1008" y="630"/>
                  </a:lnTo>
                  <a:lnTo>
                    <a:pt x="252" y="126"/>
                  </a:lnTo>
                  <a:lnTo>
                    <a:pt x="0" y="0"/>
                  </a:lnTo>
                  <a:close/>
                  <a:moveTo>
                    <a:pt x="3400" y="5919"/>
                  </a:moveTo>
                  <a:lnTo>
                    <a:pt x="4534" y="6549"/>
                  </a:lnTo>
                  <a:lnTo>
                    <a:pt x="4534" y="6423"/>
                  </a:lnTo>
                  <a:lnTo>
                    <a:pt x="3400" y="5919"/>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26"/>
            <p:cNvSpPr/>
            <p:nvPr/>
          </p:nvSpPr>
          <p:spPr>
            <a:xfrm>
              <a:off x="4273607" y="3258759"/>
              <a:ext cx="41020" cy="22825"/>
            </a:xfrm>
            <a:custGeom>
              <a:avLst/>
              <a:gdLst/>
              <a:ahLst/>
              <a:cxnLst/>
              <a:rect l="l" t="t" r="r" b="b"/>
              <a:pathLst>
                <a:path w="1134" h="631" fill="none" extrusionOk="0">
                  <a:moveTo>
                    <a:pt x="0" y="1"/>
                  </a:moveTo>
                  <a:lnTo>
                    <a:pt x="1134" y="631"/>
                  </a:lnTo>
                  <a:lnTo>
                    <a:pt x="1134" y="505"/>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26"/>
            <p:cNvSpPr/>
            <p:nvPr/>
          </p:nvSpPr>
          <p:spPr>
            <a:xfrm>
              <a:off x="4150620" y="3044690"/>
              <a:ext cx="36462" cy="22789"/>
            </a:xfrm>
            <a:custGeom>
              <a:avLst/>
              <a:gdLst/>
              <a:ahLst/>
              <a:cxnLst/>
              <a:rect l="l" t="t" r="r" b="b"/>
              <a:pathLst>
                <a:path w="1008" h="630" fill="none" extrusionOk="0">
                  <a:moveTo>
                    <a:pt x="0" y="0"/>
                  </a:moveTo>
                  <a:lnTo>
                    <a:pt x="0" y="0"/>
                  </a:lnTo>
                  <a:lnTo>
                    <a:pt x="1008" y="630"/>
                  </a:lnTo>
                  <a:lnTo>
                    <a:pt x="1008" y="630"/>
                  </a:lnTo>
                  <a:lnTo>
                    <a:pt x="252" y="126"/>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26"/>
            <p:cNvSpPr/>
            <p:nvPr/>
          </p:nvSpPr>
          <p:spPr>
            <a:xfrm>
              <a:off x="4150620" y="3044690"/>
              <a:ext cx="164006" cy="232336"/>
            </a:xfrm>
            <a:custGeom>
              <a:avLst/>
              <a:gdLst/>
              <a:ahLst/>
              <a:cxnLst/>
              <a:rect l="l" t="t" r="r" b="b"/>
              <a:pathLst>
                <a:path w="4534" h="6423" extrusionOk="0">
                  <a:moveTo>
                    <a:pt x="0" y="0"/>
                  </a:moveTo>
                  <a:lnTo>
                    <a:pt x="3400" y="5919"/>
                  </a:lnTo>
                  <a:lnTo>
                    <a:pt x="4534" y="6423"/>
                  </a:lnTo>
                  <a:lnTo>
                    <a:pt x="1008" y="630"/>
                  </a:lnTo>
                  <a:lnTo>
                    <a:pt x="0"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26"/>
            <p:cNvSpPr/>
            <p:nvPr/>
          </p:nvSpPr>
          <p:spPr>
            <a:xfrm>
              <a:off x="4150620" y="3044690"/>
              <a:ext cx="164006" cy="232336"/>
            </a:xfrm>
            <a:custGeom>
              <a:avLst/>
              <a:gdLst/>
              <a:ahLst/>
              <a:cxnLst/>
              <a:rect l="l" t="t" r="r" b="b"/>
              <a:pathLst>
                <a:path w="4534" h="6423" fill="none" extrusionOk="0">
                  <a:moveTo>
                    <a:pt x="0" y="0"/>
                  </a:moveTo>
                  <a:lnTo>
                    <a:pt x="3400" y="5919"/>
                  </a:lnTo>
                  <a:lnTo>
                    <a:pt x="3400" y="5919"/>
                  </a:lnTo>
                  <a:lnTo>
                    <a:pt x="4534" y="6423"/>
                  </a:lnTo>
                  <a:lnTo>
                    <a:pt x="1008" y="630"/>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26"/>
            <p:cNvSpPr/>
            <p:nvPr/>
          </p:nvSpPr>
          <p:spPr>
            <a:xfrm>
              <a:off x="4187046" y="3067442"/>
              <a:ext cx="127580" cy="214141"/>
            </a:xfrm>
            <a:custGeom>
              <a:avLst/>
              <a:gdLst/>
              <a:ahLst/>
              <a:cxnLst/>
              <a:rect l="l" t="t" r="r" b="b"/>
              <a:pathLst>
                <a:path w="3527" h="5920" extrusionOk="0">
                  <a:moveTo>
                    <a:pt x="1" y="1"/>
                  </a:moveTo>
                  <a:lnTo>
                    <a:pt x="3527" y="5920"/>
                  </a:lnTo>
                  <a:lnTo>
                    <a:pt x="3527" y="5794"/>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26"/>
            <p:cNvSpPr/>
            <p:nvPr/>
          </p:nvSpPr>
          <p:spPr>
            <a:xfrm>
              <a:off x="4187046" y="3067442"/>
              <a:ext cx="127580" cy="214141"/>
            </a:xfrm>
            <a:custGeom>
              <a:avLst/>
              <a:gdLst/>
              <a:ahLst/>
              <a:cxnLst/>
              <a:rect l="l" t="t" r="r" b="b"/>
              <a:pathLst>
                <a:path w="3527" h="5920" fill="none" extrusionOk="0">
                  <a:moveTo>
                    <a:pt x="1" y="1"/>
                  </a:moveTo>
                  <a:lnTo>
                    <a:pt x="1" y="1"/>
                  </a:lnTo>
                  <a:lnTo>
                    <a:pt x="3527" y="5794"/>
                  </a:lnTo>
                  <a:lnTo>
                    <a:pt x="3527" y="5920"/>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26"/>
            <p:cNvSpPr/>
            <p:nvPr/>
          </p:nvSpPr>
          <p:spPr>
            <a:xfrm>
              <a:off x="4314591" y="3135772"/>
              <a:ext cx="141254" cy="223257"/>
            </a:xfrm>
            <a:custGeom>
              <a:avLst/>
              <a:gdLst/>
              <a:ahLst/>
              <a:cxnLst/>
              <a:rect l="l" t="t" r="r" b="b"/>
              <a:pathLst>
                <a:path w="3905" h="6172" extrusionOk="0">
                  <a:moveTo>
                    <a:pt x="1" y="1"/>
                  </a:moveTo>
                  <a:lnTo>
                    <a:pt x="3401" y="5920"/>
                  </a:lnTo>
                  <a:lnTo>
                    <a:pt x="3779" y="6171"/>
                  </a:lnTo>
                  <a:lnTo>
                    <a:pt x="3905" y="6171"/>
                  </a:lnTo>
                  <a:lnTo>
                    <a:pt x="505" y="379"/>
                  </a:lnTo>
                  <a:lnTo>
                    <a:pt x="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26"/>
            <p:cNvSpPr/>
            <p:nvPr/>
          </p:nvSpPr>
          <p:spPr>
            <a:xfrm>
              <a:off x="4314591" y="3135772"/>
              <a:ext cx="141254" cy="223257"/>
            </a:xfrm>
            <a:custGeom>
              <a:avLst/>
              <a:gdLst/>
              <a:ahLst/>
              <a:cxnLst/>
              <a:rect l="l" t="t" r="r" b="b"/>
              <a:pathLst>
                <a:path w="3905" h="6172" fill="none" extrusionOk="0">
                  <a:moveTo>
                    <a:pt x="1" y="1"/>
                  </a:moveTo>
                  <a:lnTo>
                    <a:pt x="3401" y="5920"/>
                  </a:lnTo>
                  <a:lnTo>
                    <a:pt x="3779" y="6171"/>
                  </a:lnTo>
                  <a:lnTo>
                    <a:pt x="3905" y="6171"/>
                  </a:lnTo>
                  <a:lnTo>
                    <a:pt x="505" y="379"/>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26"/>
            <p:cNvSpPr/>
            <p:nvPr/>
          </p:nvSpPr>
          <p:spPr>
            <a:xfrm>
              <a:off x="4351053" y="3299779"/>
              <a:ext cx="45577" cy="27346"/>
            </a:xfrm>
            <a:custGeom>
              <a:avLst/>
              <a:gdLst/>
              <a:ahLst/>
              <a:cxnLst/>
              <a:rect l="l" t="t" r="r" b="b"/>
              <a:pathLst>
                <a:path w="1260" h="756" extrusionOk="0">
                  <a:moveTo>
                    <a:pt x="0" y="0"/>
                  </a:moveTo>
                  <a:lnTo>
                    <a:pt x="756" y="504"/>
                  </a:lnTo>
                  <a:lnTo>
                    <a:pt x="1008" y="630"/>
                  </a:lnTo>
                  <a:lnTo>
                    <a:pt x="1050" y="630"/>
                  </a:lnTo>
                  <a:lnTo>
                    <a:pt x="0" y="0"/>
                  </a:lnTo>
                  <a:close/>
                  <a:moveTo>
                    <a:pt x="1050" y="630"/>
                  </a:moveTo>
                  <a:lnTo>
                    <a:pt x="1260" y="756"/>
                  </a:lnTo>
                  <a:lnTo>
                    <a:pt x="1260" y="756"/>
                  </a:lnTo>
                  <a:lnTo>
                    <a:pt x="1134" y="63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26"/>
            <p:cNvSpPr/>
            <p:nvPr/>
          </p:nvSpPr>
          <p:spPr>
            <a:xfrm>
              <a:off x="4351053" y="3299779"/>
              <a:ext cx="45577" cy="27346"/>
            </a:xfrm>
            <a:custGeom>
              <a:avLst/>
              <a:gdLst/>
              <a:ahLst/>
              <a:cxnLst/>
              <a:rect l="l" t="t" r="r" b="b"/>
              <a:pathLst>
                <a:path w="1260" h="756" fill="none" extrusionOk="0">
                  <a:moveTo>
                    <a:pt x="0" y="0"/>
                  </a:moveTo>
                  <a:lnTo>
                    <a:pt x="0" y="0"/>
                  </a:lnTo>
                  <a:lnTo>
                    <a:pt x="1260" y="756"/>
                  </a:lnTo>
                  <a:lnTo>
                    <a:pt x="1134" y="630"/>
                  </a:lnTo>
                  <a:lnTo>
                    <a:pt x="1008" y="630"/>
                  </a:lnTo>
                  <a:lnTo>
                    <a:pt x="756" y="504"/>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26"/>
            <p:cNvSpPr/>
            <p:nvPr/>
          </p:nvSpPr>
          <p:spPr>
            <a:xfrm>
              <a:off x="4223508" y="3085673"/>
              <a:ext cx="50135" cy="27383"/>
            </a:xfrm>
            <a:custGeom>
              <a:avLst/>
              <a:gdLst/>
              <a:ahLst/>
              <a:cxnLst/>
              <a:rect l="l" t="t" r="r" b="b"/>
              <a:pathLst>
                <a:path w="1386" h="757" fill="none" extrusionOk="0">
                  <a:moveTo>
                    <a:pt x="0" y="1"/>
                  </a:moveTo>
                  <a:lnTo>
                    <a:pt x="0" y="1"/>
                  </a:lnTo>
                  <a:lnTo>
                    <a:pt x="1385" y="756"/>
                  </a:lnTo>
                  <a:lnTo>
                    <a:pt x="1385" y="75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26"/>
            <p:cNvSpPr/>
            <p:nvPr/>
          </p:nvSpPr>
          <p:spPr>
            <a:xfrm>
              <a:off x="4223508" y="3085673"/>
              <a:ext cx="177679" cy="241451"/>
            </a:xfrm>
            <a:custGeom>
              <a:avLst/>
              <a:gdLst/>
              <a:ahLst/>
              <a:cxnLst/>
              <a:rect l="l" t="t" r="r" b="b"/>
              <a:pathLst>
                <a:path w="4912" h="6675" extrusionOk="0">
                  <a:moveTo>
                    <a:pt x="0" y="1"/>
                  </a:moveTo>
                  <a:lnTo>
                    <a:pt x="3526" y="5919"/>
                  </a:lnTo>
                  <a:lnTo>
                    <a:pt x="4282" y="6423"/>
                  </a:lnTo>
                  <a:lnTo>
                    <a:pt x="4534" y="6549"/>
                  </a:lnTo>
                  <a:lnTo>
                    <a:pt x="4660" y="6549"/>
                  </a:lnTo>
                  <a:lnTo>
                    <a:pt x="4786" y="6675"/>
                  </a:lnTo>
                  <a:lnTo>
                    <a:pt x="4912" y="6675"/>
                  </a:lnTo>
                  <a:lnTo>
                    <a:pt x="1385" y="756"/>
                  </a:lnTo>
                  <a:lnTo>
                    <a:pt x="0"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26"/>
            <p:cNvSpPr/>
            <p:nvPr/>
          </p:nvSpPr>
          <p:spPr>
            <a:xfrm>
              <a:off x="4223508" y="3085673"/>
              <a:ext cx="177679" cy="241451"/>
            </a:xfrm>
            <a:custGeom>
              <a:avLst/>
              <a:gdLst/>
              <a:ahLst/>
              <a:cxnLst/>
              <a:rect l="l" t="t" r="r" b="b"/>
              <a:pathLst>
                <a:path w="4912" h="6675" fill="none" extrusionOk="0">
                  <a:moveTo>
                    <a:pt x="0" y="1"/>
                  </a:moveTo>
                  <a:lnTo>
                    <a:pt x="3526" y="5919"/>
                  </a:lnTo>
                  <a:lnTo>
                    <a:pt x="4282" y="6423"/>
                  </a:lnTo>
                  <a:lnTo>
                    <a:pt x="4534" y="6549"/>
                  </a:lnTo>
                  <a:lnTo>
                    <a:pt x="4660" y="6549"/>
                  </a:lnTo>
                  <a:lnTo>
                    <a:pt x="4786" y="6675"/>
                  </a:lnTo>
                  <a:lnTo>
                    <a:pt x="4912" y="6675"/>
                  </a:lnTo>
                  <a:lnTo>
                    <a:pt x="1385" y="75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26"/>
            <p:cNvSpPr/>
            <p:nvPr/>
          </p:nvSpPr>
          <p:spPr>
            <a:xfrm>
              <a:off x="4273607" y="3113020"/>
              <a:ext cx="164006" cy="236894"/>
            </a:xfrm>
            <a:custGeom>
              <a:avLst/>
              <a:gdLst/>
              <a:ahLst/>
              <a:cxnLst/>
              <a:rect l="l" t="t" r="r" b="b"/>
              <a:pathLst>
                <a:path w="4534" h="6549" extrusionOk="0">
                  <a:moveTo>
                    <a:pt x="0" y="0"/>
                  </a:moveTo>
                  <a:lnTo>
                    <a:pt x="3527" y="5919"/>
                  </a:lnTo>
                  <a:lnTo>
                    <a:pt x="4534" y="6549"/>
                  </a:lnTo>
                  <a:lnTo>
                    <a:pt x="1134" y="630"/>
                  </a:lnTo>
                  <a:lnTo>
                    <a:pt x="0"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26"/>
            <p:cNvSpPr/>
            <p:nvPr/>
          </p:nvSpPr>
          <p:spPr>
            <a:xfrm>
              <a:off x="4332822" y="3149446"/>
              <a:ext cx="132138" cy="214141"/>
            </a:xfrm>
            <a:custGeom>
              <a:avLst/>
              <a:gdLst/>
              <a:ahLst/>
              <a:cxnLst/>
              <a:rect l="l" t="t" r="r" b="b"/>
              <a:pathLst>
                <a:path w="3653" h="5920" extrusionOk="0">
                  <a:moveTo>
                    <a:pt x="1" y="1"/>
                  </a:moveTo>
                  <a:lnTo>
                    <a:pt x="3401" y="5793"/>
                  </a:lnTo>
                  <a:lnTo>
                    <a:pt x="3653" y="5919"/>
                  </a:lnTo>
                  <a:lnTo>
                    <a:pt x="3653" y="5164"/>
                  </a:lnTo>
                  <a:lnTo>
                    <a:pt x="3653" y="4912"/>
                  </a:lnTo>
                  <a:lnTo>
                    <a:pt x="3653" y="4156"/>
                  </a:lnTo>
                  <a:lnTo>
                    <a:pt x="3653" y="3653"/>
                  </a:lnTo>
                  <a:lnTo>
                    <a:pt x="3653" y="2016"/>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26"/>
            <p:cNvSpPr/>
            <p:nvPr/>
          </p:nvSpPr>
          <p:spPr>
            <a:xfrm>
              <a:off x="4064059" y="2967244"/>
              <a:ext cx="428246" cy="255125"/>
            </a:xfrm>
            <a:custGeom>
              <a:avLst/>
              <a:gdLst/>
              <a:ahLst/>
              <a:cxnLst/>
              <a:rect l="l" t="t" r="r" b="b"/>
              <a:pathLst>
                <a:path w="11839" h="7053" extrusionOk="0">
                  <a:moveTo>
                    <a:pt x="1" y="0"/>
                  </a:moveTo>
                  <a:lnTo>
                    <a:pt x="630" y="1134"/>
                  </a:lnTo>
                  <a:lnTo>
                    <a:pt x="11083" y="7053"/>
                  </a:lnTo>
                  <a:lnTo>
                    <a:pt x="11838" y="6675"/>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26"/>
            <p:cNvSpPr/>
            <p:nvPr/>
          </p:nvSpPr>
          <p:spPr>
            <a:xfrm>
              <a:off x="4064059" y="3154003"/>
              <a:ext cx="428246" cy="255125"/>
            </a:xfrm>
            <a:custGeom>
              <a:avLst/>
              <a:gdLst/>
              <a:ahLst/>
              <a:cxnLst/>
              <a:rect l="l" t="t" r="r" b="b"/>
              <a:pathLst>
                <a:path w="11839" h="7053" extrusionOk="0">
                  <a:moveTo>
                    <a:pt x="630" y="1"/>
                  </a:moveTo>
                  <a:lnTo>
                    <a:pt x="1" y="378"/>
                  </a:lnTo>
                  <a:lnTo>
                    <a:pt x="11838" y="7053"/>
                  </a:lnTo>
                  <a:lnTo>
                    <a:pt x="11083" y="5919"/>
                  </a:lnTo>
                  <a:lnTo>
                    <a:pt x="63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26"/>
            <p:cNvSpPr/>
            <p:nvPr/>
          </p:nvSpPr>
          <p:spPr>
            <a:xfrm>
              <a:off x="4086847" y="3144888"/>
              <a:ext cx="378111" cy="223257"/>
            </a:xfrm>
            <a:custGeom>
              <a:avLst/>
              <a:gdLst/>
              <a:ahLst/>
              <a:cxnLst/>
              <a:rect l="l" t="t" r="r" b="b"/>
              <a:pathLst>
                <a:path w="10453" h="6172" extrusionOk="0">
                  <a:moveTo>
                    <a:pt x="252" y="1"/>
                  </a:moveTo>
                  <a:lnTo>
                    <a:pt x="0" y="253"/>
                  </a:lnTo>
                  <a:lnTo>
                    <a:pt x="10453" y="6171"/>
                  </a:lnTo>
                  <a:lnTo>
                    <a:pt x="10453" y="5919"/>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26"/>
            <p:cNvSpPr/>
            <p:nvPr/>
          </p:nvSpPr>
          <p:spPr>
            <a:xfrm>
              <a:off x="4086847" y="3008228"/>
              <a:ext cx="9152" cy="145811"/>
            </a:xfrm>
            <a:custGeom>
              <a:avLst/>
              <a:gdLst/>
              <a:ahLst/>
              <a:cxnLst/>
              <a:rect l="l" t="t" r="r" b="b"/>
              <a:pathLst>
                <a:path w="253" h="4031" extrusionOk="0">
                  <a:moveTo>
                    <a:pt x="0" y="1"/>
                  </a:moveTo>
                  <a:lnTo>
                    <a:pt x="0" y="4031"/>
                  </a:lnTo>
                  <a:lnTo>
                    <a:pt x="252" y="3779"/>
                  </a:lnTo>
                  <a:lnTo>
                    <a:pt x="252" y="127"/>
                  </a:lnTo>
                  <a:lnTo>
                    <a:pt x="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26"/>
            <p:cNvSpPr/>
            <p:nvPr/>
          </p:nvSpPr>
          <p:spPr>
            <a:xfrm>
              <a:off x="4492271" y="3204102"/>
              <a:ext cx="4594" cy="205026"/>
            </a:xfrm>
            <a:custGeom>
              <a:avLst/>
              <a:gdLst/>
              <a:ahLst/>
              <a:cxnLst/>
              <a:rect l="l" t="t" r="r" b="b"/>
              <a:pathLst>
                <a:path w="127" h="5668" extrusionOk="0">
                  <a:moveTo>
                    <a:pt x="126" y="1"/>
                  </a:moveTo>
                  <a:lnTo>
                    <a:pt x="0" y="127"/>
                  </a:lnTo>
                  <a:lnTo>
                    <a:pt x="0" y="5668"/>
                  </a:lnTo>
                  <a:lnTo>
                    <a:pt x="126" y="5542"/>
                  </a:lnTo>
                  <a:lnTo>
                    <a:pt x="126"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26"/>
            <p:cNvSpPr/>
            <p:nvPr/>
          </p:nvSpPr>
          <p:spPr>
            <a:xfrm>
              <a:off x="4064059" y="2962687"/>
              <a:ext cx="432804" cy="246009"/>
            </a:xfrm>
            <a:custGeom>
              <a:avLst/>
              <a:gdLst/>
              <a:ahLst/>
              <a:cxnLst/>
              <a:rect l="l" t="t" r="r" b="b"/>
              <a:pathLst>
                <a:path w="11965" h="6801" extrusionOk="0">
                  <a:moveTo>
                    <a:pt x="252" y="0"/>
                  </a:moveTo>
                  <a:lnTo>
                    <a:pt x="1" y="126"/>
                  </a:lnTo>
                  <a:lnTo>
                    <a:pt x="11838" y="6801"/>
                  </a:lnTo>
                  <a:lnTo>
                    <a:pt x="11964" y="6675"/>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26"/>
            <p:cNvSpPr/>
            <p:nvPr/>
          </p:nvSpPr>
          <p:spPr>
            <a:xfrm>
              <a:off x="5198326" y="2848816"/>
              <a:ext cx="423688" cy="437326"/>
            </a:xfrm>
            <a:custGeom>
              <a:avLst/>
              <a:gdLst/>
              <a:ahLst/>
              <a:cxnLst/>
              <a:rect l="l" t="t" r="r" b="b"/>
              <a:pathLst>
                <a:path w="11713" h="12090" extrusionOk="0">
                  <a:moveTo>
                    <a:pt x="11712" y="0"/>
                  </a:moveTo>
                  <a:lnTo>
                    <a:pt x="0" y="6675"/>
                  </a:lnTo>
                  <a:lnTo>
                    <a:pt x="0" y="12090"/>
                  </a:lnTo>
                  <a:lnTo>
                    <a:pt x="11712" y="5415"/>
                  </a:lnTo>
                  <a:lnTo>
                    <a:pt x="1171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26"/>
            <p:cNvSpPr/>
            <p:nvPr/>
          </p:nvSpPr>
          <p:spPr>
            <a:xfrm>
              <a:off x="5198326" y="2848816"/>
              <a:ext cx="423688" cy="437326"/>
            </a:xfrm>
            <a:custGeom>
              <a:avLst/>
              <a:gdLst/>
              <a:ahLst/>
              <a:cxnLst/>
              <a:rect l="l" t="t" r="r" b="b"/>
              <a:pathLst>
                <a:path w="11713" h="12090" fill="none" extrusionOk="0">
                  <a:moveTo>
                    <a:pt x="11712" y="5415"/>
                  </a:moveTo>
                  <a:lnTo>
                    <a:pt x="11712" y="0"/>
                  </a:lnTo>
                  <a:lnTo>
                    <a:pt x="0" y="6675"/>
                  </a:lnTo>
                  <a:lnTo>
                    <a:pt x="0" y="12090"/>
                  </a:lnTo>
                  <a:lnTo>
                    <a:pt x="11712"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26"/>
            <p:cNvSpPr/>
            <p:nvPr/>
          </p:nvSpPr>
          <p:spPr>
            <a:xfrm>
              <a:off x="5221115" y="2889799"/>
              <a:ext cx="378111" cy="355359"/>
            </a:xfrm>
            <a:custGeom>
              <a:avLst/>
              <a:gdLst/>
              <a:ahLst/>
              <a:cxnLst/>
              <a:rect l="l" t="t" r="r" b="b"/>
              <a:pathLst>
                <a:path w="10453" h="9824" extrusionOk="0">
                  <a:moveTo>
                    <a:pt x="10452" y="1"/>
                  </a:moveTo>
                  <a:lnTo>
                    <a:pt x="2015" y="4660"/>
                  </a:lnTo>
                  <a:lnTo>
                    <a:pt x="1511" y="5038"/>
                  </a:lnTo>
                  <a:lnTo>
                    <a:pt x="1008" y="5290"/>
                  </a:lnTo>
                  <a:lnTo>
                    <a:pt x="756" y="5416"/>
                  </a:lnTo>
                  <a:lnTo>
                    <a:pt x="0" y="5919"/>
                  </a:lnTo>
                  <a:lnTo>
                    <a:pt x="0" y="6297"/>
                  </a:lnTo>
                  <a:lnTo>
                    <a:pt x="0" y="7053"/>
                  </a:lnTo>
                  <a:lnTo>
                    <a:pt x="0" y="7305"/>
                  </a:lnTo>
                  <a:lnTo>
                    <a:pt x="0" y="7556"/>
                  </a:lnTo>
                  <a:lnTo>
                    <a:pt x="0" y="9823"/>
                  </a:lnTo>
                  <a:lnTo>
                    <a:pt x="2015" y="8690"/>
                  </a:lnTo>
                  <a:lnTo>
                    <a:pt x="2267" y="8564"/>
                  </a:lnTo>
                  <a:lnTo>
                    <a:pt x="2393" y="8438"/>
                  </a:lnTo>
                  <a:lnTo>
                    <a:pt x="10075" y="4156"/>
                  </a:lnTo>
                  <a:lnTo>
                    <a:pt x="10452" y="3904"/>
                  </a:lnTo>
                  <a:lnTo>
                    <a:pt x="10452" y="3023"/>
                  </a:lnTo>
                  <a:lnTo>
                    <a:pt x="10452" y="2771"/>
                  </a:lnTo>
                  <a:lnTo>
                    <a:pt x="10452" y="2141"/>
                  </a:lnTo>
                  <a:lnTo>
                    <a:pt x="10452" y="1512"/>
                  </a:lnTo>
                  <a:lnTo>
                    <a:pt x="10452"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26"/>
            <p:cNvSpPr/>
            <p:nvPr/>
          </p:nvSpPr>
          <p:spPr>
            <a:xfrm>
              <a:off x="5221115" y="2889799"/>
              <a:ext cx="378111" cy="355359"/>
            </a:xfrm>
            <a:custGeom>
              <a:avLst/>
              <a:gdLst/>
              <a:ahLst/>
              <a:cxnLst/>
              <a:rect l="l" t="t" r="r" b="b"/>
              <a:pathLst>
                <a:path w="10453" h="9824" fill="none" extrusionOk="0">
                  <a:moveTo>
                    <a:pt x="756" y="5416"/>
                  </a:moveTo>
                  <a:lnTo>
                    <a:pt x="1008" y="5290"/>
                  </a:lnTo>
                  <a:lnTo>
                    <a:pt x="1511" y="5038"/>
                  </a:lnTo>
                  <a:lnTo>
                    <a:pt x="2015" y="4660"/>
                  </a:lnTo>
                  <a:lnTo>
                    <a:pt x="10452" y="1"/>
                  </a:lnTo>
                  <a:lnTo>
                    <a:pt x="10452" y="1512"/>
                  </a:lnTo>
                  <a:lnTo>
                    <a:pt x="10452" y="2141"/>
                  </a:lnTo>
                  <a:lnTo>
                    <a:pt x="10452" y="2771"/>
                  </a:lnTo>
                  <a:lnTo>
                    <a:pt x="10452" y="3023"/>
                  </a:lnTo>
                  <a:lnTo>
                    <a:pt x="10452" y="3904"/>
                  </a:lnTo>
                  <a:lnTo>
                    <a:pt x="10075" y="4156"/>
                  </a:lnTo>
                  <a:lnTo>
                    <a:pt x="2393" y="8438"/>
                  </a:lnTo>
                  <a:lnTo>
                    <a:pt x="2267" y="8564"/>
                  </a:lnTo>
                  <a:lnTo>
                    <a:pt x="2015" y="8690"/>
                  </a:lnTo>
                  <a:lnTo>
                    <a:pt x="0" y="9823"/>
                  </a:lnTo>
                  <a:lnTo>
                    <a:pt x="0" y="7556"/>
                  </a:lnTo>
                  <a:lnTo>
                    <a:pt x="0" y="7305"/>
                  </a:lnTo>
                  <a:lnTo>
                    <a:pt x="0" y="7053"/>
                  </a:lnTo>
                  <a:lnTo>
                    <a:pt x="0" y="6297"/>
                  </a:lnTo>
                  <a:lnTo>
                    <a:pt x="0" y="5919"/>
                  </a:lnTo>
                  <a:lnTo>
                    <a:pt x="756" y="5416"/>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26"/>
            <p:cNvSpPr/>
            <p:nvPr/>
          </p:nvSpPr>
          <p:spPr>
            <a:xfrm>
              <a:off x="5362297" y="2944456"/>
              <a:ext cx="136696" cy="218699"/>
            </a:xfrm>
            <a:custGeom>
              <a:avLst/>
              <a:gdLst/>
              <a:ahLst/>
              <a:cxnLst/>
              <a:rect l="l" t="t" r="r" b="b"/>
              <a:pathLst>
                <a:path w="3779" h="6046" extrusionOk="0">
                  <a:moveTo>
                    <a:pt x="3779" y="1"/>
                  </a:moveTo>
                  <a:lnTo>
                    <a:pt x="3527" y="127"/>
                  </a:lnTo>
                  <a:lnTo>
                    <a:pt x="1" y="6045"/>
                  </a:lnTo>
                  <a:lnTo>
                    <a:pt x="1" y="6045"/>
                  </a:lnTo>
                  <a:lnTo>
                    <a:pt x="379" y="5919"/>
                  </a:lnTo>
                  <a:lnTo>
                    <a:pt x="3779"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26"/>
            <p:cNvSpPr/>
            <p:nvPr/>
          </p:nvSpPr>
          <p:spPr>
            <a:xfrm>
              <a:off x="5362297" y="2944456"/>
              <a:ext cx="136696" cy="218699"/>
            </a:xfrm>
            <a:custGeom>
              <a:avLst/>
              <a:gdLst/>
              <a:ahLst/>
              <a:cxnLst/>
              <a:rect l="l" t="t" r="r" b="b"/>
              <a:pathLst>
                <a:path w="3779" h="6046" fill="none" extrusionOk="0">
                  <a:moveTo>
                    <a:pt x="3779" y="1"/>
                  </a:moveTo>
                  <a:lnTo>
                    <a:pt x="379" y="5919"/>
                  </a:lnTo>
                  <a:lnTo>
                    <a:pt x="1" y="6045"/>
                  </a:lnTo>
                  <a:lnTo>
                    <a:pt x="3527" y="127"/>
                  </a:lnTo>
                  <a:lnTo>
                    <a:pt x="377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26"/>
            <p:cNvSpPr/>
            <p:nvPr/>
          </p:nvSpPr>
          <p:spPr>
            <a:xfrm>
              <a:off x="5412432" y="2917146"/>
              <a:ext cx="136696" cy="218663"/>
            </a:xfrm>
            <a:custGeom>
              <a:avLst/>
              <a:gdLst/>
              <a:ahLst/>
              <a:cxnLst/>
              <a:rect l="l" t="t" r="r" b="b"/>
              <a:pathLst>
                <a:path w="3779" h="6045" extrusionOk="0">
                  <a:moveTo>
                    <a:pt x="3778" y="0"/>
                  </a:moveTo>
                  <a:lnTo>
                    <a:pt x="3652" y="126"/>
                  </a:lnTo>
                  <a:lnTo>
                    <a:pt x="3526" y="126"/>
                  </a:lnTo>
                  <a:lnTo>
                    <a:pt x="0" y="6045"/>
                  </a:lnTo>
                  <a:lnTo>
                    <a:pt x="0" y="6045"/>
                  </a:lnTo>
                  <a:lnTo>
                    <a:pt x="252" y="5919"/>
                  </a:lnTo>
                  <a:lnTo>
                    <a:pt x="3778"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26"/>
            <p:cNvSpPr/>
            <p:nvPr/>
          </p:nvSpPr>
          <p:spPr>
            <a:xfrm>
              <a:off x="5412432" y="2917146"/>
              <a:ext cx="136696" cy="218663"/>
            </a:xfrm>
            <a:custGeom>
              <a:avLst/>
              <a:gdLst/>
              <a:ahLst/>
              <a:cxnLst/>
              <a:rect l="l" t="t" r="r" b="b"/>
              <a:pathLst>
                <a:path w="3779" h="6045" fill="none" extrusionOk="0">
                  <a:moveTo>
                    <a:pt x="3652" y="126"/>
                  </a:moveTo>
                  <a:lnTo>
                    <a:pt x="3778" y="0"/>
                  </a:lnTo>
                  <a:lnTo>
                    <a:pt x="252" y="5919"/>
                  </a:lnTo>
                  <a:lnTo>
                    <a:pt x="0" y="6045"/>
                  </a:lnTo>
                  <a:lnTo>
                    <a:pt x="3526" y="126"/>
                  </a:lnTo>
                  <a:lnTo>
                    <a:pt x="3652" y="126"/>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26"/>
            <p:cNvSpPr/>
            <p:nvPr/>
          </p:nvSpPr>
          <p:spPr>
            <a:xfrm>
              <a:off x="5339544" y="2949014"/>
              <a:ext cx="150369" cy="227814"/>
            </a:xfrm>
            <a:custGeom>
              <a:avLst/>
              <a:gdLst/>
              <a:ahLst/>
              <a:cxnLst/>
              <a:rect l="l" t="t" r="r" b="b"/>
              <a:pathLst>
                <a:path w="4157" h="6298" extrusionOk="0">
                  <a:moveTo>
                    <a:pt x="4156" y="1"/>
                  </a:moveTo>
                  <a:lnTo>
                    <a:pt x="3400" y="504"/>
                  </a:lnTo>
                  <a:lnTo>
                    <a:pt x="0" y="6297"/>
                  </a:lnTo>
                  <a:lnTo>
                    <a:pt x="630" y="5919"/>
                  </a:lnTo>
                  <a:lnTo>
                    <a:pt x="4156"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26"/>
            <p:cNvSpPr/>
            <p:nvPr/>
          </p:nvSpPr>
          <p:spPr>
            <a:xfrm>
              <a:off x="5339544" y="2949014"/>
              <a:ext cx="150369" cy="227814"/>
            </a:xfrm>
            <a:custGeom>
              <a:avLst/>
              <a:gdLst/>
              <a:ahLst/>
              <a:cxnLst/>
              <a:rect l="l" t="t" r="r" b="b"/>
              <a:pathLst>
                <a:path w="4157" h="6298" fill="none" extrusionOk="0">
                  <a:moveTo>
                    <a:pt x="4156" y="1"/>
                  </a:moveTo>
                  <a:lnTo>
                    <a:pt x="630" y="5919"/>
                  </a:lnTo>
                  <a:lnTo>
                    <a:pt x="0" y="6297"/>
                  </a:lnTo>
                  <a:lnTo>
                    <a:pt x="3400" y="504"/>
                  </a:lnTo>
                  <a:lnTo>
                    <a:pt x="4156"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26"/>
            <p:cNvSpPr/>
            <p:nvPr/>
          </p:nvSpPr>
          <p:spPr>
            <a:xfrm>
              <a:off x="5526304" y="3031017"/>
              <a:ext cx="72924" cy="41020"/>
            </a:xfrm>
            <a:custGeom>
              <a:avLst/>
              <a:gdLst/>
              <a:ahLst/>
              <a:cxnLst/>
              <a:rect l="l" t="t" r="r" b="b"/>
              <a:pathLst>
                <a:path w="2016" h="1134" extrusionOk="0">
                  <a:moveTo>
                    <a:pt x="2015" y="0"/>
                  </a:moveTo>
                  <a:lnTo>
                    <a:pt x="1" y="1134"/>
                  </a:lnTo>
                  <a:lnTo>
                    <a:pt x="1" y="1134"/>
                  </a:lnTo>
                  <a:lnTo>
                    <a:pt x="1638" y="252"/>
                  </a:lnTo>
                  <a:lnTo>
                    <a:pt x="2015" y="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26"/>
            <p:cNvSpPr/>
            <p:nvPr/>
          </p:nvSpPr>
          <p:spPr>
            <a:xfrm>
              <a:off x="5526304" y="2889799"/>
              <a:ext cx="72924" cy="182237"/>
            </a:xfrm>
            <a:custGeom>
              <a:avLst/>
              <a:gdLst/>
              <a:ahLst/>
              <a:cxnLst/>
              <a:rect l="l" t="t" r="r" b="b"/>
              <a:pathLst>
                <a:path w="2016" h="5038" fill="none" extrusionOk="0">
                  <a:moveTo>
                    <a:pt x="2015" y="1"/>
                  </a:moveTo>
                  <a:lnTo>
                    <a:pt x="2015" y="1"/>
                  </a:lnTo>
                  <a:lnTo>
                    <a:pt x="2015" y="1512"/>
                  </a:lnTo>
                  <a:lnTo>
                    <a:pt x="2015" y="2141"/>
                  </a:lnTo>
                  <a:lnTo>
                    <a:pt x="2015" y="2771"/>
                  </a:lnTo>
                  <a:lnTo>
                    <a:pt x="2015" y="3023"/>
                  </a:lnTo>
                  <a:lnTo>
                    <a:pt x="2015" y="3904"/>
                  </a:lnTo>
                  <a:lnTo>
                    <a:pt x="1638" y="4156"/>
                  </a:lnTo>
                  <a:lnTo>
                    <a:pt x="1" y="5038"/>
                  </a:lnTo>
                  <a:lnTo>
                    <a:pt x="2015" y="3904"/>
                  </a:lnTo>
                  <a:lnTo>
                    <a:pt x="2015" y="1638"/>
                  </a:lnTo>
                  <a:lnTo>
                    <a:pt x="2015" y="1386"/>
                  </a:lnTo>
                  <a:lnTo>
                    <a:pt x="2015" y="1134"/>
                  </a:lnTo>
                  <a:lnTo>
                    <a:pt x="2015" y="378"/>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26"/>
            <p:cNvSpPr/>
            <p:nvPr/>
          </p:nvSpPr>
          <p:spPr>
            <a:xfrm>
              <a:off x="5421548" y="2889799"/>
              <a:ext cx="177679" cy="241451"/>
            </a:xfrm>
            <a:custGeom>
              <a:avLst/>
              <a:gdLst/>
              <a:ahLst/>
              <a:cxnLst/>
              <a:rect l="l" t="t" r="r" b="b"/>
              <a:pathLst>
                <a:path w="4912" h="6675" extrusionOk="0">
                  <a:moveTo>
                    <a:pt x="4911" y="1"/>
                  </a:moveTo>
                  <a:lnTo>
                    <a:pt x="4156" y="378"/>
                  </a:lnTo>
                  <a:lnTo>
                    <a:pt x="3904" y="504"/>
                  </a:lnTo>
                  <a:lnTo>
                    <a:pt x="3526" y="756"/>
                  </a:lnTo>
                  <a:lnTo>
                    <a:pt x="0" y="6675"/>
                  </a:lnTo>
                  <a:lnTo>
                    <a:pt x="2519" y="5290"/>
                  </a:lnTo>
                  <a:lnTo>
                    <a:pt x="2771" y="5164"/>
                  </a:lnTo>
                  <a:lnTo>
                    <a:pt x="2897" y="5038"/>
                  </a:lnTo>
                  <a:lnTo>
                    <a:pt x="4534" y="4156"/>
                  </a:lnTo>
                  <a:lnTo>
                    <a:pt x="4911" y="3904"/>
                  </a:lnTo>
                  <a:lnTo>
                    <a:pt x="4911" y="3023"/>
                  </a:lnTo>
                  <a:lnTo>
                    <a:pt x="4911" y="2771"/>
                  </a:lnTo>
                  <a:lnTo>
                    <a:pt x="4911" y="2141"/>
                  </a:lnTo>
                  <a:lnTo>
                    <a:pt x="4911" y="1512"/>
                  </a:lnTo>
                  <a:lnTo>
                    <a:pt x="491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26"/>
            <p:cNvSpPr/>
            <p:nvPr/>
          </p:nvSpPr>
          <p:spPr>
            <a:xfrm>
              <a:off x="5421548" y="2889799"/>
              <a:ext cx="177679" cy="241451"/>
            </a:xfrm>
            <a:custGeom>
              <a:avLst/>
              <a:gdLst/>
              <a:ahLst/>
              <a:cxnLst/>
              <a:rect l="l" t="t" r="r" b="b"/>
              <a:pathLst>
                <a:path w="4912" h="6675" fill="none" extrusionOk="0">
                  <a:moveTo>
                    <a:pt x="4911" y="1"/>
                  </a:moveTo>
                  <a:lnTo>
                    <a:pt x="4156" y="378"/>
                  </a:lnTo>
                  <a:lnTo>
                    <a:pt x="3904" y="504"/>
                  </a:lnTo>
                  <a:lnTo>
                    <a:pt x="3526" y="756"/>
                  </a:lnTo>
                  <a:lnTo>
                    <a:pt x="0" y="6675"/>
                  </a:lnTo>
                  <a:lnTo>
                    <a:pt x="2519" y="5290"/>
                  </a:lnTo>
                  <a:lnTo>
                    <a:pt x="2771" y="5164"/>
                  </a:lnTo>
                  <a:lnTo>
                    <a:pt x="2897" y="5038"/>
                  </a:lnTo>
                  <a:lnTo>
                    <a:pt x="2897" y="5038"/>
                  </a:lnTo>
                  <a:lnTo>
                    <a:pt x="4534" y="4156"/>
                  </a:lnTo>
                  <a:lnTo>
                    <a:pt x="4911" y="3904"/>
                  </a:lnTo>
                  <a:lnTo>
                    <a:pt x="4911" y="3023"/>
                  </a:lnTo>
                  <a:lnTo>
                    <a:pt x="4911" y="2771"/>
                  </a:lnTo>
                  <a:lnTo>
                    <a:pt x="4911" y="2141"/>
                  </a:lnTo>
                  <a:lnTo>
                    <a:pt x="4911" y="1512"/>
                  </a:lnTo>
                  <a:lnTo>
                    <a:pt x="491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26"/>
            <p:cNvSpPr/>
            <p:nvPr/>
          </p:nvSpPr>
          <p:spPr>
            <a:xfrm>
              <a:off x="5498958" y="2921703"/>
              <a:ext cx="41056" cy="22789"/>
            </a:xfrm>
            <a:custGeom>
              <a:avLst/>
              <a:gdLst/>
              <a:ahLst/>
              <a:cxnLst/>
              <a:rect l="l" t="t" r="r" b="b"/>
              <a:pathLst>
                <a:path w="1135" h="630" extrusionOk="0">
                  <a:moveTo>
                    <a:pt x="1134" y="0"/>
                  </a:moveTo>
                  <a:lnTo>
                    <a:pt x="1" y="630"/>
                  </a:lnTo>
                  <a:lnTo>
                    <a:pt x="757" y="252"/>
                  </a:lnTo>
                  <a:lnTo>
                    <a:pt x="1134" y="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26"/>
            <p:cNvSpPr/>
            <p:nvPr/>
          </p:nvSpPr>
          <p:spPr>
            <a:xfrm>
              <a:off x="5375970" y="3135772"/>
              <a:ext cx="36498" cy="22825"/>
            </a:xfrm>
            <a:custGeom>
              <a:avLst/>
              <a:gdLst/>
              <a:ahLst/>
              <a:cxnLst/>
              <a:rect l="l" t="t" r="r" b="b"/>
              <a:pathLst>
                <a:path w="1009" h="631" fill="none" extrusionOk="0">
                  <a:moveTo>
                    <a:pt x="1008" y="1"/>
                  </a:moveTo>
                  <a:lnTo>
                    <a:pt x="1" y="630"/>
                  </a:lnTo>
                  <a:lnTo>
                    <a:pt x="1" y="630"/>
                  </a:lnTo>
                  <a:lnTo>
                    <a:pt x="1008"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26"/>
            <p:cNvSpPr/>
            <p:nvPr/>
          </p:nvSpPr>
          <p:spPr>
            <a:xfrm>
              <a:off x="5498958" y="2921703"/>
              <a:ext cx="41056" cy="22789"/>
            </a:xfrm>
            <a:custGeom>
              <a:avLst/>
              <a:gdLst/>
              <a:ahLst/>
              <a:cxnLst/>
              <a:rect l="l" t="t" r="r" b="b"/>
              <a:pathLst>
                <a:path w="1135" h="630" fill="none" extrusionOk="0">
                  <a:moveTo>
                    <a:pt x="1134" y="0"/>
                  </a:moveTo>
                  <a:lnTo>
                    <a:pt x="757" y="252"/>
                  </a:lnTo>
                  <a:lnTo>
                    <a:pt x="1" y="630"/>
                  </a:lnTo>
                  <a:lnTo>
                    <a:pt x="1" y="630"/>
                  </a:lnTo>
                  <a:lnTo>
                    <a:pt x="1134" y="0"/>
                  </a:lnTo>
                  <a:lnTo>
                    <a:pt x="1134"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26"/>
            <p:cNvSpPr/>
            <p:nvPr/>
          </p:nvSpPr>
          <p:spPr>
            <a:xfrm>
              <a:off x="5375970" y="2921703"/>
              <a:ext cx="164042" cy="236894"/>
            </a:xfrm>
            <a:custGeom>
              <a:avLst/>
              <a:gdLst/>
              <a:ahLst/>
              <a:cxnLst/>
              <a:rect l="l" t="t" r="r" b="b"/>
              <a:pathLst>
                <a:path w="4535" h="6549" extrusionOk="0">
                  <a:moveTo>
                    <a:pt x="4534" y="0"/>
                  </a:moveTo>
                  <a:lnTo>
                    <a:pt x="3401" y="630"/>
                  </a:lnTo>
                  <a:lnTo>
                    <a:pt x="1" y="6548"/>
                  </a:lnTo>
                  <a:lnTo>
                    <a:pt x="1008" y="5919"/>
                  </a:lnTo>
                  <a:lnTo>
                    <a:pt x="4534"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26"/>
            <p:cNvSpPr/>
            <p:nvPr/>
          </p:nvSpPr>
          <p:spPr>
            <a:xfrm>
              <a:off x="5375970" y="2921703"/>
              <a:ext cx="164042" cy="236894"/>
            </a:xfrm>
            <a:custGeom>
              <a:avLst/>
              <a:gdLst/>
              <a:ahLst/>
              <a:cxnLst/>
              <a:rect l="l" t="t" r="r" b="b"/>
              <a:pathLst>
                <a:path w="4535" h="6549" fill="none" extrusionOk="0">
                  <a:moveTo>
                    <a:pt x="4534" y="0"/>
                  </a:moveTo>
                  <a:lnTo>
                    <a:pt x="3401" y="630"/>
                  </a:lnTo>
                  <a:lnTo>
                    <a:pt x="1" y="6548"/>
                  </a:lnTo>
                  <a:lnTo>
                    <a:pt x="1008" y="5919"/>
                  </a:lnTo>
                  <a:lnTo>
                    <a:pt x="1008" y="5919"/>
                  </a:lnTo>
                  <a:lnTo>
                    <a:pt x="4534"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26"/>
            <p:cNvSpPr/>
            <p:nvPr/>
          </p:nvSpPr>
          <p:spPr>
            <a:xfrm>
              <a:off x="5375970" y="2944456"/>
              <a:ext cx="123023" cy="214141"/>
            </a:xfrm>
            <a:custGeom>
              <a:avLst/>
              <a:gdLst/>
              <a:ahLst/>
              <a:cxnLst/>
              <a:rect l="l" t="t" r="r" b="b"/>
              <a:pathLst>
                <a:path w="3401" h="5920" extrusionOk="0">
                  <a:moveTo>
                    <a:pt x="3401" y="1"/>
                  </a:moveTo>
                  <a:lnTo>
                    <a:pt x="3401" y="1"/>
                  </a:lnTo>
                  <a:lnTo>
                    <a:pt x="1" y="5919"/>
                  </a:lnTo>
                  <a:lnTo>
                    <a:pt x="1" y="5919"/>
                  </a:lnTo>
                  <a:lnTo>
                    <a:pt x="3401" y="1"/>
                  </a:lnTo>
                  <a:lnTo>
                    <a:pt x="340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26"/>
            <p:cNvSpPr/>
            <p:nvPr/>
          </p:nvSpPr>
          <p:spPr>
            <a:xfrm>
              <a:off x="5375970" y="2944456"/>
              <a:ext cx="123023" cy="214141"/>
            </a:xfrm>
            <a:custGeom>
              <a:avLst/>
              <a:gdLst/>
              <a:ahLst/>
              <a:cxnLst/>
              <a:rect l="l" t="t" r="r" b="b"/>
              <a:pathLst>
                <a:path w="3401" h="5920" fill="none" extrusionOk="0">
                  <a:moveTo>
                    <a:pt x="3401" y="1"/>
                  </a:moveTo>
                  <a:lnTo>
                    <a:pt x="3401" y="1"/>
                  </a:lnTo>
                  <a:lnTo>
                    <a:pt x="1" y="5919"/>
                  </a:lnTo>
                  <a:lnTo>
                    <a:pt x="1" y="5919"/>
                  </a:lnTo>
                  <a:lnTo>
                    <a:pt x="3401" y="1"/>
                  </a:lnTo>
                  <a:lnTo>
                    <a:pt x="340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26"/>
            <p:cNvSpPr/>
            <p:nvPr/>
          </p:nvSpPr>
          <p:spPr>
            <a:xfrm>
              <a:off x="5230194" y="3012786"/>
              <a:ext cx="145811" cy="227814"/>
            </a:xfrm>
            <a:custGeom>
              <a:avLst/>
              <a:gdLst/>
              <a:ahLst/>
              <a:cxnLst/>
              <a:rect l="l" t="t" r="r" b="b"/>
              <a:pathLst>
                <a:path w="4031" h="6298" extrusionOk="0">
                  <a:moveTo>
                    <a:pt x="4031" y="1"/>
                  </a:moveTo>
                  <a:lnTo>
                    <a:pt x="3527" y="378"/>
                  </a:lnTo>
                  <a:lnTo>
                    <a:pt x="1" y="6297"/>
                  </a:lnTo>
                  <a:lnTo>
                    <a:pt x="127" y="6171"/>
                  </a:lnTo>
                  <a:lnTo>
                    <a:pt x="505" y="5919"/>
                  </a:lnTo>
                  <a:lnTo>
                    <a:pt x="403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26"/>
            <p:cNvSpPr/>
            <p:nvPr/>
          </p:nvSpPr>
          <p:spPr>
            <a:xfrm>
              <a:off x="5230194" y="3012786"/>
              <a:ext cx="145811" cy="227814"/>
            </a:xfrm>
            <a:custGeom>
              <a:avLst/>
              <a:gdLst/>
              <a:ahLst/>
              <a:cxnLst/>
              <a:rect l="l" t="t" r="r" b="b"/>
              <a:pathLst>
                <a:path w="4031" h="6298" fill="none" extrusionOk="0">
                  <a:moveTo>
                    <a:pt x="4031" y="1"/>
                  </a:moveTo>
                  <a:lnTo>
                    <a:pt x="3527" y="378"/>
                  </a:lnTo>
                  <a:lnTo>
                    <a:pt x="1" y="6297"/>
                  </a:lnTo>
                  <a:lnTo>
                    <a:pt x="127" y="6171"/>
                  </a:lnTo>
                  <a:lnTo>
                    <a:pt x="505" y="5919"/>
                  </a:lnTo>
                  <a:lnTo>
                    <a:pt x="403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26"/>
            <p:cNvSpPr/>
            <p:nvPr/>
          </p:nvSpPr>
          <p:spPr>
            <a:xfrm>
              <a:off x="5294003" y="3176792"/>
              <a:ext cx="45577" cy="27346"/>
            </a:xfrm>
            <a:custGeom>
              <a:avLst/>
              <a:gdLst/>
              <a:ahLst/>
              <a:cxnLst/>
              <a:rect l="l" t="t" r="r" b="b"/>
              <a:pathLst>
                <a:path w="1260" h="756" extrusionOk="0">
                  <a:moveTo>
                    <a:pt x="1259" y="0"/>
                  </a:moveTo>
                  <a:lnTo>
                    <a:pt x="378" y="504"/>
                  </a:lnTo>
                  <a:lnTo>
                    <a:pt x="315" y="567"/>
                  </a:lnTo>
                  <a:lnTo>
                    <a:pt x="1259" y="0"/>
                  </a:lnTo>
                  <a:close/>
                  <a:moveTo>
                    <a:pt x="315" y="567"/>
                  </a:moveTo>
                  <a:lnTo>
                    <a:pt x="0" y="756"/>
                  </a:lnTo>
                  <a:lnTo>
                    <a:pt x="252" y="630"/>
                  </a:lnTo>
                  <a:lnTo>
                    <a:pt x="315" y="567"/>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26"/>
            <p:cNvSpPr/>
            <p:nvPr/>
          </p:nvSpPr>
          <p:spPr>
            <a:xfrm>
              <a:off x="5294003" y="3176792"/>
              <a:ext cx="45577" cy="27346"/>
            </a:xfrm>
            <a:custGeom>
              <a:avLst/>
              <a:gdLst/>
              <a:ahLst/>
              <a:cxnLst/>
              <a:rect l="l" t="t" r="r" b="b"/>
              <a:pathLst>
                <a:path w="1260" h="756" fill="none" extrusionOk="0">
                  <a:moveTo>
                    <a:pt x="1259" y="0"/>
                  </a:moveTo>
                  <a:lnTo>
                    <a:pt x="378" y="504"/>
                  </a:lnTo>
                  <a:lnTo>
                    <a:pt x="252" y="630"/>
                  </a:lnTo>
                  <a:lnTo>
                    <a:pt x="0" y="756"/>
                  </a:lnTo>
                  <a:lnTo>
                    <a:pt x="0" y="756"/>
                  </a:lnTo>
                  <a:lnTo>
                    <a:pt x="1259" y="0"/>
                  </a:lnTo>
                  <a:lnTo>
                    <a:pt x="125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26"/>
            <p:cNvSpPr/>
            <p:nvPr/>
          </p:nvSpPr>
          <p:spPr>
            <a:xfrm>
              <a:off x="5412432" y="2967244"/>
              <a:ext cx="50135" cy="27346"/>
            </a:xfrm>
            <a:custGeom>
              <a:avLst/>
              <a:gdLst/>
              <a:ahLst/>
              <a:cxnLst/>
              <a:rect l="l" t="t" r="r" b="b"/>
              <a:pathLst>
                <a:path w="1386" h="756" fill="none" extrusionOk="0">
                  <a:moveTo>
                    <a:pt x="1385" y="0"/>
                  </a:moveTo>
                  <a:lnTo>
                    <a:pt x="0" y="756"/>
                  </a:lnTo>
                  <a:lnTo>
                    <a:pt x="0" y="756"/>
                  </a:lnTo>
                  <a:lnTo>
                    <a:pt x="1385" y="0"/>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26"/>
            <p:cNvSpPr/>
            <p:nvPr/>
          </p:nvSpPr>
          <p:spPr>
            <a:xfrm>
              <a:off x="5289445" y="2967244"/>
              <a:ext cx="173122" cy="241451"/>
            </a:xfrm>
            <a:custGeom>
              <a:avLst/>
              <a:gdLst/>
              <a:ahLst/>
              <a:cxnLst/>
              <a:rect l="l" t="t" r="r" b="b"/>
              <a:pathLst>
                <a:path w="4786" h="6675" extrusionOk="0">
                  <a:moveTo>
                    <a:pt x="4785" y="0"/>
                  </a:moveTo>
                  <a:lnTo>
                    <a:pt x="3400" y="756"/>
                  </a:lnTo>
                  <a:lnTo>
                    <a:pt x="0" y="6675"/>
                  </a:lnTo>
                  <a:lnTo>
                    <a:pt x="126" y="6549"/>
                  </a:lnTo>
                  <a:lnTo>
                    <a:pt x="378" y="6423"/>
                  </a:lnTo>
                  <a:lnTo>
                    <a:pt x="504" y="6297"/>
                  </a:lnTo>
                  <a:lnTo>
                    <a:pt x="1385" y="5793"/>
                  </a:lnTo>
                  <a:lnTo>
                    <a:pt x="47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7" name="Google Shape;497;p26"/>
            <p:cNvSpPr/>
            <p:nvPr/>
          </p:nvSpPr>
          <p:spPr>
            <a:xfrm>
              <a:off x="5289445" y="2967244"/>
              <a:ext cx="173122" cy="241451"/>
            </a:xfrm>
            <a:custGeom>
              <a:avLst/>
              <a:gdLst/>
              <a:ahLst/>
              <a:cxnLst/>
              <a:rect l="l" t="t" r="r" b="b"/>
              <a:pathLst>
                <a:path w="4786" h="6675" fill="none" extrusionOk="0">
                  <a:moveTo>
                    <a:pt x="4785" y="0"/>
                  </a:moveTo>
                  <a:lnTo>
                    <a:pt x="3400" y="756"/>
                  </a:lnTo>
                  <a:lnTo>
                    <a:pt x="0" y="6675"/>
                  </a:lnTo>
                  <a:lnTo>
                    <a:pt x="126" y="6549"/>
                  </a:lnTo>
                  <a:lnTo>
                    <a:pt x="126" y="6549"/>
                  </a:lnTo>
                  <a:lnTo>
                    <a:pt x="378" y="6423"/>
                  </a:lnTo>
                  <a:lnTo>
                    <a:pt x="504" y="6297"/>
                  </a:lnTo>
                  <a:lnTo>
                    <a:pt x="1385" y="5793"/>
                  </a:lnTo>
                  <a:lnTo>
                    <a:pt x="47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26"/>
            <p:cNvSpPr/>
            <p:nvPr/>
          </p:nvSpPr>
          <p:spPr>
            <a:xfrm>
              <a:off x="5248425" y="2994555"/>
              <a:ext cx="164042" cy="232372"/>
            </a:xfrm>
            <a:custGeom>
              <a:avLst/>
              <a:gdLst/>
              <a:ahLst/>
              <a:cxnLst/>
              <a:rect l="l" t="t" r="r" b="b"/>
              <a:pathLst>
                <a:path w="4535" h="6424" extrusionOk="0">
                  <a:moveTo>
                    <a:pt x="4534" y="1"/>
                  </a:moveTo>
                  <a:lnTo>
                    <a:pt x="3527" y="505"/>
                  </a:lnTo>
                  <a:lnTo>
                    <a:pt x="1" y="6423"/>
                  </a:lnTo>
                  <a:lnTo>
                    <a:pt x="1134" y="5920"/>
                  </a:lnTo>
                  <a:lnTo>
                    <a:pt x="4534"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26"/>
            <p:cNvSpPr/>
            <p:nvPr/>
          </p:nvSpPr>
          <p:spPr>
            <a:xfrm>
              <a:off x="5221115" y="3026459"/>
              <a:ext cx="136696" cy="218699"/>
            </a:xfrm>
            <a:custGeom>
              <a:avLst/>
              <a:gdLst/>
              <a:ahLst/>
              <a:cxnLst/>
              <a:rect l="l" t="t" r="r" b="b"/>
              <a:pathLst>
                <a:path w="3779" h="6046" extrusionOk="0">
                  <a:moveTo>
                    <a:pt x="3778" y="0"/>
                  </a:moveTo>
                  <a:lnTo>
                    <a:pt x="0" y="2141"/>
                  </a:lnTo>
                  <a:lnTo>
                    <a:pt x="0" y="3652"/>
                  </a:lnTo>
                  <a:lnTo>
                    <a:pt x="0" y="4282"/>
                  </a:lnTo>
                  <a:lnTo>
                    <a:pt x="0" y="4912"/>
                  </a:lnTo>
                  <a:lnTo>
                    <a:pt x="0" y="5164"/>
                  </a:lnTo>
                  <a:lnTo>
                    <a:pt x="0" y="6045"/>
                  </a:lnTo>
                  <a:lnTo>
                    <a:pt x="252" y="5919"/>
                  </a:lnTo>
                  <a:lnTo>
                    <a:pt x="3778"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26"/>
            <p:cNvSpPr/>
            <p:nvPr/>
          </p:nvSpPr>
          <p:spPr>
            <a:xfrm>
              <a:off x="5198326" y="2848816"/>
              <a:ext cx="423688" cy="255125"/>
            </a:xfrm>
            <a:custGeom>
              <a:avLst/>
              <a:gdLst/>
              <a:ahLst/>
              <a:cxnLst/>
              <a:rect l="l" t="t" r="r" b="b"/>
              <a:pathLst>
                <a:path w="11713" h="7053" extrusionOk="0">
                  <a:moveTo>
                    <a:pt x="11712" y="0"/>
                  </a:moveTo>
                  <a:lnTo>
                    <a:pt x="0" y="6675"/>
                  </a:lnTo>
                  <a:lnTo>
                    <a:pt x="630" y="7052"/>
                  </a:lnTo>
                  <a:lnTo>
                    <a:pt x="11082" y="1134"/>
                  </a:lnTo>
                  <a:lnTo>
                    <a:pt x="1171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26"/>
            <p:cNvSpPr/>
            <p:nvPr/>
          </p:nvSpPr>
          <p:spPr>
            <a:xfrm>
              <a:off x="5198326" y="3031017"/>
              <a:ext cx="423688" cy="255125"/>
            </a:xfrm>
            <a:custGeom>
              <a:avLst/>
              <a:gdLst/>
              <a:ahLst/>
              <a:cxnLst/>
              <a:rect l="l" t="t" r="r" b="b"/>
              <a:pathLst>
                <a:path w="11713" h="7053" extrusionOk="0">
                  <a:moveTo>
                    <a:pt x="11082" y="0"/>
                  </a:moveTo>
                  <a:lnTo>
                    <a:pt x="630" y="5919"/>
                  </a:lnTo>
                  <a:lnTo>
                    <a:pt x="0" y="7053"/>
                  </a:lnTo>
                  <a:lnTo>
                    <a:pt x="11712" y="378"/>
                  </a:lnTo>
                  <a:lnTo>
                    <a:pt x="1108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26"/>
            <p:cNvSpPr/>
            <p:nvPr/>
          </p:nvSpPr>
          <p:spPr>
            <a:xfrm>
              <a:off x="5221115" y="3026459"/>
              <a:ext cx="378111" cy="218699"/>
            </a:xfrm>
            <a:custGeom>
              <a:avLst/>
              <a:gdLst/>
              <a:ahLst/>
              <a:cxnLst/>
              <a:rect l="l" t="t" r="r" b="b"/>
              <a:pathLst>
                <a:path w="10453" h="6046" extrusionOk="0">
                  <a:moveTo>
                    <a:pt x="10326" y="0"/>
                  </a:moveTo>
                  <a:lnTo>
                    <a:pt x="0" y="5793"/>
                  </a:lnTo>
                  <a:lnTo>
                    <a:pt x="0" y="6045"/>
                  </a:lnTo>
                  <a:lnTo>
                    <a:pt x="10452" y="126"/>
                  </a:lnTo>
                  <a:lnTo>
                    <a:pt x="10326"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26"/>
            <p:cNvSpPr/>
            <p:nvPr/>
          </p:nvSpPr>
          <p:spPr>
            <a:xfrm>
              <a:off x="5594634" y="2889799"/>
              <a:ext cx="4594" cy="141254"/>
            </a:xfrm>
            <a:custGeom>
              <a:avLst/>
              <a:gdLst/>
              <a:ahLst/>
              <a:cxnLst/>
              <a:rect l="l" t="t" r="r" b="b"/>
              <a:pathLst>
                <a:path w="127" h="3905" extrusionOk="0">
                  <a:moveTo>
                    <a:pt x="126" y="1"/>
                  </a:moveTo>
                  <a:lnTo>
                    <a:pt x="0" y="126"/>
                  </a:lnTo>
                  <a:lnTo>
                    <a:pt x="0" y="3778"/>
                  </a:lnTo>
                  <a:lnTo>
                    <a:pt x="126" y="3904"/>
                  </a:lnTo>
                  <a:lnTo>
                    <a:pt x="126"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26"/>
            <p:cNvSpPr/>
            <p:nvPr/>
          </p:nvSpPr>
          <p:spPr>
            <a:xfrm>
              <a:off x="5189211" y="3081116"/>
              <a:ext cx="9152" cy="205026"/>
            </a:xfrm>
            <a:custGeom>
              <a:avLst/>
              <a:gdLst/>
              <a:ahLst/>
              <a:cxnLst/>
              <a:rect l="l" t="t" r="r" b="b"/>
              <a:pathLst>
                <a:path w="253" h="5668" extrusionOk="0">
                  <a:moveTo>
                    <a:pt x="1" y="1"/>
                  </a:moveTo>
                  <a:lnTo>
                    <a:pt x="1" y="5542"/>
                  </a:lnTo>
                  <a:lnTo>
                    <a:pt x="252" y="5668"/>
                  </a:lnTo>
                  <a:lnTo>
                    <a:pt x="252" y="253"/>
                  </a:lnTo>
                  <a:lnTo>
                    <a:pt x="1"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26"/>
            <p:cNvSpPr/>
            <p:nvPr/>
          </p:nvSpPr>
          <p:spPr>
            <a:xfrm>
              <a:off x="5189211" y="2839700"/>
              <a:ext cx="432804" cy="250567"/>
            </a:xfrm>
            <a:custGeom>
              <a:avLst/>
              <a:gdLst/>
              <a:ahLst/>
              <a:cxnLst/>
              <a:rect l="l" t="t" r="r" b="b"/>
              <a:pathLst>
                <a:path w="11965" h="6927" extrusionOk="0">
                  <a:moveTo>
                    <a:pt x="11712" y="0"/>
                  </a:moveTo>
                  <a:lnTo>
                    <a:pt x="1" y="6675"/>
                  </a:lnTo>
                  <a:lnTo>
                    <a:pt x="252" y="6927"/>
                  </a:lnTo>
                  <a:lnTo>
                    <a:pt x="11964" y="252"/>
                  </a:lnTo>
                  <a:lnTo>
                    <a:pt x="1171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26"/>
            <p:cNvSpPr/>
            <p:nvPr/>
          </p:nvSpPr>
          <p:spPr>
            <a:xfrm>
              <a:off x="3449086" y="1450349"/>
              <a:ext cx="1252726" cy="674219"/>
            </a:xfrm>
            <a:custGeom>
              <a:avLst/>
              <a:gdLst/>
              <a:ahLst/>
              <a:cxnLst/>
              <a:rect l="l" t="t" r="r" b="b"/>
              <a:pathLst>
                <a:path w="34632" h="18639" extrusionOk="0">
                  <a:moveTo>
                    <a:pt x="17883" y="0"/>
                  </a:moveTo>
                  <a:lnTo>
                    <a:pt x="1" y="9067"/>
                  </a:lnTo>
                  <a:lnTo>
                    <a:pt x="17883" y="18638"/>
                  </a:lnTo>
                  <a:lnTo>
                    <a:pt x="34632" y="9193"/>
                  </a:lnTo>
                  <a:lnTo>
                    <a:pt x="17883" y="0"/>
                  </a:lnTo>
                  <a:close/>
                </a:path>
              </a:pathLst>
            </a:cu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26"/>
            <p:cNvSpPr/>
            <p:nvPr/>
          </p:nvSpPr>
          <p:spPr>
            <a:xfrm>
              <a:off x="5047992" y="2024299"/>
              <a:ext cx="191353" cy="410015"/>
            </a:xfrm>
            <a:custGeom>
              <a:avLst/>
              <a:gdLst/>
              <a:ahLst/>
              <a:cxnLst/>
              <a:rect l="l" t="t" r="r" b="b"/>
              <a:pathLst>
                <a:path w="5290" h="11335" extrusionOk="0">
                  <a:moveTo>
                    <a:pt x="5290" y="1"/>
                  </a:moveTo>
                  <a:lnTo>
                    <a:pt x="1" y="3149"/>
                  </a:lnTo>
                  <a:lnTo>
                    <a:pt x="1" y="11334"/>
                  </a:lnTo>
                  <a:lnTo>
                    <a:pt x="5290" y="8312"/>
                  </a:lnTo>
                  <a:lnTo>
                    <a:pt x="5290" y="1"/>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26"/>
            <p:cNvSpPr/>
            <p:nvPr/>
          </p:nvSpPr>
          <p:spPr>
            <a:xfrm>
              <a:off x="4765592" y="1974200"/>
              <a:ext cx="282435" cy="460114"/>
            </a:xfrm>
            <a:custGeom>
              <a:avLst/>
              <a:gdLst/>
              <a:ahLst/>
              <a:cxnLst/>
              <a:rect l="l" t="t" r="r" b="b"/>
              <a:pathLst>
                <a:path w="7808" h="12720" extrusionOk="0">
                  <a:moveTo>
                    <a:pt x="0" y="0"/>
                  </a:moveTo>
                  <a:lnTo>
                    <a:pt x="0" y="8312"/>
                  </a:lnTo>
                  <a:lnTo>
                    <a:pt x="7808" y="12719"/>
                  </a:lnTo>
                  <a:lnTo>
                    <a:pt x="7808" y="4534"/>
                  </a:lnTo>
                  <a:lnTo>
                    <a:pt x="0"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26"/>
            <p:cNvSpPr/>
            <p:nvPr/>
          </p:nvSpPr>
          <p:spPr>
            <a:xfrm>
              <a:off x="4765592" y="1864850"/>
              <a:ext cx="473751" cy="273356"/>
            </a:xfrm>
            <a:custGeom>
              <a:avLst/>
              <a:gdLst/>
              <a:ahLst/>
              <a:cxnLst/>
              <a:rect l="l" t="t" r="r" b="b"/>
              <a:pathLst>
                <a:path w="13097" h="7557" extrusionOk="0">
                  <a:moveTo>
                    <a:pt x="5289" y="1"/>
                  </a:moveTo>
                  <a:lnTo>
                    <a:pt x="0" y="3023"/>
                  </a:lnTo>
                  <a:lnTo>
                    <a:pt x="7808" y="7557"/>
                  </a:lnTo>
                  <a:lnTo>
                    <a:pt x="13097" y="4409"/>
                  </a:lnTo>
                  <a:lnTo>
                    <a:pt x="5289" y="1"/>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26"/>
            <p:cNvSpPr/>
            <p:nvPr/>
          </p:nvSpPr>
          <p:spPr>
            <a:xfrm>
              <a:off x="5180095" y="1746421"/>
              <a:ext cx="214141" cy="742549"/>
            </a:xfrm>
            <a:custGeom>
              <a:avLst/>
              <a:gdLst/>
              <a:ahLst/>
              <a:cxnLst/>
              <a:rect l="l" t="t" r="r" b="b"/>
              <a:pathLst>
                <a:path w="5920" h="20528" extrusionOk="0">
                  <a:moveTo>
                    <a:pt x="1" y="1"/>
                  </a:moveTo>
                  <a:lnTo>
                    <a:pt x="1" y="18765"/>
                  </a:lnTo>
                  <a:lnTo>
                    <a:pt x="1" y="19142"/>
                  </a:lnTo>
                  <a:lnTo>
                    <a:pt x="253" y="19520"/>
                  </a:lnTo>
                  <a:lnTo>
                    <a:pt x="504" y="19772"/>
                  </a:lnTo>
                  <a:lnTo>
                    <a:pt x="882" y="20024"/>
                  </a:lnTo>
                  <a:lnTo>
                    <a:pt x="1386" y="20276"/>
                  </a:lnTo>
                  <a:lnTo>
                    <a:pt x="1890" y="20402"/>
                  </a:lnTo>
                  <a:lnTo>
                    <a:pt x="3023" y="20528"/>
                  </a:lnTo>
                  <a:lnTo>
                    <a:pt x="4031" y="20402"/>
                  </a:lnTo>
                  <a:lnTo>
                    <a:pt x="4660" y="20276"/>
                  </a:lnTo>
                  <a:lnTo>
                    <a:pt x="5038" y="20024"/>
                  </a:lnTo>
                  <a:lnTo>
                    <a:pt x="5416" y="19772"/>
                  </a:lnTo>
                  <a:lnTo>
                    <a:pt x="5668" y="19520"/>
                  </a:lnTo>
                  <a:lnTo>
                    <a:pt x="5920" y="19142"/>
                  </a:lnTo>
                  <a:lnTo>
                    <a:pt x="5920" y="18890"/>
                  </a:lnTo>
                  <a:lnTo>
                    <a:pt x="5920" y="379"/>
                  </a:lnTo>
                  <a:lnTo>
                    <a:pt x="5794" y="630"/>
                  </a:lnTo>
                  <a:lnTo>
                    <a:pt x="5542" y="882"/>
                  </a:lnTo>
                  <a:lnTo>
                    <a:pt x="5164" y="1260"/>
                  </a:lnTo>
                  <a:lnTo>
                    <a:pt x="4660" y="1386"/>
                  </a:lnTo>
                  <a:lnTo>
                    <a:pt x="4156" y="1638"/>
                  </a:lnTo>
                  <a:lnTo>
                    <a:pt x="3023" y="1764"/>
                  </a:lnTo>
                  <a:lnTo>
                    <a:pt x="1890" y="1638"/>
                  </a:lnTo>
                  <a:lnTo>
                    <a:pt x="1386" y="1386"/>
                  </a:lnTo>
                  <a:lnTo>
                    <a:pt x="882" y="1260"/>
                  </a:lnTo>
                  <a:lnTo>
                    <a:pt x="504" y="882"/>
                  </a:lnTo>
                  <a:lnTo>
                    <a:pt x="253" y="630"/>
                  </a:lnTo>
                  <a:lnTo>
                    <a:pt x="127" y="253"/>
                  </a:lnTo>
                  <a:lnTo>
                    <a:pt x="1" y="1"/>
                  </a:lnTo>
                  <a:close/>
                </a:path>
              </a:pathLst>
            </a:custGeom>
            <a:solidFill>
              <a:srgbClr val="F2505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26"/>
            <p:cNvSpPr/>
            <p:nvPr/>
          </p:nvSpPr>
          <p:spPr>
            <a:xfrm>
              <a:off x="5180095" y="1682649"/>
              <a:ext cx="214141" cy="127580"/>
            </a:xfrm>
            <a:custGeom>
              <a:avLst/>
              <a:gdLst/>
              <a:ahLst/>
              <a:cxnLst/>
              <a:rect l="l" t="t" r="r" b="b"/>
              <a:pathLst>
                <a:path w="5920" h="3527" extrusionOk="0">
                  <a:moveTo>
                    <a:pt x="3023" y="1"/>
                  </a:moveTo>
                  <a:lnTo>
                    <a:pt x="1890" y="127"/>
                  </a:lnTo>
                  <a:lnTo>
                    <a:pt x="1386" y="253"/>
                  </a:lnTo>
                  <a:lnTo>
                    <a:pt x="882" y="504"/>
                  </a:lnTo>
                  <a:lnTo>
                    <a:pt x="504" y="756"/>
                  </a:lnTo>
                  <a:lnTo>
                    <a:pt x="253" y="1134"/>
                  </a:lnTo>
                  <a:lnTo>
                    <a:pt x="127" y="1386"/>
                  </a:lnTo>
                  <a:lnTo>
                    <a:pt x="1" y="1764"/>
                  </a:lnTo>
                  <a:lnTo>
                    <a:pt x="127" y="2016"/>
                  </a:lnTo>
                  <a:lnTo>
                    <a:pt x="253" y="2393"/>
                  </a:lnTo>
                  <a:lnTo>
                    <a:pt x="504" y="2645"/>
                  </a:lnTo>
                  <a:lnTo>
                    <a:pt x="882" y="3023"/>
                  </a:lnTo>
                  <a:lnTo>
                    <a:pt x="1386" y="3149"/>
                  </a:lnTo>
                  <a:lnTo>
                    <a:pt x="1890" y="3401"/>
                  </a:lnTo>
                  <a:lnTo>
                    <a:pt x="3023" y="3527"/>
                  </a:lnTo>
                  <a:lnTo>
                    <a:pt x="4156" y="3401"/>
                  </a:lnTo>
                  <a:lnTo>
                    <a:pt x="4660" y="3149"/>
                  </a:lnTo>
                  <a:lnTo>
                    <a:pt x="5164" y="3023"/>
                  </a:lnTo>
                  <a:lnTo>
                    <a:pt x="5542" y="2645"/>
                  </a:lnTo>
                  <a:lnTo>
                    <a:pt x="5794" y="2393"/>
                  </a:lnTo>
                  <a:lnTo>
                    <a:pt x="5920" y="2016"/>
                  </a:lnTo>
                  <a:lnTo>
                    <a:pt x="5920" y="1764"/>
                  </a:lnTo>
                  <a:lnTo>
                    <a:pt x="5920" y="1386"/>
                  </a:lnTo>
                  <a:lnTo>
                    <a:pt x="5794" y="1134"/>
                  </a:lnTo>
                  <a:lnTo>
                    <a:pt x="5542" y="756"/>
                  </a:lnTo>
                  <a:lnTo>
                    <a:pt x="5164" y="504"/>
                  </a:lnTo>
                  <a:lnTo>
                    <a:pt x="4660" y="253"/>
                  </a:lnTo>
                  <a:lnTo>
                    <a:pt x="4156" y="127"/>
                  </a:lnTo>
                  <a:lnTo>
                    <a:pt x="3023" y="1"/>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26"/>
            <p:cNvSpPr/>
            <p:nvPr/>
          </p:nvSpPr>
          <p:spPr>
            <a:xfrm>
              <a:off x="5198326" y="1700880"/>
              <a:ext cx="177679" cy="91155"/>
            </a:xfrm>
            <a:custGeom>
              <a:avLst/>
              <a:gdLst/>
              <a:ahLst/>
              <a:cxnLst/>
              <a:rect l="l" t="t" r="r" b="b"/>
              <a:pathLst>
                <a:path w="4912" h="2520" extrusionOk="0">
                  <a:moveTo>
                    <a:pt x="2519" y="0"/>
                  </a:moveTo>
                  <a:lnTo>
                    <a:pt x="1512" y="126"/>
                  </a:lnTo>
                  <a:lnTo>
                    <a:pt x="630" y="504"/>
                  </a:lnTo>
                  <a:lnTo>
                    <a:pt x="252" y="882"/>
                  </a:lnTo>
                  <a:lnTo>
                    <a:pt x="0" y="1260"/>
                  </a:lnTo>
                  <a:lnTo>
                    <a:pt x="252" y="1638"/>
                  </a:lnTo>
                  <a:lnTo>
                    <a:pt x="630" y="2015"/>
                  </a:lnTo>
                  <a:lnTo>
                    <a:pt x="1512" y="2393"/>
                  </a:lnTo>
                  <a:lnTo>
                    <a:pt x="2519" y="2519"/>
                  </a:lnTo>
                  <a:lnTo>
                    <a:pt x="3527" y="2393"/>
                  </a:lnTo>
                  <a:lnTo>
                    <a:pt x="4408" y="2015"/>
                  </a:lnTo>
                  <a:lnTo>
                    <a:pt x="4786" y="1638"/>
                  </a:lnTo>
                  <a:lnTo>
                    <a:pt x="4912" y="1260"/>
                  </a:lnTo>
                  <a:lnTo>
                    <a:pt x="4786" y="882"/>
                  </a:lnTo>
                  <a:lnTo>
                    <a:pt x="4408" y="504"/>
                  </a:lnTo>
                  <a:lnTo>
                    <a:pt x="3527" y="126"/>
                  </a:lnTo>
                  <a:lnTo>
                    <a:pt x="2519"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26"/>
            <p:cNvSpPr/>
            <p:nvPr/>
          </p:nvSpPr>
          <p:spPr>
            <a:xfrm>
              <a:off x="5161900" y="2270272"/>
              <a:ext cx="109349" cy="273356"/>
            </a:xfrm>
            <a:custGeom>
              <a:avLst/>
              <a:gdLst/>
              <a:ahLst/>
              <a:cxnLst/>
              <a:rect l="l" t="t" r="r" b="b"/>
              <a:pathLst>
                <a:path w="3023" h="7557" extrusionOk="0">
                  <a:moveTo>
                    <a:pt x="0" y="1"/>
                  </a:moveTo>
                  <a:lnTo>
                    <a:pt x="0" y="6675"/>
                  </a:lnTo>
                  <a:lnTo>
                    <a:pt x="126" y="6927"/>
                  </a:lnTo>
                  <a:lnTo>
                    <a:pt x="378" y="7305"/>
                  </a:lnTo>
                  <a:lnTo>
                    <a:pt x="882" y="7431"/>
                  </a:lnTo>
                  <a:lnTo>
                    <a:pt x="1511" y="7557"/>
                  </a:lnTo>
                  <a:lnTo>
                    <a:pt x="2015" y="7431"/>
                  </a:lnTo>
                  <a:lnTo>
                    <a:pt x="2519" y="7305"/>
                  </a:lnTo>
                  <a:lnTo>
                    <a:pt x="2896" y="6927"/>
                  </a:lnTo>
                  <a:lnTo>
                    <a:pt x="3022" y="6675"/>
                  </a:lnTo>
                  <a:lnTo>
                    <a:pt x="3022" y="1"/>
                  </a:lnTo>
                  <a:lnTo>
                    <a:pt x="2896" y="253"/>
                  </a:lnTo>
                  <a:lnTo>
                    <a:pt x="2645" y="631"/>
                  </a:lnTo>
                  <a:lnTo>
                    <a:pt x="2141" y="756"/>
                  </a:lnTo>
                  <a:lnTo>
                    <a:pt x="1511" y="882"/>
                  </a:lnTo>
                  <a:lnTo>
                    <a:pt x="1007" y="756"/>
                  </a:lnTo>
                  <a:lnTo>
                    <a:pt x="504" y="631"/>
                  </a:lnTo>
                  <a:lnTo>
                    <a:pt x="126" y="253"/>
                  </a:lnTo>
                  <a:lnTo>
                    <a:pt x="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26"/>
            <p:cNvSpPr/>
            <p:nvPr/>
          </p:nvSpPr>
          <p:spPr>
            <a:xfrm>
              <a:off x="5161900" y="2238404"/>
              <a:ext cx="109349" cy="63808"/>
            </a:xfrm>
            <a:custGeom>
              <a:avLst/>
              <a:gdLst/>
              <a:ahLst/>
              <a:cxnLst/>
              <a:rect l="l" t="t" r="r" b="b"/>
              <a:pathLst>
                <a:path w="3023" h="1764" extrusionOk="0">
                  <a:moveTo>
                    <a:pt x="1007" y="0"/>
                  </a:moveTo>
                  <a:lnTo>
                    <a:pt x="504" y="252"/>
                  </a:lnTo>
                  <a:lnTo>
                    <a:pt x="126" y="504"/>
                  </a:lnTo>
                  <a:lnTo>
                    <a:pt x="0" y="882"/>
                  </a:lnTo>
                  <a:lnTo>
                    <a:pt x="126" y="1134"/>
                  </a:lnTo>
                  <a:lnTo>
                    <a:pt x="504" y="1512"/>
                  </a:lnTo>
                  <a:lnTo>
                    <a:pt x="1007" y="1637"/>
                  </a:lnTo>
                  <a:lnTo>
                    <a:pt x="1511" y="1763"/>
                  </a:lnTo>
                  <a:lnTo>
                    <a:pt x="2141" y="1637"/>
                  </a:lnTo>
                  <a:lnTo>
                    <a:pt x="2645" y="1512"/>
                  </a:lnTo>
                  <a:lnTo>
                    <a:pt x="2896" y="1134"/>
                  </a:lnTo>
                  <a:lnTo>
                    <a:pt x="3022" y="882"/>
                  </a:lnTo>
                  <a:lnTo>
                    <a:pt x="2896" y="504"/>
                  </a:lnTo>
                  <a:lnTo>
                    <a:pt x="2645" y="252"/>
                  </a:lnTo>
                  <a:lnTo>
                    <a:pt x="2141"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26"/>
            <p:cNvSpPr/>
            <p:nvPr/>
          </p:nvSpPr>
          <p:spPr>
            <a:xfrm>
              <a:off x="5180095" y="2256635"/>
              <a:ext cx="72924" cy="27346"/>
            </a:xfrm>
            <a:custGeom>
              <a:avLst/>
              <a:gdLst/>
              <a:ahLst/>
              <a:cxnLst/>
              <a:rect l="l" t="t" r="r" b="b"/>
              <a:pathLst>
                <a:path w="2016" h="756" extrusionOk="0">
                  <a:moveTo>
                    <a:pt x="630" y="0"/>
                  </a:moveTo>
                  <a:lnTo>
                    <a:pt x="253" y="126"/>
                  </a:lnTo>
                  <a:lnTo>
                    <a:pt x="1" y="378"/>
                  </a:lnTo>
                  <a:lnTo>
                    <a:pt x="253" y="504"/>
                  </a:lnTo>
                  <a:lnTo>
                    <a:pt x="630" y="630"/>
                  </a:lnTo>
                  <a:lnTo>
                    <a:pt x="1008" y="756"/>
                  </a:lnTo>
                  <a:lnTo>
                    <a:pt x="1512" y="630"/>
                  </a:lnTo>
                  <a:lnTo>
                    <a:pt x="1890" y="504"/>
                  </a:lnTo>
                  <a:lnTo>
                    <a:pt x="2016" y="378"/>
                  </a:lnTo>
                  <a:lnTo>
                    <a:pt x="1890" y="126"/>
                  </a:lnTo>
                  <a:lnTo>
                    <a:pt x="1512"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26"/>
            <p:cNvSpPr/>
            <p:nvPr/>
          </p:nvSpPr>
          <p:spPr>
            <a:xfrm>
              <a:off x="5280330" y="2010626"/>
              <a:ext cx="72924" cy="514807"/>
            </a:xfrm>
            <a:custGeom>
              <a:avLst/>
              <a:gdLst/>
              <a:ahLst/>
              <a:cxnLst/>
              <a:rect l="l" t="t" r="r" b="b"/>
              <a:pathLst>
                <a:path w="2016" h="14232" extrusionOk="0">
                  <a:moveTo>
                    <a:pt x="0" y="1"/>
                  </a:moveTo>
                  <a:lnTo>
                    <a:pt x="0" y="13601"/>
                  </a:lnTo>
                  <a:lnTo>
                    <a:pt x="126" y="13853"/>
                  </a:lnTo>
                  <a:lnTo>
                    <a:pt x="378" y="14105"/>
                  </a:lnTo>
                  <a:lnTo>
                    <a:pt x="630" y="14231"/>
                  </a:lnTo>
                  <a:lnTo>
                    <a:pt x="1385" y="14231"/>
                  </a:lnTo>
                  <a:lnTo>
                    <a:pt x="1763" y="14105"/>
                  </a:lnTo>
                  <a:lnTo>
                    <a:pt x="2015" y="13853"/>
                  </a:lnTo>
                  <a:lnTo>
                    <a:pt x="2015" y="13601"/>
                  </a:lnTo>
                  <a:lnTo>
                    <a:pt x="2015" y="253"/>
                  </a:lnTo>
                  <a:lnTo>
                    <a:pt x="1763" y="504"/>
                  </a:lnTo>
                  <a:lnTo>
                    <a:pt x="1385" y="630"/>
                  </a:lnTo>
                  <a:lnTo>
                    <a:pt x="630" y="630"/>
                  </a:lnTo>
                  <a:lnTo>
                    <a:pt x="378" y="504"/>
                  </a:lnTo>
                  <a:lnTo>
                    <a:pt x="126" y="253"/>
                  </a:ln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26"/>
            <p:cNvSpPr/>
            <p:nvPr/>
          </p:nvSpPr>
          <p:spPr>
            <a:xfrm>
              <a:off x="5280330" y="1992431"/>
              <a:ext cx="72924" cy="41020"/>
            </a:xfrm>
            <a:custGeom>
              <a:avLst/>
              <a:gdLst/>
              <a:ahLst/>
              <a:cxnLst/>
              <a:rect l="l" t="t" r="r" b="b"/>
              <a:pathLst>
                <a:path w="2016" h="1134" extrusionOk="0">
                  <a:moveTo>
                    <a:pt x="630" y="0"/>
                  </a:moveTo>
                  <a:lnTo>
                    <a:pt x="378" y="126"/>
                  </a:lnTo>
                  <a:lnTo>
                    <a:pt x="126" y="378"/>
                  </a:lnTo>
                  <a:lnTo>
                    <a:pt x="0" y="504"/>
                  </a:lnTo>
                  <a:lnTo>
                    <a:pt x="126" y="756"/>
                  </a:lnTo>
                  <a:lnTo>
                    <a:pt x="378" y="1007"/>
                  </a:lnTo>
                  <a:lnTo>
                    <a:pt x="630" y="1133"/>
                  </a:lnTo>
                  <a:lnTo>
                    <a:pt x="1385" y="1133"/>
                  </a:lnTo>
                  <a:lnTo>
                    <a:pt x="1763" y="1007"/>
                  </a:lnTo>
                  <a:lnTo>
                    <a:pt x="2015" y="756"/>
                  </a:lnTo>
                  <a:lnTo>
                    <a:pt x="2015" y="504"/>
                  </a:lnTo>
                  <a:lnTo>
                    <a:pt x="2015" y="378"/>
                  </a:lnTo>
                  <a:lnTo>
                    <a:pt x="1763" y="126"/>
                  </a:lnTo>
                  <a:lnTo>
                    <a:pt x="1385"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26"/>
            <p:cNvSpPr/>
            <p:nvPr/>
          </p:nvSpPr>
          <p:spPr>
            <a:xfrm>
              <a:off x="5289445" y="2001510"/>
              <a:ext cx="54693" cy="22825"/>
            </a:xfrm>
            <a:custGeom>
              <a:avLst/>
              <a:gdLst/>
              <a:ahLst/>
              <a:cxnLst/>
              <a:rect l="l" t="t" r="r" b="b"/>
              <a:pathLst>
                <a:path w="1512" h="631" extrusionOk="0">
                  <a:moveTo>
                    <a:pt x="504" y="1"/>
                  </a:moveTo>
                  <a:lnTo>
                    <a:pt x="252" y="127"/>
                  </a:lnTo>
                  <a:lnTo>
                    <a:pt x="0" y="253"/>
                  </a:lnTo>
                  <a:lnTo>
                    <a:pt x="252" y="505"/>
                  </a:lnTo>
                  <a:lnTo>
                    <a:pt x="504" y="631"/>
                  </a:lnTo>
                  <a:lnTo>
                    <a:pt x="1133" y="631"/>
                  </a:lnTo>
                  <a:lnTo>
                    <a:pt x="1385" y="505"/>
                  </a:lnTo>
                  <a:lnTo>
                    <a:pt x="1511" y="253"/>
                  </a:lnTo>
                  <a:lnTo>
                    <a:pt x="1385" y="127"/>
                  </a:lnTo>
                  <a:lnTo>
                    <a:pt x="1133"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19" name="Google Shape;519;p26"/>
          <p:cNvSpPr txBox="1"/>
          <p:nvPr/>
        </p:nvSpPr>
        <p:spPr>
          <a:xfrm>
            <a:off x="1249784" y="2537611"/>
            <a:ext cx="21456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70C0"/>
                </a:solidFill>
                <a:latin typeface="Times New Roman"/>
                <a:ea typeface="Times New Roman"/>
                <a:cs typeface="Times New Roman"/>
                <a:sym typeface="Times New Roman"/>
              </a:rPr>
              <a:t>Raw Materials</a:t>
            </a:r>
            <a:endParaRPr dirty="0"/>
          </a:p>
          <a:p>
            <a:pPr marL="0" marR="0" lvl="0" indent="0" algn="l" rtl="0">
              <a:lnSpc>
                <a:spcPct val="100000"/>
              </a:lnSpc>
              <a:spcBef>
                <a:spcPts val="0"/>
              </a:spcBef>
              <a:spcAft>
                <a:spcPts val="0"/>
              </a:spcAft>
              <a:buNone/>
            </a:pPr>
            <a:r>
              <a:rPr lang="en-US" sz="1200" b="0" i="0" u="none" strike="noStrike" cap="none" dirty="0">
                <a:solidFill>
                  <a:schemeClr val="dk1"/>
                </a:solidFill>
                <a:latin typeface="Times New Roman"/>
                <a:ea typeface="Times New Roman"/>
                <a:cs typeface="Times New Roman"/>
                <a:sym typeface="Times New Roman"/>
              </a:rPr>
              <a:t>(Fats/Oils, NaOH, NaCl)</a:t>
            </a:r>
            <a:endParaRPr dirty="0"/>
          </a:p>
        </p:txBody>
      </p:sp>
      <p:sp>
        <p:nvSpPr>
          <p:cNvPr id="520" name="Google Shape;520;p26"/>
          <p:cNvSpPr txBox="1"/>
          <p:nvPr/>
        </p:nvSpPr>
        <p:spPr>
          <a:xfrm>
            <a:off x="6119801" y="2666111"/>
            <a:ext cx="133534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4475C9"/>
                </a:solidFill>
                <a:latin typeface="Times New Roman"/>
                <a:ea typeface="Times New Roman"/>
                <a:cs typeface="Times New Roman"/>
                <a:sym typeface="Times New Roman"/>
              </a:rPr>
              <a:t>Neat Soap</a:t>
            </a:r>
            <a:endParaRPr dirty="0">
              <a:solidFill>
                <a:srgbClr val="4475C9"/>
              </a:solidFill>
            </a:endParaRPr>
          </a:p>
        </p:txBody>
      </p:sp>
      <p:sp>
        <p:nvSpPr>
          <p:cNvPr id="174" name="Slide Number Placeholder 1">
            <a:extLst>
              <a:ext uri="{FF2B5EF4-FFF2-40B4-BE49-F238E27FC236}">
                <a16:creationId xmlns:a16="http://schemas.microsoft.com/office/drawing/2014/main" id="{D598CB9A-B73C-45DD-8C07-B4AC1092CC33}"/>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9</a:t>
            </a:fld>
            <a:endParaRPr lang="en-US" b="1" dirty="0">
              <a:solidFill>
                <a:schemeClr val="bg1">
                  <a:lumMod val="50000"/>
                </a:schemeClr>
              </a:solidFill>
            </a:endParaRPr>
          </a:p>
        </p:txBody>
      </p:sp>
      <p:sp>
        <p:nvSpPr>
          <p:cNvPr id="2" name="Rectangle 1">
            <a:extLst>
              <a:ext uri="{FF2B5EF4-FFF2-40B4-BE49-F238E27FC236}">
                <a16:creationId xmlns:a16="http://schemas.microsoft.com/office/drawing/2014/main" id="{813B1974-77AC-4D3F-8501-E8AB463B934F}"/>
              </a:ext>
            </a:extLst>
          </p:cNvPr>
          <p:cNvSpPr/>
          <p:nvPr/>
        </p:nvSpPr>
        <p:spPr>
          <a:xfrm>
            <a:off x="3665309" y="279868"/>
            <a:ext cx="1665842" cy="584775"/>
          </a:xfrm>
          <a:prstGeom prst="rect">
            <a:avLst/>
          </a:prstGeom>
        </p:spPr>
        <p:txBody>
          <a:bodyPr wrap="none">
            <a:spAutoFit/>
          </a:bodyPr>
          <a:lstStyle/>
          <a:p>
            <a:pPr lvl="0" algn="ctr"/>
            <a:r>
              <a:rPr lang="en-US" sz="3200" b="1" dirty="0" err="1">
                <a:solidFill>
                  <a:srgbClr val="000000"/>
                </a:solidFill>
                <a:ea typeface="Times New Roman"/>
                <a:sym typeface="Times New Roman"/>
              </a:rPr>
              <a:t>Panshed</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 calcmode="lin" valueType="num">
                                      <p:cBhvr additive="base">
                                        <p:cTn id="7" dur="500"/>
                                        <p:tgtEl>
                                          <p:spTgt spid="350"/>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49"/>
                                        </p:tgtEl>
                                        <p:attrNameLst>
                                          <p:attrName>style.visibility</p:attrName>
                                        </p:attrNameLst>
                                      </p:cBhvr>
                                      <p:to>
                                        <p:strVal val="visible"/>
                                      </p:to>
                                    </p:set>
                                    <p:anim calcmode="lin" valueType="num">
                                      <p:cBhvr additive="base">
                                        <p:cTn id="10" dur="500"/>
                                        <p:tgtEl>
                                          <p:spTgt spid="349"/>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352"/>
                                        </p:tgtEl>
                                        <p:attrNameLst>
                                          <p:attrName>style.visibility</p:attrName>
                                        </p:attrNameLst>
                                      </p:cBhvr>
                                      <p:to>
                                        <p:strVal val="visible"/>
                                      </p:to>
                                    </p:set>
                                    <p:anim calcmode="lin" valueType="num">
                                      <p:cBhvr additive="base">
                                        <p:cTn id="13" dur="500"/>
                                        <p:tgtEl>
                                          <p:spTgt spid="35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1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7" name="Google Shape;527;p27"/>
          <p:cNvSpPr txBox="1"/>
          <p:nvPr/>
        </p:nvSpPr>
        <p:spPr>
          <a:xfrm>
            <a:off x="342899" y="241703"/>
            <a:ext cx="7826727"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dirty="0">
                <a:solidFill>
                  <a:srgbClr val="000000"/>
                </a:solidFill>
                <a:latin typeface="Times New Roman"/>
                <a:ea typeface="Times New Roman"/>
                <a:cs typeface="Times New Roman"/>
                <a:sym typeface="Times New Roman"/>
              </a:rPr>
              <a:t>Chemical Processes</a:t>
            </a:r>
            <a:endParaRPr dirty="0"/>
          </a:p>
        </p:txBody>
      </p:sp>
      <p:sp>
        <p:nvSpPr>
          <p:cNvPr id="528" name="Google Shape;528;p27"/>
          <p:cNvSpPr txBox="1"/>
          <p:nvPr/>
        </p:nvSpPr>
        <p:spPr>
          <a:xfrm>
            <a:off x="1198799" y="914400"/>
            <a:ext cx="1658954" cy="523220"/>
          </a:xfrm>
          <a:prstGeom prst="rect">
            <a:avLst/>
          </a:prstGeom>
          <a:solidFill>
            <a:schemeClr val="bg1">
              <a:lumMod val="8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latin typeface="+mj-lt"/>
                <a:ea typeface="Times New Roman"/>
                <a:cs typeface="Times New Roman"/>
                <a:sym typeface="Times New Roman"/>
              </a:rPr>
              <a:t>Saponification</a:t>
            </a:r>
            <a:endParaRPr dirty="0">
              <a:latin typeface="+mj-lt"/>
            </a:endParaRPr>
          </a:p>
          <a:p>
            <a:pPr marL="0" marR="0" lvl="0" indent="0" algn="ctr" rtl="0">
              <a:lnSpc>
                <a:spcPct val="100000"/>
              </a:lnSpc>
              <a:spcBef>
                <a:spcPts val="0"/>
              </a:spcBef>
              <a:spcAft>
                <a:spcPts val="0"/>
              </a:spcAft>
              <a:buNone/>
            </a:pPr>
            <a:r>
              <a:rPr lang="en-US" sz="1400" b="0" i="0" u="none" strike="noStrike" cap="none" dirty="0">
                <a:latin typeface="+mj-lt"/>
                <a:ea typeface="Times New Roman"/>
                <a:cs typeface="Times New Roman"/>
                <a:sym typeface="Times New Roman"/>
              </a:rPr>
              <a:t>1</a:t>
            </a:r>
            <a:r>
              <a:rPr lang="en-US" sz="1400" b="0" i="0" u="none" strike="noStrike" cap="none" baseline="30000" dirty="0">
                <a:latin typeface="+mj-lt"/>
                <a:ea typeface="Times New Roman"/>
                <a:cs typeface="Times New Roman"/>
                <a:sym typeface="Times New Roman"/>
              </a:rPr>
              <a:t>st</a:t>
            </a:r>
            <a:r>
              <a:rPr lang="en-US" sz="1400" b="0" i="0" u="none" strike="noStrike" cap="none" dirty="0">
                <a:latin typeface="+mj-lt"/>
                <a:ea typeface="Times New Roman"/>
                <a:cs typeface="Times New Roman"/>
                <a:sym typeface="Times New Roman"/>
              </a:rPr>
              <a:t> Neutral Wash</a:t>
            </a:r>
            <a:endParaRPr dirty="0">
              <a:latin typeface="+mj-lt"/>
            </a:endParaRPr>
          </a:p>
        </p:txBody>
      </p:sp>
      <p:sp>
        <p:nvSpPr>
          <p:cNvPr id="526" name="Google Shape;526;p27"/>
          <p:cNvSpPr txBox="1"/>
          <p:nvPr/>
        </p:nvSpPr>
        <p:spPr>
          <a:xfrm>
            <a:off x="6012000" y="4400550"/>
            <a:ext cx="2325600" cy="369332"/>
          </a:xfrm>
          <a:prstGeom prst="rect">
            <a:avLst/>
          </a:prstGeom>
          <a:solidFill>
            <a:schemeClr val="bg1">
              <a:lumMod val="85000"/>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latin typeface="+mj-lt"/>
                <a:ea typeface="Times New Roman"/>
                <a:cs typeface="Times New Roman"/>
                <a:sym typeface="Times New Roman"/>
              </a:rPr>
              <a:t>For Laundry Soap</a:t>
            </a:r>
            <a:endParaRPr dirty="0">
              <a:latin typeface="+mj-lt"/>
            </a:endParaRPr>
          </a:p>
        </p:txBody>
      </p:sp>
      <p:sp>
        <p:nvSpPr>
          <p:cNvPr id="525" name="Google Shape;525;p27"/>
          <p:cNvSpPr txBox="1"/>
          <p:nvPr/>
        </p:nvSpPr>
        <p:spPr>
          <a:xfrm>
            <a:off x="990601" y="4400550"/>
            <a:ext cx="2141400" cy="369332"/>
          </a:xfrm>
          <a:prstGeom prst="rect">
            <a:avLst/>
          </a:prstGeom>
          <a:solidFill>
            <a:schemeClr val="bg1">
              <a:lumMod val="85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latin typeface="+mj-lt"/>
                <a:ea typeface="Times New Roman"/>
                <a:cs typeface="Times New Roman"/>
                <a:sym typeface="Times New Roman"/>
              </a:rPr>
              <a:t>For Toilet Soap</a:t>
            </a:r>
            <a:endParaRPr dirty="0">
              <a:latin typeface="+mj-lt"/>
            </a:endParaRPr>
          </a:p>
        </p:txBody>
      </p:sp>
      <p:sp>
        <p:nvSpPr>
          <p:cNvPr id="529" name="Google Shape;529;p27"/>
          <p:cNvSpPr txBox="1"/>
          <p:nvPr/>
        </p:nvSpPr>
        <p:spPr>
          <a:xfrm>
            <a:off x="1198799" y="1854121"/>
            <a:ext cx="1658954" cy="307777"/>
          </a:xfrm>
          <a:prstGeom prst="rect">
            <a:avLst/>
          </a:prstGeom>
          <a:solidFill>
            <a:schemeClr val="bg1">
              <a:lumMod val="8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latin typeface="+mj-lt"/>
                <a:ea typeface="Times New Roman"/>
                <a:cs typeface="Times New Roman"/>
                <a:sym typeface="Times New Roman"/>
              </a:rPr>
              <a:t>2</a:t>
            </a:r>
            <a:r>
              <a:rPr lang="en-US" sz="1400" b="0" i="0" u="none" strike="noStrike" cap="none" baseline="30000">
                <a:latin typeface="+mj-lt"/>
                <a:ea typeface="Times New Roman"/>
                <a:cs typeface="Times New Roman"/>
                <a:sym typeface="Times New Roman"/>
              </a:rPr>
              <a:t>nd</a:t>
            </a:r>
            <a:r>
              <a:rPr lang="en-US" sz="1400" b="0" i="0" u="none" strike="noStrike" cap="none">
                <a:latin typeface="+mj-lt"/>
                <a:ea typeface="Times New Roman"/>
                <a:cs typeface="Times New Roman"/>
                <a:sym typeface="Times New Roman"/>
              </a:rPr>
              <a:t> Neutral Wash</a:t>
            </a:r>
            <a:endParaRPr>
              <a:latin typeface="+mj-lt"/>
            </a:endParaRPr>
          </a:p>
        </p:txBody>
      </p:sp>
      <p:sp>
        <p:nvSpPr>
          <p:cNvPr id="530" name="Google Shape;530;p27"/>
          <p:cNvSpPr txBox="1"/>
          <p:nvPr/>
        </p:nvSpPr>
        <p:spPr>
          <a:xfrm>
            <a:off x="1212891" y="2547691"/>
            <a:ext cx="1658954" cy="307777"/>
          </a:xfrm>
          <a:prstGeom prst="rect">
            <a:avLst/>
          </a:prstGeom>
          <a:solidFill>
            <a:schemeClr val="bg1">
              <a:lumMod val="8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latin typeface="+mj-lt"/>
                <a:ea typeface="Times New Roman"/>
                <a:cs typeface="Times New Roman"/>
                <a:sym typeface="Times New Roman"/>
              </a:rPr>
              <a:t>3</a:t>
            </a:r>
            <a:r>
              <a:rPr lang="en-US" sz="1400" b="0" i="0" u="none" strike="noStrike" cap="none" baseline="30000">
                <a:latin typeface="+mj-lt"/>
                <a:ea typeface="Times New Roman"/>
                <a:cs typeface="Times New Roman"/>
                <a:sym typeface="Times New Roman"/>
              </a:rPr>
              <a:t>rd</a:t>
            </a:r>
            <a:r>
              <a:rPr lang="en-US" sz="1400" b="0" i="0" u="none" strike="noStrike" cap="none">
                <a:latin typeface="+mj-lt"/>
                <a:ea typeface="Times New Roman"/>
                <a:cs typeface="Times New Roman"/>
                <a:sym typeface="Times New Roman"/>
              </a:rPr>
              <a:t> Neutral Wash</a:t>
            </a:r>
            <a:endParaRPr>
              <a:latin typeface="+mj-lt"/>
            </a:endParaRPr>
          </a:p>
        </p:txBody>
      </p:sp>
      <p:sp>
        <p:nvSpPr>
          <p:cNvPr id="531" name="Google Shape;531;p27"/>
          <p:cNvSpPr txBox="1"/>
          <p:nvPr/>
        </p:nvSpPr>
        <p:spPr>
          <a:xfrm>
            <a:off x="1198799" y="3266519"/>
            <a:ext cx="1658954" cy="307777"/>
          </a:xfrm>
          <a:prstGeom prst="rect">
            <a:avLst/>
          </a:prstGeom>
          <a:solidFill>
            <a:schemeClr val="bg1">
              <a:lumMod val="8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latin typeface="+mj-lt"/>
                <a:ea typeface="Times New Roman"/>
                <a:cs typeface="Times New Roman"/>
                <a:sym typeface="Times New Roman"/>
              </a:rPr>
              <a:t>Powder Wash</a:t>
            </a:r>
            <a:endParaRPr>
              <a:latin typeface="+mj-lt"/>
            </a:endParaRPr>
          </a:p>
        </p:txBody>
      </p:sp>
      <p:sp>
        <p:nvSpPr>
          <p:cNvPr id="532" name="Google Shape;532;p27"/>
          <p:cNvSpPr txBox="1"/>
          <p:nvPr/>
        </p:nvSpPr>
        <p:spPr>
          <a:xfrm>
            <a:off x="1180231" y="4007410"/>
            <a:ext cx="1658954" cy="307777"/>
          </a:xfrm>
          <a:prstGeom prst="rect">
            <a:avLst/>
          </a:prstGeom>
          <a:solidFill>
            <a:schemeClr val="bg1">
              <a:lumMod val="8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latin typeface="+mj-lt"/>
                <a:ea typeface="Times New Roman"/>
                <a:cs typeface="Times New Roman"/>
                <a:sym typeface="Times New Roman"/>
              </a:rPr>
              <a:t>Fitting</a:t>
            </a:r>
            <a:endParaRPr>
              <a:latin typeface="+mj-lt"/>
            </a:endParaRPr>
          </a:p>
        </p:txBody>
      </p:sp>
      <p:sp>
        <p:nvSpPr>
          <p:cNvPr id="533" name="Google Shape;533;p27"/>
          <p:cNvSpPr/>
          <p:nvPr/>
        </p:nvSpPr>
        <p:spPr>
          <a:xfrm>
            <a:off x="1917017" y="1460636"/>
            <a:ext cx="185383" cy="393485"/>
          </a:xfrm>
          <a:prstGeom prst="downArrow">
            <a:avLst>
              <a:gd name="adj1" fmla="val 50000"/>
              <a:gd name="adj2" fmla="val 50000"/>
            </a:avLst>
          </a:prstGeom>
          <a:solidFill>
            <a:schemeClr val="bg1">
              <a:lumMod val="8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latin typeface="+mj-lt"/>
              <a:ea typeface="Arial"/>
              <a:cs typeface="Arial"/>
              <a:sym typeface="Arial"/>
            </a:endParaRPr>
          </a:p>
        </p:txBody>
      </p:sp>
      <p:sp>
        <p:nvSpPr>
          <p:cNvPr id="534" name="Google Shape;534;p27"/>
          <p:cNvSpPr/>
          <p:nvPr/>
        </p:nvSpPr>
        <p:spPr>
          <a:xfrm>
            <a:off x="1898061" y="2170504"/>
            <a:ext cx="185383" cy="393485"/>
          </a:xfrm>
          <a:prstGeom prst="downArrow">
            <a:avLst>
              <a:gd name="adj1" fmla="val 50000"/>
              <a:gd name="adj2" fmla="val 50000"/>
            </a:avLst>
          </a:prstGeom>
          <a:solidFill>
            <a:schemeClr val="bg1">
              <a:lumMod val="8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latin typeface="+mj-lt"/>
              <a:ea typeface="Arial"/>
              <a:cs typeface="Arial"/>
              <a:sym typeface="Arial"/>
            </a:endParaRPr>
          </a:p>
        </p:txBody>
      </p:sp>
      <p:sp>
        <p:nvSpPr>
          <p:cNvPr id="535" name="Google Shape;535;p27"/>
          <p:cNvSpPr/>
          <p:nvPr/>
        </p:nvSpPr>
        <p:spPr>
          <a:xfrm>
            <a:off x="1898061" y="2889647"/>
            <a:ext cx="185383" cy="393485"/>
          </a:xfrm>
          <a:prstGeom prst="downArrow">
            <a:avLst>
              <a:gd name="adj1" fmla="val 50000"/>
              <a:gd name="adj2" fmla="val 50000"/>
            </a:avLst>
          </a:prstGeom>
          <a:solidFill>
            <a:schemeClr val="bg1">
              <a:lumMod val="8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latin typeface="+mj-lt"/>
              <a:ea typeface="Arial"/>
              <a:cs typeface="Arial"/>
              <a:sym typeface="Arial"/>
            </a:endParaRPr>
          </a:p>
        </p:txBody>
      </p:sp>
      <p:sp>
        <p:nvSpPr>
          <p:cNvPr id="536" name="Google Shape;536;p27"/>
          <p:cNvSpPr/>
          <p:nvPr/>
        </p:nvSpPr>
        <p:spPr>
          <a:xfrm>
            <a:off x="1909636" y="3613925"/>
            <a:ext cx="185383" cy="393485"/>
          </a:xfrm>
          <a:prstGeom prst="downArrow">
            <a:avLst>
              <a:gd name="adj1" fmla="val 50000"/>
              <a:gd name="adj2" fmla="val 50000"/>
            </a:avLst>
          </a:prstGeom>
          <a:solidFill>
            <a:schemeClr val="bg1">
              <a:lumMod val="8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latin typeface="+mj-lt"/>
              <a:ea typeface="Arial"/>
              <a:cs typeface="Arial"/>
              <a:sym typeface="Arial"/>
            </a:endParaRPr>
          </a:p>
        </p:txBody>
      </p:sp>
      <p:sp>
        <p:nvSpPr>
          <p:cNvPr id="537" name="Google Shape;537;p27"/>
          <p:cNvSpPr txBox="1"/>
          <p:nvPr/>
        </p:nvSpPr>
        <p:spPr>
          <a:xfrm>
            <a:off x="6147320" y="1818965"/>
            <a:ext cx="1658954" cy="307777"/>
          </a:xfrm>
          <a:prstGeom prst="rect">
            <a:avLst/>
          </a:prstGeom>
          <a:solidFill>
            <a:schemeClr val="bg1">
              <a:lumMod val="8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latin typeface="+mj-lt"/>
                <a:ea typeface="Times New Roman"/>
                <a:cs typeface="Times New Roman"/>
                <a:sym typeface="Times New Roman"/>
              </a:rPr>
              <a:t>Saponification</a:t>
            </a:r>
            <a:endParaRPr>
              <a:latin typeface="+mj-lt"/>
            </a:endParaRPr>
          </a:p>
        </p:txBody>
      </p:sp>
      <p:sp>
        <p:nvSpPr>
          <p:cNvPr id="538" name="Google Shape;538;p27"/>
          <p:cNvSpPr txBox="1"/>
          <p:nvPr/>
        </p:nvSpPr>
        <p:spPr>
          <a:xfrm>
            <a:off x="6191997" y="2579831"/>
            <a:ext cx="1658954" cy="307777"/>
          </a:xfrm>
          <a:prstGeom prst="rect">
            <a:avLst/>
          </a:prstGeom>
          <a:solidFill>
            <a:schemeClr val="bg1">
              <a:lumMod val="8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latin typeface="+mj-lt"/>
                <a:ea typeface="Times New Roman"/>
                <a:cs typeface="Times New Roman"/>
                <a:sym typeface="Times New Roman"/>
              </a:rPr>
              <a:t>Powder Wash</a:t>
            </a:r>
            <a:endParaRPr>
              <a:latin typeface="+mj-lt"/>
            </a:endParaRPr>
          </a:p>
        </p:txBody>
      </p:sp>
      <p:sp>
        <p:nvSpPr>
          <p:cNvPr id="539" name="Google Shape;539;p27"/>
          <p:cNvSpPr txBox="1"/>
          <p:nvPr/>
        </p:nvSpPr>
        <p:spPr>
          <a:xfrm>
            <a:off x="6191997" y="3284085"/>
            <a:ext cx="1658954" cy="307777"/>
          </a:xfrm>
          <a:prstGeom prst="rect">
            <a:avLst/>
          </a:prstGeom>
          <a:solidFill>
            <a:schemeClr val="bg1">
              <a:lumMod val="8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latin typeface="+mj-lt"/>
                <a:ea typeface="Times New Roman"/>
                <a:cs typeface="Times New Roman"/>
                <a:sym typeface="Times New Roman"/>
              </a:rPr>
              <a:t>Fitting</a:t>
            </a:r>
            <a:endParaRPr>
              <a:latin typeface="+mj-lt"/>
            </a:endParaRPr>
          </a:p>
        </p:txBody>
      </p:sp>
      <p:sp>
        <p:nvSpPr>
          <p:cNvPr id="540" name="Google Shape;540;p27"/>
          <p:cNvSpPr/>
          <p:nvPr/>
        </p:nvSpPr>
        <p:spPr>
          <a:xfrm>
            <a:off x="6884105" y="2156544"/>
            <a:ext cx="185383" cy="393485"/>
          </a:xfrm>
          <a:prstGeom prst="downArrow">
            <a:avLst>
              <a:gd name="adj1" fmla="val 50000"/>
              <a:gd name="adj2" fmla="val 50000"/>
            </a:avLst>
          </a:prstGeom>
          <a:solidFill>
            <a:schemeClr val="bg1">
              <a:lumMod val="8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latin typeface="+mj-lt"/>
              <a:ea typeface="Arial"/>
              <a:cs typeface="Arial"/>
              <a:sym typeface="Arial"/>
            </a:endParaRPr>
          </a:p>
        </p:txBody>
      </p:sp>
      <p:sp>
        <p:nvSpPr>
          <p:cNvPr id="541" name="Google Shape;541;p27"/>
          <p:cNvSpPr/>
          <p:nvPr/>
        </p:nvSpPr>
        <p:spPr>
          <a:xfrm>
            <a:off x="6884105" y="2898407"/>
            <a:ext cx="185383" cy="393485"/>
          </a:xfrm>
          <a:prstGeom prst="downArrow">
            <a:avLst>
              <a:gd name="adj1" fmla="val 50000"/>
              <a:gd name="adj2" fmla="val 50000"/>
            </a:avLst>
          </a:prstGeom>
          <a:solidFill>
            <a:schemeClr val="bg1">
              <a:lumMod val="8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latin typeface="+mj-lt"/>
              <a:ea typeface="Arial"/>
              <a:cs typeface="Arial"/>
              <a:sym typeface="Arial"/>
            </a:endParaRPr>
          </a:p>
        </p:txBody>
      </p:sp>
      <p:sp>
        <p:nvSpPr>
          <p:cNvPr id="4" name="Rectangle 3">
            <a:extLst>
              <a:ext uri="{FF2B5EF4-FFF2-40B4-BE49-F238E27FC236}">
                <a16:creationId xmlns:a16="http://schemas.microsoft.com/office/drawing/2014/main" id="{46303E1E-4DFE-7548-D05C-909653A11EB1}"/>
              </a:ext>
            </a:extLst>
          </p:cNvPr>
          <p:cNvSpPr/>
          <p:nvPr/>
        </p:nvSpPr>
        <p:spPr>
          <a:xfrm>
            <a:off x="1" y="4752622"/>
            <a:ext cx="8458199" cy="408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 name="Slide Number Placeholder 1">
            <a:extLst>
              <a:ext uri="{FF2B5EF4-FFF2-40B4-BE49-F238E27FC236}">
                <a16:creationId xmlns:a16="http://schemas.microsoft.com/office/drawing/2014/main" id="{140FC2EE-8C95-A8DD-F8D3-1E249CADA7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10</a:t>
            </a:fld>
            <a:endParaRPr lang="en-US" sz="1800" b="1" dirty="0">
              <a:solidFill>
                <a:schemeClr val="bg1">
                  <a:lumMod val="50000"/>
                </a:schemeClr>
              </a:solidFill>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grpSp>
        <p:nvGrpSpPr>
          <p:cNvPr id="546" name="Google Shape;546;p28"/>
          <p:cNvGrpSpPr/>
          <p:nvPr/>
        </p:nvGrpSpPr>
        <p:grpSpPr>
          <a:xfrm>
            <a:off x="2194278" y="1276350"/>
            <a:ext cx="4475227" cy="2971800"/>
            <a:chOff x="0" y="0"/>
            <a:chExt cx="5774690" cy="4499610"/>
          </a:xfrm>
        </p:grpSpPr>
        <p:grpSp>
          <p:nvGrpSpPr>
            <p:cNvPr id="547" name="Google Shape;547;p28"/>
            <p:cNvGrpSpPr/>
            <p:nvPr/>
          </p:nvGrpSpPr>
          <p:grpSpPr>
            <a:xfrm>
              <a:off x="0" y="0"/>
              <a:ext cx="5774690" cy="4499610"/>
              <a:chOff x="0" y="0"/>
              <a:chExt cx="5774690" cy="4499610"/>
            </a:xfrm>
          </p:grpSpPr>
          <p:sp>
            <p:nvSpPr>
              <p:cNvPr id="548" name="Google Shape;548;p28"/>
              <p:cNvSpPr/>
              <p:nvPr/>
            </p:nvSpPr>
            <p:spPr>
              <a:xfrm>
                <a:off x="0" y="0"/>
                <a:ext cx="5774690" cy="3695065"/>
              </a:xfrm>
              <a:prstGeom prst="rect">
                <a:avLst/>
              </a:prstGeom>
              <a:solidFill>
                <a:schemeClr val="l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9" name="Google Shape;549;p28"/>
              <p:cNvSpPr/>
              <p:nvPr/>
            </p:nvSpPr>
            <p:spPr>
              <a:xfrm>
                <a:off x="1228725" y="190500"/>
                <a:ext cx="831272" cy="831272"/>
              </a:xfrm>
              <a:prstGeom prst="ellipse">
                <a:avLst/>
              </a:prstGeom>
              <a:solidFill>
                <a:schemeClr val="accent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0" name="Google Shape;550;p28"/>
              <p:cNvSpPr/>
              <p:nvPr/>
            </p:nvSpPr>
            <p:spPr>
              <a:xfrm>
                <a:off x="2181225" y="190500"/>
                <a:ext cx="831272" cy="831272"/>
              </a:xfrm>
              <a:prstGeom prst="ellipse">
                <a:avLst/>
              </a:prstGeom>
              <a:solidFill>
                <a:schemeClr val="accent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1" name="Google Shape;551;p28"/>
              <p:cNvSpPr/>
              <p:nvPr/>
            </p:nvSpPr>
            <p:spPr>
              <a:xfrm>
                <a:off x="3790950" y="190500"/>
                <a:ext cx="831215" cy="831215"/>
              </a:xfrm>
              <a:prstGeom prst="ellipse">
                <a:avLst/>
              </a:prstGeom>
              <a:solidFill>
                <a:srgbClr val="F7949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2" name="Google Shape;552;p28"/>
              <p:cNvSpPr/>
              <p:nvPr/>
            </p:nvSpPr>
            <p:spPr>
              <a:xfrm>
                <a:off x="1266825" y="1428750"/>
                <a:ext cx="831272" cy="831272"/>
              </a:xfrm>
              <a:prstGeom prst="ellipse">
                <a:avLst/>
              </a:prstGeom>
              <a:solidFill>
                <a:srgbClr val="F7949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3" name="Google Shape;553;p28"/>
              <p:cNvSpPr/>
              <p:nvPr/>
            </p:nvSpPr>
            <p:spPr>
              <a:xfrm>
                <a:off x="3857625" y="1352550"/>
                <a:ext cx="831272" cy="831272"/>
              </a:xfrm>
              <a:prstGeom prst="ellipse">
                <a:avLst/>
              </a:prstGeom>
              <a:solidFill>
                <a:srgbClr val="F7949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4" name="Google Shape;554;p28"/>
              <p:cNvSpPr/>
              <p:nvPr/>
            </p:nvSpPr>
            <p:spPr>
              <a:xfrm>
                <a:off x="3905250" y="2657475"/>
                <a:ext cx="831272" cy="831272"/>
              </a:xfrm>
              <a:prstGeom prst="ellipse">
                <a:avLst/>
              </a:prstGeom>
              <a:solidFill>
                <a:srgbClr val="F7949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5" name="Google Shape;555;p28"/>
              <p:cNvSpPr/>
              <p:nvPr/>
            </p:nvSpPr>
            <p:spPr>
              <a:xfrm>
                <a:off x="2295525" y="2638425"/>
                <a:ext cx="831272" cy="831272"/>
              </a:xfrm>
              <a:prstGeom prst="ellipse">
                <a:avLst/>
              </a:prstGeom>
              <a:solidFill>
                <a:schemeClr val="accent2"/>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6" name="Google Shape;556;p28"/>
              <p:cNvSpPr/>
              <p:nvPr/>
            </p:nvSpPr>
            <p:spPr>
              <a:xfrm>
                <a:off x="1285875" y="2657475"/>
                <a:ext cx="831272" cy="831272"/>
              </a:xfrm>
              <a:prstGeom prst="ellipse">
                <a:avLst/>
              </a:prstGeom>
              <a:solidFill>
                <a:srgbClr val="F7949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7" name="Google Shape;557;p28"/>
              <p:cNvSpPr/>
              <p:nvPr/>
            </p:nvSpPr>
            <p:spPr>
              <a:xfrm>
                <a:off x="266700" y="190500"/>
                <a:ext cx="831272" cy="831272"/>
              </a:xfrm>
              <a:prstGeom prst="ellipse">
                <a:avLst/>
              </a:prstGeom>
              <a:solidFill>
                <a:schemeClr val="accent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8" name="Google Shape;558;p28"/>
              <p:cNvSpPr/>
              <p:nvPr/>
            </p:nvSpPr>
            <p:spPr>
              <a:xfrm>
                <a:off x="304800" y="1438275"/>
                <a:ext cx="831272" cy="831272"/>
              </a:xfrm>
              <a:prstGeom prst="ellipse">
                <a:avLst/>
              </a:prstGeom>
              <a:solidFill>
                <a:srgbClr val="F7949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9" name="Google Shape;559;p28"/>
              <p:cNvSpPr/>
              <p:nvPr/>
            </p:nvSpPr>
            <p:spPr>
              <a:xfrm>
                <a:off x="257175" y="2647950"/>
                <a:ext cx="831272" cy="831272"/>
              </a:xfrm>
              <a:prstGeom prst="ellipse">
                <a:avLst/>
              </a:prstGeom>
              <a:solidFill>
                <a:srgbClr val="161616"/>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0" name="Google Shape;560;p28"/>
              <p:cNvSpPr/>
              <p:nvPr/>
            </p:nvSpPr>
            <p:spPr>
              <a:xfrm>
                <a:off x="4886325" y="190500"/>
                <a:ext cx="831272" cy="831272"/>
              </a:xfrm>
              <a:prstGeom prst="ellipse">
                <a:avLst/>
              </a:prstGeom>
              <a:solidFill>
                <a:srgbClr val="424242"/>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1" name="Google Shape;561;p28"/>
              <p:cNvSpPr/>
              <p:nvPr/>
            </p:nvSpPr>
            <p:spPr>
              <a:xfrm>
                <a:off x="4876800" y="1343025"/>
                <a:ext cx="831272" cy="831272"/>
              </a:xfrm>
              <a:prstGeom prst="ellipse">
                <a:avLst/>
              </a:prstGeom>
              <a:solidFill>
                <a:srgbClr val="F7949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2" name="Google Shape;562;p28"/>
              <p:cNvSpPr/>
              <p:nvPr/>
            </p:nvSpPr>
            <p:spPr>
              <a:xfrm>
                <a:off x="4876800" y="2647950"/>
                <a:ext cx="831272" cy="831272"/>
              </a:xfrm>
              <a:prstGeom prst="ellipse">
                <a:avLst/>
              </a:prstGeom>
              <a:solidFill>
                <a:srgbClr val="F7949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3" name="Google Shape;563;p28"/>
              <p:cNvSpPr/>
              <p:nvPr/>
            </p:nvSpPr>
            <p:spPr>
              <a:xfrm>
                <a:off x="209550" y="3981450"/>
                <a:ext cx="154379" cy="154379"/>
              </a:xfrm>
              <a:prstGeom prst="rect">
                <a:avLst/>
              </a:prstGeom>
              <a:solidFill>
                <a:schemeClr val="lt2"/>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4" name="Google Shape;564;p28"/>
              <p:cNvSpPr/>
              <p:nvPr/>
            </p:nvSpPr>
            <p:spPr>
              <a:xfrm>
                <a:off x="209550" y="4276725"/>
                <a:ext cx="154379" cy="154379"/>
              </a:xfrm>
              <a:prstGeom prst="rect">
                <a:avLst/>
              </a:prstGeom>
              <a:solidFill>
                <a:schemeClr val="accent3"/>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5" name="Google Shape;565;p28"/>
              <p:cNvSpPr/>
              <p:nvPr/>
            </p:nvSpPr>
            <p:spPr>
              <a:xfrm>
                <a:off x="3448050" y="3962400"/>
                <a:ext cx="154305" cy="154305"/>
              </a:xfrm>
              <a:prstGeom prst="rect">
                <a:avLst/>
              </a:prstGeom>
              <a:solidFill>
                <a:schemeClr val="accent2"/>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6" name="Google Shape;566;p28"/>
              <p:cNvSpPr/>
              <p:nvPr/>
            </p:nvSpPr>
            <p:spPr>
              <a:xfrm>
                <a:off x="3457575" y="4286250"/>
                <a:ext cx="154379" cy="154379"/>
              </a:xfrm>
              <a:prstGeom prst="rect">
                <a:avLst/>
              </a:prstGeom>
              <a:solidFill>
                <a:schemeClr val="accent4"/>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7" name="Google Shape;567;p28"/>
              <p:cNvSpPr txBox="1"/>
              <p:nvPr/>
            </p:nvSpPr>
            <p:spPr>
              <a:xfrm>
                <a:off x="466725" y="3857625"/>
                <a:ext cx="2286000" cy="409575"/>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Glycerin Store</a:t>
                </a:r>
                <a:endParaRPr/>
              </a:p>
              <a:p>
                <a:pPr marL="0" marR="0" lvl="0" indent="0" algn="just" rtl="0">
                  <a:lnSpc>
                    <a:spcPct val="150000"/>
                  </a:lnSpc>
                  <a:spcBef>
                    <a:spcPts val="120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sp>
            <p:nvSpPr>
              <p:cNvPr id="568" name="Google Shape;568;p28"/>
              <p:cNvSpPr txBox="1"/>
              <p:nvPr/>
            </p:nvSpPr>
            <p:spPr>
              <a:xfrm>
                <a:off x="428625" y="4143375"/>
                <a:ext cx="2125345" cy="356235"/>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Caustic Soda Store</a:t>
                </a:r>
                <a:endParaRPr/>
              </a:p>
              <a:p>
                <a:pPr marL="0" marR="0" lvl="0" indent="0" algn="just" rtl="0">
                  <a:lnSpc>
                    <a:spcPct val="150000"/>
                  </a:lnSpc>
                  <a:spcBef>
                    <a:spcPts val="1200"/>
                  </a:spcBef>
                  <a:spcAft>
                    <a:spcPts val="0"/>
                  </a:spcAft>
                  <a:buNone/>
                </a:pPr>
                <a:r>
                  <a:rPr lang="en-US" sz="1200" b="0" i="0" u="none" strike="noStrike" cap="none">
                    <a:solidFill>
                      <a:srgbClr val="000000"/>
                    </a:solidFill>
                    <a:latin typeface="Times New Roman"/>
                    <a:ea typeface="Times New Roman"/>
                    <a:cs typeface="Times New Roman"/>
                    <a:sym typeface="Times New Roman"/>
                  </a:rPr>
                  <a:t> </a:t>
                </a:r>
                <a:endParaRPr/>
              </a:p>
            </p:txBody>
          </p:sp>
          <p:sp>
            <p:nvSpPr>
              <p:cNvPr id="569" name="Google Shape;569;p28"/>
              <p:cNvSpPr txBox="1"/>
              <p:nvPr/>
            </p:nvSpPr>
            <p:spPr>
              <a:xfrm>
                <a:off x="3696017" y="3787718"/>
                <a:ext cx="1852295" cy="457201"/>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200" b="0" i="0" u="none" strike="noStrike" cap="none" dirty="0">
                    <a:solidFill>
                      <a:srgbClr val="000000"/>
                    </a:solidFill>
                    <a:latin typeface="Times New Roman"/>
                    <a:ea typeface="Times New Roman"/>
                    <a:cs typeface="Times New Roman"/>
                    <a:sym typeface="Times New Roman"/>
                  </a:rPr>
                  <a:t>Soap Store</a:t>
                </a:r>
                <a:endParaRPr dirty="0"/>
              </a:p>
              <a:p>
                <a:pPr marL="0" marR="0" lvl="0" indent="0" algn="just" rtl="0">
                  <a:lnSpc>
                    <a:spcPct val="150000"/>
                  </a:lnSpc>
                  <a:spcBef>
                    <a:spcPts val="1200"/>
                  </a:spcBef>
                  <a:spcAft>
                    <a:spcPts val="0"/>
                  </a:spcAft>
                  <a:buNone/>
                </a:pPr>
                <a:r>
                  <a:rPr lang="en-US" sz="1200" b="0" i="0" u="none" strike="noStrike" cap="none" dirty="0">
                    <a:solidFill>
                      <a:srgbClr val="000000"/>
                    </a:solidFill>
                    <a:latin typeface="Times New Roman"/>
                    <a:ea typeface="Times New Roman"/>
                    <a:cs typeface="Times New Roman"/>
                    <a:sym typeface="Times New Roman"/>
                  </a:rPr>
                  <a:t> </a:t>
                </a:r>
                <a:endParaRPr dirty="0"/>
              </a:p>
            </p:txBody>
          </p:sp>
          <p:sp>
            <p:nvSpPr>
              <p:cNvPr id="570" name="Google Shape;570;p28"/>
              <p:cNvSpPr txBox="1"/>
              <p:nvPr/>
            </p:nvSpPr>
            <p:spPr>
              <a:xfrm>
                <a:off x="3656330" y="4122815"/>
                <a:ext cx="1733550" cy="367665"/>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200" b="0" i="0" u="none" strike="noStrike" cap="none" dirty="0">
                    <a:solidFill>
                      <a:srgbClr val="000000"/>
                    </a:solidFill>
                    <a:latin typeface="Times New Roman"/>
                    <a:ea typeface="Times New Roman"/>
                    <a:cs typeface="Times New Roman"/>
                    <a:sym typeface="Times New Roman"/>
                  </a:rPr>
                  <a:t>Soap Noodle</a:t>
                </a:r>
                <a:endParaRPr dirty="0"/>
              </a:p>
              <a:p>
                <a:pPr marL="0" marR="0" lvl="0" indent="0" algn="just" rtl="0">
                  <a:lnSpc>
                    <a:spcPct val="150000"/>
                  </a:lnSpc>
                  <a:spcBef>
                    <a:spcPts val="1200"/>
                  </a:spcBef>
                  <a:spcAft>
                    <a:spcPts val="0"/>
                  </a:spcAft>
                  <a:buNone/>
                </a:pPr>
                <a:r>
                  <a:rPr lang="en-US" sz="1200" b="0" i="0" u="none" strike="noStrike" cap="none" dirty="0">
                    <a:solidFill>
                      <a:srgbClr val="000000"/>
                    </a:solidFill>
                    <a:latin typeface="Times New Roman"/>
                    <a:ea typeface="Times New Roman"/>
                    <a:cs typeface="Times New Roman"/>
                    <a:sym typeface="Times New Roman"/>
                  </a:rPr>
                  <a:t> </a:t>
                </a:r>
                <a:endParaRPr dirty="0"/>
              </a:p>
            </p:txBody>
          </p:sp>
        </p:grpSp>
        <p:cxnSp>
          <p:nvCxnSpPr>
            <p:cNvPr id="571" name="Google Shape;571;p28"/>
            <p:cNvCxnSpPr/>
            <p:nvPr/>
          </p:nvCxnSpPr>
          <p:spPr>
            <a:xfrm>
              <a:off x="3409950" y="0"/>
              <a:ext cx="45719" cy="3695065"/>
            </a:xfrm>
            <a:prstGeom prst="bentConnector3">
              <a:avLst>
                <a:gd name="adj1" fmla="val 50000"/>
              </a:avLst>
            </a:prstGeom>
            <a:noFill/>
            <a:ln w="9525" cap="flat" cmpd="sng">
              <a:solidFill>
                <a:schemeClr val="dk1"/>
              </a:solidFill>
              <a:prstDash val="solid"/>
              <a:round/>
              <a:headEnd type="none" w="sm" len="sm"/>
              <a:tailEnd type="none" w="sm" len="sm"/>
            </a:ln>
          </p:spPr>
        </p:cxnSp>
      </p:grpSp>
      <p:sp>
        <p:nvSpPr>
          <p:cNvPr id="572" name="Google Shape;572;p28"/>
          <p:cNvSpPr txBox="1"/>
          <p:nvPr/>
        </p:nvSpPr>
        <p:spPr>
          <a:xfrm>
            <a:off x="2247900" y="377020"/>
            <a:ext cx="464820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dirty="0">
                <a:solidFill>
                  <a:srgbClr val="000000"/>
                </a:solidFill>
                <a:latin typeface="Times New Roman"/>
                <a:ea typeface="Times New Roman"/>
                <a:cs typeface="Times New Roman"/>
                <a:sym typeface="Times New Roman"/>
              </a:rPr>
              <a:t>Floor Layout</a:t>
            </a:r>
            <a:endParaRPr sz="3200" dirty="0"/>
          </a:p>
        </p:txBody>
      </p:sp>
      <p:sp>
        <p:nvSpPr>
          <p:cNvPr id="2" name="Slide Number Placeholder 1">
            <a:extLst>
              <a:ext uri="{FF2B5EF4-FFF2-40B4-BE49-F238E27FC236}">
                <a16:creationId xmlns:a16="http://schemas.microsoft.com/office/drawing/2014/main" id="{AD3A10FB-7620-6E80-3108-E1C34BA6F0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11</a:t>
            </a:fld>
            <a:endParaRPr lang="en-US" sz="1800" b="1" dirty="0">
              <a:solidFill>
                <a:schemeClr val="bg1">
                  <a:lumMod val="50000"/>
                </a:schemeClr>
              </a:solidFill>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29"/>
          <p:cNvSpPr txBox="1">
            <a:spLocks noGrp="1"/>
          </p:cNvSpPr>
          <p:nvPr>
            <p:ph type="title"/>
          </p:nvPr>
        </p:nvSpPr>
        <p:spPr>
          <a:xfrm>
            <a:off x="762000" y="1123950"/>
            <a:ext cx="2336400" cy="481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rgbClr val="000000"/>
              </a:buClr>
              <a:buSzPts val="1800"/>
              <a:buFont typeface="Fira Sans"/>
              <a:buNone/>
            </a:pPr>
            <a:r>
              <a:rPr lang="en-US" sz="2000" dirty="0">
                <a:latin typeface="Times New Roman"/>
                <a:ea typeface="Times New Roman"/>
                <a:cs typeface="Times New Roman"/>
                <a:sym typeface="Times New Roman"/>
              </a:rPr>
              <a:t>Pan</a:t>
            </a:r>
            <a:endParaRPr sz="1200" dirty="0"/>
          </a:p>
        </p:txBody>
      </p:sp>
      <p:pic>
        <p:nvPicPr>
          <p:cNvPr id="578" name="Google Shape;578;p29"/>
          <p:cNvPicPr preferRelativeResize="0"/>
          <p:nvPr/>
        </p:nvPicPr>
        <p:blipFill rotWithShape="1">
          <a:blip r:embed="rId3">
            <a:alphaModFix/>
          </a:blip>
          <a:srcRect/>
          <a:stretch/>
        </p:blipFill>
        <p:spPr>
          <a:xfrm>
            <a:off x="762000" y="1847850"/>
            <a:ext cx="2336400" cy="1905000"/>
          </a:xfrm>
          <a:prstGeom prst="rect">
            <a:avLst/>
          </a:prstGeom>
          <a:noFill/>
          <a:ln>
            <a:noFill/>
          </a:ln>
        </p:spPr>
      </p:pic>
      <p:sp>
        <p:nvSpPr>
          <p:cNvPr id="2" name="Google Shape;583;p30">
            <a:extLst>
              <a:ext uri="{FF2B5EF4-FFF2-40B4-BE49-F238E27FC236}">
                <a16:creationId xmlns:a16="http://schemas.microsoft.com/office/drawing/2014/main" id="{667FFCE4-C4CA-20F6-AB3E-752DFE8A8220}"/>
              </a:ext>
            </a:extLst>
          </p:cNvPr>
          <p:cNvSpPr txBox="1">
            <a:spLocks/>
          </p:cNvSpPr>
          <p:nvPr/>
        </p:nvSpPr>
        <p:spPr>
          <a:xfrm>
            <a:off x="3962400" y="1123950"/>
            <a:ext cx="3510000" cy="481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1800"/>
              <a:buFont typeface="Fira Sans"/>
              <a:buNone/>
              <a:defRPr sz="1800" b="1" i="0">
                <a:solidFill>
                  <a:srgbClr val="000000"/>
                </a:solidFill>
                <a:latin typeface="Fira Sans"/>
                <a:ea typeface="Fira Sans"/>
                <a:cs typeface="Fira Sans"/>
                <a:sym typeface="Fira Sans"/>
              </a:defRPr>
            </a:lvl1pPr>
            <a:lvl2pPr lvl="1"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2pPr>
            <a:lvl3pPr lvl="2"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3pPr>
            <a:lvl4pPr lvl="3"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4pPr>
            <a:lvl5pPr lvl="4"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5pPr>
            <a:lvl6pPr lvl="5"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6pPr>
            <a:lvl7pPr lvl="6"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7pPr>
            <a:lvl8pPr lvl="7"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8pPr>
            <a:lvl9pPr lvl="8" algn="ctr">
              <a:lnSpc>
                <a:spcPct val="100000"/>
              </a:lnSpc>
              <a:spcBef>
                <a:spcPts val="0"/>
              </a:spcBef>
              <a:spcAft>
                <a:spcPts val="0"/>
              </a:spcAft>
              <a:buClr>
                <a:srgbClr val="000000"/>
              </a:buClr>
              <a:buSzPts val="1800"/>
              <a:buFont typeface="Fira Sans"/>
              <a:buNone/>
              <a:defRPr sz="1800" b="1">
                <a:solidFill>
                  <a:srgbClr val="000000"/>
                </a:solidFill>
                <a:latin typeface="Fira Sans"/>
                <a:ea typeface="Fira Sans"/>
                <a:cs typeface="Fira Sans"/>
                <a:sym typeface="Fira Sans"/>
              </a:defRPr>
            </a:lvl9pPr>
          </a:lstStyle>
          <a:p>
            <a:pPr rtl="0"/>
            <a:r>
              <a:rPr lang="en-US" sz="2000" kern="0" dirty="0">
                <a:latin typeface="Times New Roman"/>
                <a:ea typeface="Times New Roman"/>
                <a:cs typeface="Times New Roman"/>
                <a:sym typeface="Times New Roman"/>
              </a:rPr>
              <a:t>Color Coded Pipelines</a:t>
            </a:r>
            <a:endParaRPr lang="en-US" kern="0" dirty="0"/>
          </a:p>
        </p:txBody>
      </p:sp>
      <p:pic>
        <p:nvPicPr>
          <p:cNvPr id="3" name="Google Shape;584;p30">
            <a:extLst>
              <a:ext uri="{FF2B5EF4-FFF2-40B4-BE49-F238E27FC236}">
                <a16:creationId xmlns:a16="http://schemas.microsoft.com/office/drawing/2014/main" id="{1E131687-388B-A005-ECA7-6B1EBA5D0EB0}"/>
              </a:ext>
            </a:extLst>
          </p:cNvPr>
          <p:cNvPicPr preferRelativeResize="0"/>
          <p:nvPr/>
        </p:nvPicPr>
        <p:blipFill rotWithShape="1">
          <a:blip r:embed="rId4">
            <a:alphaModFix/>
          </a:blip>
          <a:srcRect l="11134" r="11589" b="32026"/>
          <a:stretch/>
        </p:blipFill>
        <p:spPr>
          <a:xfrm>
            <a:off x="3276600" y="1847850"/>
            <a:ext cx="2590800" cy="1905000"/>
          </a:xfrm>
          <a:prstGeom prst="rect">
            <a:avLst/>
          </a:prstGeom>
          <a:noFill/>
          <a:ln>
            <a:noFill/>
          </a:ln>
        </p:spPr>
      </p:pic>
      <p:pic>
        <p:nvPicPr>
          <p:cNvPr id="4" name="Google Shape;585;p30">
            <a:extLst>
              <a:ext uri="{FF2B5EF4-FFF2-40B4-BE49-F238E27FC236}">
                <a16:creationId xmlns:a16="http://schemas.microsoft.com/office/drawing/2014/main" id="{603DD260-2C1F-6D95-64CB-71106AD67CE9}"/>
              </a:ext>
            </a:extLst>
          </p:cNvPr>
          <p:cNvPicPr preferRelativeResize="0"/>
          <p:nvPr/>
        </p:nvPicPr>
        <p:blipFill rotWithShape="1">
          <a:blip r:embed="rId5">
            <a:alphaModFix/>
          </a:blip>
          <a:srcRect/>
          <a:stretch/>
        </p:blipFill>
        <p:spPr>
          <a:xfrm>
            <a:off x="6045600" y="1824790"/>
            <a:ext cx="2336400" cy="1905000"/>
          </a:xfrm>
          <a:prstGeom prst="rect">
            <a:avLst/>
          </a:prstGeom>
          <a:noFill/>
          <a:ln w="9525" cap="flat" cmpd="sng">
            <a:solidFill>
              <a:srgbClr val="FFFFFF"/>
            </a:solidFill>
            <a:prstDash val="solid"/>
            <a:round/>
            <a:headEnd type="none" w="sm" len="sm"/>
            <a:tailEnd type="none" w="sm" len="sm"/>
          </a:ln>
        </p:spPr>
      </p:pic>
      <p:sp>
        <p:nvSpPr>
          <p:cNvPr id="7" name="Slide Number Placeholder 1">
            <a:extLst>
              <a:ext uri="{FF2B5EF4-FFF2-40B4-BE49-F238E27FC236}">
                <a16:creationId xmlns:a16="http://schemas.microsoft.com/office/drawing/2014/main" id="{207DBB56-9F6D-4957-9768-8CFCFE891E96}"/>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12</a:t>
            </a:fld>
            <a:endParaRPr lang="en-US" b="1" dirty="0">
              <a:solidFill>
                <a:schemeClr val="bg1">
                  <a:lumMod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32"/>
          <p:cNvSpPr/>
          <p:nvPr/>
        </p:nvSpPr>
        <p:spPr>
          <a:xfrm>
            <a:off x="4751633" y="2205490"/>
            <a:ext cx="3342558" cy="1163539"/>
          </a:xfrm>
          <a:prstGeom prst="roundRect">
            <a:avLst>
              <a:gd name="adj" fmla="val 50000"/>
            </a:avLst>
          </a:prstGeom>
          <a:no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32"/>
          <p:cNvSpPr/>
          <p:nvPr/>
        </p:nvSpPr>
        <p:spPr>
          <a:xfrm>
            <a:off x="804926" y="2210702"/>
            <a:ext cx="3342558" cy="1163539"/>
          </a:xfrm>
          <a:prstGeom prst="roundRect">
            <a:avLst>
              <a:gd name="adj" fmla="val 50000"/>
            </a:avLst>
          </a:prstGeom>
          <a:no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99" name="Google Shape;599;p32"/>
          <p:cNvGrpSpPr/>
          <p:nvPr/>
        </p:nvGrpSpPr>
        <p:grpSpPr>
          <a:xfrm>
            <a:off x="3346806" y="1554194"/>
            <a:ext cx="2549385" cy="2451630"/>
            <a:chOff x="3030025" y="1450349"/>
            <a:chExt cx="3083933" cy="3029269"/>
          </a:xfrm>
        </p:grpSpPr>
        <p:sp>
          <p:nvSpPr>
            <p:cNvPr id="600" name="Google Shape;600;p32"/>
            <p:cNvSpPr/>
            <p:nvPr/>
          </p:nvSpPr>
          <p:spPr>
            <a:xfrm>
              <a:off x="4624374" y="3500211"/>
              <a:ext cx="1489584" cy="979407"/>
            </a:xfrm>
            <a:custGeom>
              <a:avLst/>
              <a:gdLst/>
              <a:ahLst/>
              <a:cxnLst/>
              <a:rect l="l" t="t" r="r" b="b"/>
              <a:pathLst>
                <a:path w="41180" h="27076" extrusionOk="0">
                  <a:moveTo>
                    <a:pt x="41180" y="0"/>
                  </a:moveTo>
                  <a:lnTo>
                    <a:pt x="0" y="24683"/>
                  </a:lnTo>
                  <a:lnTo>
                    <a:pt x="0" y="27076"/>
                  </a:lnTo>
                  <a:lnTo>
                    <a:pt x="41180" y="2393"/>
                  </a:lnTo>
                  <a:lnTo>
                    <a:pt x="41180" y="0"/>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32"/>
            <p:cNvSpPr/>
            <p:nvPr/>
          </p:nvSpPr>
          <p:spPr>
            <a:xfrm>
              <a:off x="3030025" y="3459191"/>
              <a:ext cx="1594375" cy="1020426"/>
            </a:xfrm>
            <a:custGeom>
              <a:avLst/>
              <a:gdLst/>
              <a:ahLst/>
              <a:cxnLst/>
              <a:rect l="l" t="t" r="r" b="b"/>
              <a:pathLst>
                <a:path w="44077" h="28210" extrusionOk="0">
                  <a:moveTo>
                    <a:pt x="0" y="1"/>
                  </a:moveTo>
                  <a:lnTo>
                    <a:pt x="0" y="2268"/>
                  </a:lnTo>
                  <a:lnTo>
                    <a:pt x="44076" y="28210"/>
                  </a:lnTo>
                  <a:lnTo>
                    <a:pt x="44076" y="25817"/>
                  </a:lnTo>
                  <a:lnTo>
                    <a:pt x="0" y="1"/>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32"/>
            <p:cNvSpPr/>
            <p:nvPr/>
          </p:nvSpPr>
          <p:spPr>
            <a:xfrm>
              <a:off x="3030025" y="3245122"/>
              <a:ext cx="3083923" cy="1147934"/>
            </a:xfrm>
            <a:custGeom>
              <a:avLst/>
              <a:gdLst/>
              <a:ahLst/>
              <a:cxnLst/>
              <a:rect l="l" t="t" r="r" b="b"/>
              <a:pathLst>
                <a:path w="85256" h="31735" extrusionOk="0">
                  <a:moveTo>
                    <a:pt x="11586" y="0"/>
                  </a:moveTo>
                  <a:lnTo>
                    <a:pt x="0" y="5919"/>
                  </a:lnTo>
                  <a:lnTo>
                    <a:pt x="44076" y="31735"/>
                  </a:lnTo>
                  <a:lnTo>
                    <a:pt x="55032" y="25186"/>
                  </a:lnTo>
                  <a:lnTo>
                    <a:pt x="85256" y="7052"/>
                  </a:lnTo>
                  <a:lnTo>
                    <a:pt x="75055" y="1260"/>
                  </a:lnTo>
                  <a:lnTo>
                    <a:pt x="11586"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32"/>
            <p:cNvSpPr/>
            <p:nvPr/>
          </p:nvSpPr>
          <p:spPr>
            <a:xfrm>
              <a:off x="3030025" y="3245122"/>
              <a:ext cx="3083923" cy="1147934"/>
            </a:xfrm>
            <a:custGeom>
              <a:avLst/>
              <a:gdLst/>
              <a:ahLst/>
              <a:cxnLst/>
              <a:rect l="l" t="t" r="r" b="b"/>
              <a:pathLst>
                <a:path w="85256" h="31735" fill="none" extrusionOk="0">
                  <a:moveTo>
                    <a:pt x="85256" y="7052"/>
                  </a:moveTo>
                  <a:lnTo>
                    <a:pt x="75055" y="1260"/>
                  </a:lnTo>
                  <a:lnTo>
                    <a:pt x="11586" y="0"/>
                  </a:lnTo>
                  <a:lnTo>
                    <a:pt x="0" y="5919"/>
                  </a:lnTo>
                  <a:lnTo>
                    <a:pt x="44076" y="31735"/>
                  </a:lnTo>
                  <a:lnTo>
                    <a:pt x="55032" y="25186"/>
                  </a:lnTo>
                  <a:lnTo>
                    <a:pt x="85256" y="705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32"/>
            <p:cNvSpPr/>
            <p:nvPr/>
          </p:nvSpPr>
          <p:spPr>
            <a:xfrm>
              <a:off x="4009402" y="1732748"/>
              <a:ext cx="1735593" cy="1011311"/>
            </a:xfrm>
            <a:custGeom>
              <a:avLst/>
              <a:gdLst/>
              <a:ahLst/>
              <a:cxnLst/>
              <a:rect l="l" t="t" r="r" b="b"/>
              <a:pathLst>
                <a:path w="47981" h="27958" extrusionOk="0">
                  <a:moveTo>
                    <a:pt x="14483" y="1"/>
                  </a:moveTo>
                  <a:lnTo>
                    <a:pt x="0" y="8438"/>
                  </a:lnTo>
                  <a:lnTo>
                    <a:pt x="33372" y="27958"/>
                  </a:lnTo>
                  <a:lnTo>
                    <a:pt x="47980" y="19143"/>
                  </a:lnTo>
                  <a:lnTo>
                    <a:pt x="14483"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32"/>
            <p:cNvSpPr/>
            <p:nvPr/>
          </p:nvSpPr>
          <p:spPr>
            <a:xfrm>
              <a:off x="4533255" y="1823867"/>
              <a:ext cx="1093278" cy="687892"/>
            </a:xfrm>
            <a:custGeom>
              <a:avLst/>
              <a:gdLst/>
              <a:ahLst/>
              <a:cxnLst/>
              <a:rect l="l" t="t" r="r" b="b"/>
              <a:pathLst>
                <a:path w="30224" h="19017" extrusionOk="0">
                  <a:moveTo>
                    <a:pt x="1" y="1"/>
                  </a:moveTo>
                  <a:lnTo>
                    <a:pt x="1" y="1764"/>
                  </a:lnTo>
                  <a:lnTo>
                    <a:pt x="30224" y="19016"/>
                  </a:lnTo>
                  <a:lnTo>
                    <a:pt x="30224" y="17253"/>
                  </a:lnTo>
                  <a:lnTo>
                    <a:pt x="1" y="1"/>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32"/>
            <p:cNvSpPr/>
            <p:nvPr/>
          </p:nvSpPr>
          <p:spPr>
            <a:xfrm>
              <a:off x="4118715" y="1823867"/>
              <a:ext cx="414573" cy="300702"/>
            </a:xfrm>
            <a:custGeom>
              <a:avLst/>
              <a:gdLst/>
              <a:ahLst/>
              <a:cxnLst/>
              <a:rect l="l" t="t" r="r" b="b"/>
              <a:pathLst>
                <a:path w="11461" h="8313" extrusionOk="0">
                  <a:moveTo>
                    <a:pt x="11461" y="1"/>
                  </a:moveTo>
                  <a:lnTo>
                    <a:pt x="1" y="6549"/>
                  </a:lnTo>
                  <a:lnTo>
                    <a:pt x="1" y="8312"/>
                  </a:lnTo>
                  <a:lnTo>
                    <a:pt x="11461" y="1764"/>
                  </a:lnTo>
                  <a:lnTo>
                    <a:pt x="11461" y="1"/>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32"/>
            <p:cNvSpPr/>
            <p:nvPr/>
          </p:nvSpPr>
          <p:spPr>
            <a:xfrm>
              <a:off x="4009402" y="2037972"/>
              <a:ext cx="1207185" cy="1530603"/>
            </a:xfrm>
            <a:custGeom>
              <a:avLst/>
              <a:gdLst/>
              <a:ahLst/>
              <a:cxnLst/>
              <a:rect l="l" t="t" r="r" b="b"/>
              <a:pathLst>
                <a:path w="33373" h="42314" extrusionOk="0">
                  <a:moveTo>
                    <a:pt x="0" y="0"/>
                  </a:moveTo>
                  <a:lnTo>
                    <a:pt x="0" y="23424"/>
                  </a:lnTo>
                  <a:lnTo>
                    <a:pt x="33372" y="42313"/>
                  </a:lnTo>
                  <a:lnTo>
                    <a:pt x="33372" y="19394"/>
                  </a:lnTo>
                  <a:lnTo>
                    <a:pt x="0" y="0"/>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32"/>
            <p:cNvSpPr/>
            <p:nvPr/>
          </p:nvSpPr>
          <p:spPr>
            <a:xfrm>
              <a:off x="5216557" y="2365948"/>
              <a:ext cx="528444" cy="368996"/>
            </a:xfrm>
            <a:custGeom>
              <a:avLst/>
              <a:gdLst/>
              <a:ahLst/>
              <a:cxnLst/>
              <a:rect l="l" t="t" r="r" b="b"/>
              <a:pathLst>
                <a:path w="14609" h="10201" extrusionOk="0">
                  <a:moveTo>
                    <a:pt x="11586" y="0"/>
                  </a:moveTo>
                  <a:lnTo>
                    <a:pt x="0" y="7053"/>
                  </a:lnTo>
                  <a:lnTo>
                    <a:pt x="0" y="10201"/>
                  </a:lnTo>
                  <a:lnTo>
                    <a:pt x="14608" y="1638"/>
                  </a:lnTo>
                  <a:lnTo>
                    <a:pt x="11586"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32"/>
            <p:cNvSpPr/>
            <p:nvPr/>
          </p:nvSpPr>
          <p:spPr>
            <a:xfrm>
              <a:off x="4009402" y="1996952"/>
              <a:ext cx="1207185" cy="742549"/>
            </a:xfrm>
            <a:custGeom>
              <a:avLst/>
              <a:gdLst/>
              <a:ahLst/>
              <a:cxnLst/>
              <a:rect l="l" t="t" r="r" b="b"/>
              <a:pathLst>
                <a:path w="33373" h="20528" extrusionOk="0">
                  <a:moveTo>
                    <a:pt x="2897" y="1"/>
                  </a:moveTo>
                  <a:lnTo>
                    <a:pt x="0" y="1134"/>
                  </a:lnTo>
                  <a:lnTo>
                    <a:pt x="33372" y="20528"/>
                  </a:lnTo>
                  <a:lnTo>
                    <a:pt x="33372" y="17505"/>
                  </a:lnTo>
                  <a:lnTo>
                    <a:pt x="2897"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32"/>
            <p:cNvSpPr/>
            <p:nvPr/>
          </p:nvSpPr>
          <p:spPr>
            <a:xfrm>
              <a:off x="4223508" y="1887639"/>
              <a:ext cx="1284594" cy="742549"/>
            </a:xfrm>
            <a:custGeom>
              <a:avLst/>
              <a:gdLst/>
              <a:ahLst/>
              <a:cxnLst/>
              <a:rect l="l" t="t" r="r" b="b"/>
              <a:pathLst>
                <a:path w="35513" h="20528" extrusionOk="0">
                  <a:moveTo>
                    <a:pt x="8564" y="1"/>
                  </a:moveTo>
                  <a:lnTo>
                    <a:pt x="0" y="4786"/>
                  </a:lnTo>
                  <a:lnTo>
                    <a:pt x="27453" y="20527"/>
                  </a:lnTo>
                  <a:lnTo>
                    <a:pt x="35513" y="15364"/>
                  </a:lnTo>
                  <a:lnTo>
                    <a:pt x="8564"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32"/>
            <p:cNvSpPr/>
            <p:nvPr/>
          </p:nvSpPr>
          <p:spPr>
            <a:xfrm>
              <a:off x="4095963" y="1782883"/>
              <a:ext cx="605853" cy="1831233"/>
            </a:xfrm>
            <a:custGeom>
              <a:avLst/>
              <a:gdLst/>
              <a:ahLst/>
              <a:cxnLst/>
              <a:rect l="l" t="t" r="r" b="b"/>
              <a:pathLst>
                <a:path w="16749" h="50625" extrusionOk="0">
                  <a:moveTo>
                    <a:pt x="16749" y="0"/>
                  </a:moveTo>
                  <a:lnTo>
                    <a:pt x="0" y="9445"/>
                  </a:lnTo>
                  <a:lnTo>
                    <a:pt x="0" y="50625"/>
                  </a:lnTo>
                  <a:lnTo>
                    <a:pt x="16749" y="41558"/>
                  </a:lnTo>
                  <a:lnTo>
                    <a:pt x="16749" y="0"/>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32"/>
            <p:cNvSpPr/>
            <p:nvPr/>
          </p:nvSpPr>
          <p:spPr>
            <a:xfrm>
              <a:off x="4095963" y="1782883"/>
              <a:ext cx="605853" cy="1831233"/>
            </a:xfrm>
            <a:custGeom>
              <a:avLst/>
              <a:gdLst/>
              <a:ahLst/>
              <a:cxnLst/>
              <a:rect l="l" t="t" r="r" b="b"/>
              <a:pathLst>
                <a:path w="16749" h="50625" fill="none" extrusionOk="0">
                  <a:moveTo>
                    <a:pt x="0" y="50625"/>
                  </a:moveTo>
                  <a:lnTo>
                    <a:pt x="16749" y="41558"/>
                  </a:lnTo>
                  <a:lnTo>
                    <a:pt x="16749" y="0"/>
                  </a:lnTo>
                  <a:lnTo>
                    <a:pt x="0" y="9445"/>
                  </a:lnTo>
                  <a:lnTo>
                    <a:pt x="0" y="5062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32"/>
            <p:cNvSpPr/>
            <p:nvPr/>
          </p:nvSpPr>
          <p:spPr>
            <a:xfrm>
              <a:off x="3449086" y="1778326"/>
              <a:ext cx="646909" cy="1835791"/>
            </a:xfrm>
            <a:custGeom>
              <a:avLst/>
              <a:gdLst/>
              <a:ahLst/>
              <a:cxnLst/>
              <a:rect l="l" t="t" r="r" b="b"/>
              <a:pathLst>
                <a:path w="17884" h="50751" extrusionOk="0">
                  <a:moveTo>
                    <a:pt x="1" y="0"/>
                  </a:moveTo>
                  <a:lnTo>
                    <a:pt x="1" y="40550"/>
                  </a:lnTo>
                  <a:lnTo>
                    <a:pt x="17883" y="50751"/>
                  </a:lnTo>
                  <a:lnTo>
                    <a:pt x="17883" y="9571"/>
                  </a:lnTo>
                  <a:lnTo>
                    <a:pt x="1"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32"/>
            <p:cNvSpPr/>
            <p:nvPr/>
          </p:nvSpPr>
          <p:spPr>
            <a:xfrm>
              <a:off x="3449086" y="1778326"/>
              <a:ext cx="646909" cy="1835791"/>
            </a:xfrm>
            <a:custGeom>
              <a:avLst/>
              <a:gdLst/>
              <a:ahLst/>
              <a:cxnLst/>
              <a:rect l="l" t="t" r="r" b="b"/>
              <a:pathLst>
                <a:path w="17884" h="50751" fill="none" extrusionOk="0">
                  <a:moveTo>
                    <a:pt x="1" y="0"/>
                  </a:moveTo>
                  <a:lnTo>
                    <a:pt x="1" y="40550"/>
                  </a:lnTo>
                  <a:lnTo>
                    <a:pt x="17883" y="50751"/>
                  </a:lnTo>
                  <a:lnTo>
                    <a:pt x="17883" y="9571"/>
                  </a:lnTo>
                  <a:lnTo>
                    <a:pt x="1"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32"/>
            <p:cNvSpPr/>
            <p:nvPr/>
          </p:nvSpPr>
          <p:spPr>
            <a:xfrm>
              <a:off x="4351053" y="2056203"/>
              <a:ext cx="154891" cy="168564"/>
            </a:xfrm>
            <a:custGeom>
              <a:avLst/>
              <a:gdLst/>
              <a:ahLst/>
              <a:cxnLst/>
              <a:rect l="l" t="t" r="r" b="b"/>
              <a:pathLst>
                <a:path w="4282" h="4660" extrusionOk="0">
                  <a:moveTo>
                    <a:pt x="3023" y="0"/>
                  </a:moveTo>
                  <a:lnTo>
                    <a:pt x="2519" y="126"/>
                  </a:lnTo>
                  <a:lnTo>
                    <a:pt x="2141" y="126"/>
                  </a:lnTo>
                  <a:lnTo>
                    <a:pt x="1763" y="378"/>
                  </a:lnTo>
                  <a:lnTo>
                    <a:pt x="1260" y="630"/>
                  </a:lnTo>
                  <a:lnTo>
                    <a:pt x="630" y="1385"/>
                  </a:lnTo>
                  <a:lnTo>
                    <a:pt x="126" y="2267"/>
                  </a:lnTo>
                  <a:lnTo>
                    <a:pt x="0" y="2645"/>
                  </a:lnTo>
                  <a:lnTo>
                    <a:pt x="0" y="3148"/>
                  </a:lnTo>
                  <a:lnTo>
                    <a:pt x="0" y="3526"/>
                  </a:lnTo>
                  <a:lnTo>
                    <a:pt x="126" y="3904"/>
                  </a:lnTo>
                  <a:lnTo>
                    <a:pt x="378" y="4156"/>
                  </a:lnTo>
                  <a:lnTo>
                    <a:pt x="630" y="4408"/>
                  </a:lnTo>
                  <a:lnTo>
                    <a:pt x="882" y="4534"/>
                  </a:lnTo>
                  <a:lnTo>
                    <a:pt x="1260" y="4660"/>
                  </a:lnTo>
                  <a:lnTo>
                    <a:pt x="1763" y="4534"/>
                  </a:lnTo>
                  <a:lnTo>
                    <a:pt x="2141" y="4408"/>
                  </a:lnTo>
                  <a:lnTo>
                    <a:pt x="2519" y="4282"/>
                  </a:lnTo>
                  <a:lnTo>
                    <a:pt x="3023" y="4030"/>
                  </a:lnTo>
                  <a:lnTo>
                    <a:pt x="3652" y="3274"/>
                  </a:lnTo>
                  <a:lnTo>
                    <a:pt x="4156" y="2393"/>
                  </a:lnTo>
                  <a:lnTo>
                    <a:pt x="4282" y="1889"/>
                  </a:lnTo>
                  <a:lnTo>
                    <a:pt x="4282" y="1511"/>
                  </a:lnTo>
                  <a:lnTo>
                    <a:pt x="4282" y="1133"/>
                  </a:lnTo>
                  <a:lnTo>
                    <a:pt x="4156" y="756"/>
                  </a:lnTo>
                  <a:lnTo>
                    <a:pt x="3904" y="504"/>
                  </a:lnTo>
                  <a:lnTo>
                    <a:pt x="3652" y="252"/>
                  </a:lnTo>
                  <a:lnTo>
                    <a:pt x="3275" y="126"/>
                  </a:lnTo>
                  <a:lnTo>
                    <a:pt x="3023"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6" name="Google Shape;616;p32"/>
            <p:cNvSpPr/>
            <p:nvPr/>
          </p:nvSpPr>
          <p:spPr>
            <a:xfrm>
              <a:off x="4387479" y="2078955"/>
              <a:ext cx="95712" cy="123023"/>
            </a:xfrm>
            <a:custGeom>
              <a:avLst/>
              <a:gdLst/>
              <a:ahLst/>
              <a:cxnLst/>
              <a:rect l="l" t="t" r="r" b="b"/>
              <a:pathLst>
                <a:path w="2646" h="3401" extrusionOk="0">
                  <a:moveTo>
                    <a:pt x="1890" y="1"/>
                  </a:moveTo>
                  <a:lnTo>
                    <a:pt x="2268" y="379"/>
                  </a:lnTo>
                  <a:lnTo>
                    <a:pt x="2393" y="1008"/>
                  </a:lnTo>
                  <a:lnTo>
                    <a:pt x="2268" y="1638"/>
                  </a:lnTo>
                  <a:lnTo>
                    <a:pt x="1890" y="2267"/>
                  </a:lnTo>
                  <a:lnTo>
                    <a:pt x="1386" y="2771"/>
                  </a:lnTo>
                  <a:lnTo>
                    <a:pt x="756" y="3149"/>
                  </a:lnTo>
                  <a:lnTo>
                    <a:pt x="379" y="3275"/>
                  </a:lnTo>
                  <a:lnTo>
                    <a:pt x="1" y="3149"/>
                  </a:lnTo>
                  <a:lnTo>
                    <a:pt x="1" y="3149"/>
                  </a:lnTo>
                  <a:lnTo>
                    <a:pt x="504" y="3401"/>
                  </a:lnTo>
                  <a:lnTo>
                    <a:pt x="1134" y="3275"/>
                  </a:lnTo>
                  <a:lnTo>
                    <a:pt x="1764" y="2897"/>
                  </a:lnTo>
                  <a:lnTo>
                    <a:pt x="2268" y="2393"/>
                  </a:lnTo>
                  <a:lnTo>
                    <a:pt x="2519" y="1764"/>
                  </a:lnTo>
                  <a:lnTo>
                    <a:pt x="2645" y="1134"/>
                  </a:lnTo>
                  <a:lnTo>
                    <a:pt x="2645" y="756"/>
                  </a:lnTo>
                  <a:lnTo>
                    <a:pt x="2519" y="379"/>
                  </a:lnTo>
                  <a:lnTo>
                    <a:pt x="2268" y="127"/>
                  </a:lnTo>
                  <a:lnTo>
                    <a:pt x="189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32"/>
            <p:cNvSpPr/>
            <p:nvPr/>
          </p:nvSpPr>
          <p:spPr>
            <a:xfrm>
              <a:off x="4369284" y="2078955"/>
              <a:ext cx="104792" cy="118465"/>
            </a:xfrm>
            <a:custGeom>
              <a:avLst/>
              <a:gdLst/>
              <a:ahLst/>
              <a:cxnLst/>
              <a:rect l="l" t="t" r="r" b="b"/>
              <a:pathLst>
                <a:path w="2897" h="3275" extrusionOk="0">
                  <a:moveTo>
                    <a:pt x="2015" y="1"/>
                  </a:moveTo>
                  <a:lnTo>
                    <a:pt x="1637" y="127"/>
                  </a:lnTo>
                  <a:lnTo>
                    <a:pt x="1259" y="253"/>
                  </a:lnTo>
                  <a:lnTo>
                    <a:pt x="756" y="630"/>
                  </a:lnTo>
                  <a:lnTo>
                    <a:pt x="504" y="1008"/>
                  </a:lnTo>
                  <a:lnTo>
                    <a:pt x="252" y="1386"/>
                  </a:lnTo>
                  <a:lnTo>
                    <a:pt x="126" y="2016"/>
                  </a:lnTo>
                  <a:lnTo>
                    <a:pt x="0" y="2267"/>
                  </a:lnTo>
                  <a:lnTo>
                    <a:pt x="126" y="2771"/>
                  </a:lnTo>
                  <a:lnTo>
                    <a:pt x="504" y="3149"/>
                  </a:lnTo>
                  <a:lnTo>
                    <a:pt x="882" y="3275"/>
                  </a:lnTo>
                  <a:lnTo>
                    <a:pt x="1259" y="3149"/>
                  </a:lnTo>
                  <a:lnTo>
                    <a:pt x="1511" y="3023"/>
                  </a:lnTo>
                  <a:lnTo>
                    <a:pt x="1889" y="2771"/>
                  </a:lnTo>
                  <a:lnTo>
                    <a:pt x="2393" y="2267"/>
                  </a:lnTo>
                  <a:lnTo>
                    <a:pt x="2645" y="1890"/>
                  </a:lnTo>
                  <a:lnTo>
                    <a:pt x="2771" y="1638"/>
                  </a:lnTo>
                  <a:lnTo>
                    <a:pt x="2896" y="1008"/>
                  </a:lnTo>
                  <a:lnTo>
                    <a:pt x="2771" y="379"/>
                  </a:lnTo>
                  <a:lnTo>
                    <a:pt x="2393"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8" name="Google Shape;618;p32"/>
            <p:cNvSpPr/>
            <p:nvPr/>
          </p:nvSpPr>
          <p:spPr>
            <a:xfrm>
              <a:off x="3540205" y="1987873"/>
              <a:ext cx="168564" cy="296108"/>
            </a:xfrm>
            <a:custGeom>
              <a:avLst/>
              <a:gdLst/>
              <a:ahLst/>
              <a:cxnLst/>
              <a:rect l="l" t="t" r="r" b="b"/>
              <a:pathLst>
                <a:path w="4660" h="8186" extrusionOk="0">
                  <a:moveTo>
                    <a:pt x="1" y="0"/>
                  </a:moveTo>
                  <a:lnTo>
                    <a:pt x="1" y="5415"/>
                  </a:lnTo>
                  <a:lnTo>
                    <a:pt x="4660" y="8186"/>
                  </a:lnTo>
                  <a:lnTo>
                    <a:pt x="4660" y="2771"/>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32"/>
            <p:cNvSpPr/>
            <p:nvPr/>
          </p:nvSpPr>
          <p:spPr>
            <a:xfrm>
              <a:off x="3540205" y="1987873"/>
              <a:ext cx="168564" cy="296108"/>
            </a:xfrm>
            <a:custGeom>
              <a:avLst/>
              <a:gdLst/>
              <a:ahLst/>
              <a:cxnLst/>
              <a:rect l="l" t="t" r="r" b="b"/>
              <a:pathLst>
                <a:path w="4660" h="8186" fill="none" extrusionOk="0">
                  <a:moveTo>
                    <a:pt x="1" y="5415"/>
                  </a:moveTo>
                  <a:lnTo>
                    <a:pt x="1" y="0"/>
                  </a:lnTo>
                  <a:lnTo>
                    <a:pt x="4660" y="2771"/>
                  </a:lnTo>
                  <a:lnTo>
                    <a:pt x="4660" y="8186"/>
                  </a:lnTo>
                  <a:lnTo>
                    <a:pt x="1"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32"/>
            <p:cNvSpPr/>
            <p:nvPr/>
          </p:nvSpPr>
          <p:spPr>
            <a:xfrm>
              <a:off x="3562994" y="2028857"/>
              <a:ext cx="123023" cy="214141"/>
            </a:xfrm>
            <a:custGeom>
              <a:avLst/>
              <a:gdLst/>
              <a:ahLst/>
              <a:cxnLst/>
              <a:rect l="l" t="t" r="r" b="b"/>
              <a:pathLst>
                <a:path w="3401" h="5920" extrusionOk="0">
                  <a:moveTo>
                    <a:pt x="0" y="0"/>
                  </a:moveTo>
                  <a:lnTo>
                    <a:pt x="0" y="1512"/>
                  </a:lnTo>
                  <a:lnTo>
                    <a:pt x="0" y="2141"/>
                  </a:lnTo>
                  <a:lnTo>
                    <a:pt x="0" y="2771"/>
                  </a:lnTo>
                  <a:lnTo>
                    <a:pt x="0" y="3023"/>
                  </a:lnTo>
                  <a:lnTo>
                    <a:pt x="0" y="3904"/>
                  </a:lnTo>
                  <a:lnTo>
                    <a:pt x="378" y="4156"/>
                  </a:lnTo>
                  <a:lnTo>
                    <a:pt x="1008" y="4408"/>
                  </a:lnTo>
                  <a:lnTo>
                    <a:pt x="1260" y="4534"/>
                  </a:lnTo>
                  <a:lnTo>
                    <a:pt x="1385" y="4660"/>
                  </a:lnTo>
                  <a:lnTo>
                    <a:pt x="3400" y="5919"/>
                  </a:lnTo>
                  <a:lnTo>
                    <a:pt x="3400" y="3527"/>
                  </a:lnTo>
                  <a:lnTo>
                    <a:pt x="3400" y="3275"/>
                  </a:lnTo>
                  <a:lnTo>
                    <a:pt x="3400" y="3023"/>
                  </a:lnTo>
                  <a:lnTo>
                    <a:pt x="3400" y="2393"/>
                  </a:lnTo>
                  <a:lnTo>
                    <a:pt x="3400" y="2015"/>
                  </a:lnTo>
                  <a:lnTo>
                    <a:pt x="2645" y="1512"/>
                  </a:lnTo>
                  <a:lnTo>
                    <a:pt x="2519" y="1386"/>
                  </a:lnTo>
                  <a:lnTo>
                    <a:pt x="1889" y="1008"/>
                  </a:lnTo>
                  <a:lnTo>
                    <a:pt x="1385" y="756"/>
                  </a:lnTo>
                  <a:lnTo>
                    <a:pt x="0"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32"/>
            <p:cNvSpPr/>
            <p:nvPr/>
          </p:nvSpPr>
          <p:spPr>
            <a:xfrm>
              <a:off x="3562994" y="2028857"/>
              <a:ext cx="123023" cy="214141"/>
            </a:xfrm>
            <a:custGeom>
              <a:avLst/>
              <a:gdLst/>
              <a:ahLst/>
              <a:cxnLst/>
              <a:rect l="l" t="t" r="r" b="b"/>
              <a:pathLst>
                <a:path w="3401" h="5920" fill="none" extrusionOk="0">
                  <a:moveTo>
                    <a:pt x="2645" y="1512"/>
                  </a:moveTo>
                  <a:lnTo>
                    <a:pt x="2519" y="1386"/>
                  </a:lnTo>
                  <a:lnTo>
                    <a:pt x="1889" y="1008"/>
                  </a:lnTo>
                  <a:lnTo>
                    <a:pt x="1385" y="756"/>
                  </a:lnTo>
                  <a:lnTo>
                    <a:pt x="0" y="0"/>
                  </a:lnTo>
                  <a:lnTo>
                    <a:pt x="0" y="1512"/>
                  </a:lnTo>
                  <a:lnTo>
                    <a:pt x="0" y="2141"/>
                  </a:lnTo>
                  <a:lnTo>
                    <a:pt x="0" y="2771"/>
                  </a:lnTo>
                  <a:lnTo>
                    <a:pt x="0" y="3023"/>
                  </a:lnTo>
                  <a:lnTo>
                    <a:pt x="0" y="3904"/>
                  </a:lnTo>
                  <a:lnTo>
                    <a:pt x="378" y="4156"/>
                  </a:lnTo>
                  <a:lnTo>
                    <a:pt x="1008" y="4408"/>
                  </a:lnTo>
                  <a:lnTo>
                    <a:pt x="1260" y="4534"/>
                  </a:lnTo>
                  <a:lnTo>
                    <a:pt x="1385" y="4660"/>
                  </a:lnTo>
                  <a:lnTo>
                    <a:pt x="3400" y="5919"/>
                  </a:lnTo>
                  <a:lnTo>
                    <a:pt x="3400" y="3527"/>
                  </a:lnTo>
                  <a:lnTo>
                    <a:pt x="3400" y="3275"/>
                  </a:lnTo>
                  <a:lnTo>
                    <a:pt x="3400" y="3023"/>
                  </a:lnTo>
                  <a:lnTo>
                    <a:pt x="3400" y="2393"/>
                  </a:lnTo>
                  <a:lnTo>
                    <a:pt x="3400" y="2015"/>
                  </a:lnTo>
                  <a:lnTo>
                    <a:pt x="2645" y="151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2" name="Google Shape;622;p32"/>
            <p:cNvSpPr/>
            <p:nvPr/>
          </p:nvSpPr>
          <p:spPr>
            <a:xfrm>
              <a:off x="3562994" y="2078955"/>
              <a:ext cx="95676" cy="59251"/>
            </a:xfrm>
            <a:custGeom>
              <a:avLst/>
              <a:gdLst/>
              <a:ahLst/>
              <a:cxnLst/>
              <a:rect l="l" t="t" r="r" b="b"/>
              <a:pathLst>
                <a:path w="2645" h="1638" extrusionOk="0">
                  <a:moveTo>
                    <a:pt x="2519" y="1"/>
                  </a:moveTo>
                  <a:lnTo>
                    <a:pt x="0" y="1386"/>
                  </a:lnTo>
                  <a:lnTo>
                    <a:pt x="0" y="1638"/>
                  </a:lnTo>
                  <a:lnTo>
                    <a:pt x="2645" y="127"/>
                  </a:lnTo>
                  <a:lnTo>
                    <a:pt x="2519"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32"/>
            <p:cNvSpPr/>
            <p:nvPr/>
          </p:nvSpPr>
          <p:spPr>
            <a:xfrm>
              <a:off x="3562994" y="2078955"/>
              <a:ext cx="95676" cy="59251"/>
            </a:xfrm>
            <a:custGeom>
              <a:avLst/>
              <a:gdLst/>
              <a:ahLst/>
              <a:cxnLst/>
              <a:rect l="l" t="t" r="r" b="b"/>
              <a:pathLst>
                <a:path w="2645" h="1638" fill="none" extrusionOk="0">
                  <a:moveTo>
                    <a:pt x="2519" y="1"/>
                  </a:moveTo>
                  <a:lnTo>
                    <a:pt x="0" y="1386"/>
                  </a:lnTo>
                  <a:lnTo>
                    <a:pt x="0" y="1638"/>
                  </a:lnTo>
                  <a:lnTo>
                    <a:pt x="2645" y="127"/>
                  </a:lnTo>
                  <a:lnTo>
                    <a:pt x="251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32"/>
            <p:cNvSpPr/>
            <p:nvPr/>
          </p:nvSpPr>
          <p:spPr>
            <a:xfrm>
              <a:off x="3562994" y="2065282"/>
              <a:ext cx="91119" cy="63808"/>
            </a:xfrm>
            <a:custGeom>
              <a:avLst/>
              <a:gdLst/>
              <a:ahLst/>
              <a:cxnLst/>
              <a:rect l="l" t="t" r="r" b="b"/>
              <a:pathLst>
                <a:path w="2519" h="1764" extrusionOk="0">
                  <a:moveTo>
                    <a:pt x="1889" y="1"/>
                  </a:moveTo>
                  <a:lnTo>
                    <a:pt x="0" y="1134"/>
                  </a:lnTo>
                  <a:lnTo>
                    <a:pt x="0" y="1764"/>
                  </a:lnTo>
                  <a:lnTo>
                    <a:pt x="2519" y="379"/>
                  </a:lnTo>
                  <a:lnTo>
                    <a:pt x="1889"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32"/>
            <p:cNvSpPr/>
            <p:nvPr/>
          </p:nvSpPr>
          <p:spPr>
            <a:xfrm>
              <a:off x="3562994" y="2065282"/>
              <a:ext cx="91119" cy="63808"/>
            </a:xfrm>
            <a:custGeom>
              <a:avLst/>
              <a:gdLst/>
              <a:ahLst/>
              <a:cxnLst/>
              <a:rect l="l" t="t" r="r" b="b"/>
              <a:pathLst>
                <a:path w="2519" h="1764" fill="none" extrusionOk="0">
                  <a:moveTo>
                    <a:pt x="1889" y="1"/>
                  </a:moveTo>
                  <a:lnTo>
                    <a:pt x="0" y="1134"/>
                  </a:lnTo>
                  <a:lnTo>
                    <a:pt x="0" y="1764"/>
                  </a:lnTo>
                  <a:lnTo>
                    <a:pt x="2519" y="379"/>
                  </a:lnTo>
                  <a:lnTo>
                    <a:pt x="188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32"/>
            <p:cNvSpPr/>
            <p:nvPr/>
          </p:nvSpPr>
          <p:spPr>
            <a:xfrm>
              <a:off x="3562994" y="2056203"/>
              <a:ext cx="68366" cy="50135"/>
            </a:xfrm>
            <a:custGeom>
              <a:avLst/>
              <a:gdLst/>
              <a:ahLst/>
              <a:cxnLst/>
              <a:rect l="l" t="t" r="r" b="b"/>
              <a:pathLst>
                <a:path w="1890" h="1386" extrusionOk="0">
                  <a:moveTo>
                    <a:pt x="1385" y="0"/>
                  </a:moveTo>
                  <a:lnTo>
                    <a:pt x="0" y="756"/>
                  </a:lnTo>
                  <a:lnTo>
                    <a:pt x="0" y="1385"/>
                  </a:lnTo>
                  <a:lnTo>
                    <a:pt x="1889" y="252"/>
                  </a:lnTo>
                  <a:lnTo>
                    <a:pt x="13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32"/>
            <p:cNvSpPr/>
            <p:nvPr/>
          </p:nvSpPr>
          <p:spPr>
            <a:xfrm>
              <a:off x="3562994" y="2056203"/>
              <a:ext cx="68366" cy="50135"/>
            </a:xfrm>
            <a:custGeom>
              <a:avLst/>
              <a:gdLst/>
              <a:ahLst/>
              <a:cxnLst/>
              <a:rect l="l" t="t" r="r" b="b"/>
              <a:pathLst>
                <a:path w="1890" h="1386" fill="none" extrusionOk="0">
                  <a:moveTo>
                    <a:pt x="1385" y="0"/>
                  </a:moveTo>
                  <a:lnTo>
                    <a:pt x="0" y="756"/>
                  </a:lnTo>
                  <a:lnTo>
                    <a:pt x="0" y="1385"/>
                  </a:lnTo>
                  <a:lnTo>
                    <a:pt x="1889" y="252"/>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32"/>
            <p:cNvSpPr/>
            <p:nvPr/>
          </p:nvSpPr>
          <p:spPr>
            <a:xfrm>
              <a:off x="3562994" y="2028857"/>
              <a:ext cx="50135" cy="54693"/>
            </a:xfrm>
            <a:custGeom>
              <a:avLst/>
              <a:gdLst/>
              <a:ahLst/>
              <a:cxnLst/>
              <a:rect l="l" t="t" r="r" b="b"/>
              <a:pathLst>
                <a:path w="1386" h="1512" extrusionOk="0">
                  <a:moveTo>
                    <a:pt x="0" y="0"/>
                  </a:moveTo>
                  <a:lnTo>
                    <a:pt x="0" y="1512"/>
                  </a:lnTo>
                  <a:lnTo>
                    <a:pt x="1385" y="756"/>
                  </a:lnTo>
                  <a:lnTo>
                    <a:pt x="0"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32"/>
            <p:cNvSpPr/>
            <p:nvPr/>
          </p:nvSpPr>
          <p:spPr>
            <a:xfrm>
              <a:off x="3576667" y="2115417"/>
              <a:ext cx="109349" cy="72924"/>
            </a:xfrm>
            <a:custGeom>
              <a:avLst/>
              <a:gdLst/>
              <a:ahLst/>
              <a:cxnLst/>
              <a:rect l="l" t="t" r="r" b="b"/>
              <a:pathLst>
                <a:path w="3023" h="2016" extrusionOk="0">
                  <a:moveTo>
                    <a:pt x="3022" y="0"/>
                  </a:moveTo>
                  <a:lnTo>
                    <a:pt x="0" y="1763"/>
                  </a:lnTo>
                  <a:lnTo>
                    <a:pt x="630" y="2015"/>
                  </a:lnTo>
                  <a:lnTo>
                    <a:pt x="3022" y="630"/>
                  </a:lnTo>
                  <a:lnTo>
                    <a:pt x="3022"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32"/>
            <p:cNvSpPr/>
            <p:nvPr/>
          </p:nvSpPr>
          <p:spPr>
            <a:xfrm>
              <a:off x="3576667" y="2115417"/>
              <a:ext cx="109349" cy="72924"/>
            </a:xfrm>
            <a:custGeom>
              <a:avLst/>
              <a:gdLst/>
              <a:ahLst/>
              <a:cxnLst/>
              <a:rect l="l" t="t" r="r" b="b"/>
              <a:pathLst>
                <a:path w="3023" h="2016" fill="none" extrusionOk="0">
                  <a:moveTo>
                    <a:pt x="3022" y="0"/>
                  </a:moveTo>
                  <a:lnTo>
                    <a:pt x="0" y="1763"/>
                  </a:lnTo>
                  <a:lnTo>
                    <a:pt x="630" y="2015"/>
                  </a:lnTo>
                  <a:lnTo>
                    <a:pt x="3022" y="630"/>
                  </a:lnTo>
                  <a:lnTo>
                    <a:pt x="3022"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32"/>
            <p:cNvSpPr/>
            <p:nvPr/>
          </p:nvSpPr>
          <p:spPr>
            <a:xfrm>
              <a:off x="3562994" y="2083513"/>
              <a:ext cx="123023" cy="95712"/>
            </a:xfrm>
            <a:custGeom>
              <a:avLst/>
              <a:gdLst/>
              <a:ahLst/>
              <a:cxnLst/>
              <a:rect l="l" t="t" r="r" b="b"/>
              <a:pathLst>
                <a:path w="3401" h="2646" extrusionOk="0">
                  <a:moveTo>
                    <a:pt x="2645" y="1"/>
                  </a:moveTo>
                  <a:lnTo>
                    <a:pt x="0" y="1512"/>
                  </a:lnTo>
                  <a:lnTo>
                    <a:pt x="0" y="2393"/>
                  </a:lnTo>
                  <a:lnTo>
                    <a:pt x="378" y="2645"/>
                  </a:lnTo>
                  <a:lnTo>
                    <a:pt x="3400" y="882"/>
                  </a:lnTo>
                  <a:lnTo>
                    <a:pt x="3400" y="504"/>
                  </a:lnTo>
                  <a:lnTo>
                    <a:pt x="264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2" name="Google Shape;632;p32"/>
            <p:cNvSpPr/>
            <p:nvPr/>
          </p:nvSpPr>
          <p:spPr>
            <a:xfrm>
              <a:off x="3613093" y="2156401"/>
              <a:ext cx="72924" cy="86597"/>
            </a:xfrm>
            <a:custGeom>
              <a:avLst/>
              <a:gdLst/>
              <a:ahLst/>
              <a:cxnLst/>
              <a:rect l="l" t="t" r="r" b="b"/>
              <a:pathLst>
                <a:path w="2016" h="2394" extrusionOk="0">
                  <a:moveTo>
                    <a:pt x="2015" y="1"/>
                  </a:moveTo>
                  <a:lnTo>
                    <a:pt x="0" y="1134"/>
                  </a:lnTo>
                  <a:lnTo>
                    <a:pt x="2015" y="2393"/>
                  </a:lnTo>
                  <a:lnTo>
                    <a:pt x="201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32"/>
            <p:cNvSpPr/>
            <p:nvPr/>
          </p:nvSpPr>
          <p:spPr>
            <a:xfrm>
              <a:off x="3613093" y="2156401"/>
              <a:ext cx="72924" cy="86597"/>
            </a:xfrm>
            <a:custGeom>
              <a:avLst/>
              <a:gdLst/>
              <a:ahLst/>
              <a:cxnLst/>
              <a:rect l="l" t="t" r="r" b="b"/>
              <a:pathLst>
                <a:path w="2016" h="2394" fill="none" extrusionOk="0">
                  <a:moveTo>
                    <a:pt x="2015" y="1"/>
                  </a:moveTo>
                  <a:lnTo>
                    <a:pt x="0" y="1134"/>
                  </a:lnTo>
                  <a:lnTo>
                    <a:pt x="2015" y="2393"/>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p32"/>
            <p:cNvSpPr/>
            <p:nvPr/>
          </p:nvSpPr>
          <p:spPr>
            <a:xfrm>
              <a:off x="3608536" y="2147285"/>
              <a:ext cx="77481" cy="50135"/>
            </a:xfrm>
            <a:custGeom>
              <a:avLst/>
              <a:gdLst/>
              <a:ahLst/>
              <a:cxnLst/>
              <a:rect l="l" t="t" r="r" b="b"/>
              <a:pathLst>
                <a:path w="2142" h="1386" extrusionOk="0">
                  <a:moveTo>
                    <a:pt x="2141" y="1"/>
                  </a:moveTo>
                  <a:lnTo>
                    <a:pt x="1" y="1260"/>
                  </a:lnTo>
                  <a:lnTo>
                    <a:pt x="126" y="1386"/>
                  </a:lnTo>
                  <a:lnTo>
                    <a:pt x="2141" y="253"/>
                  </a:lnTo>
                  <a:lnTo>
                    <a:pt x="214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32"/>
            <p:cNvSpPr/>
            <p:nvPr/>
          </p:nvSpPr>
          <p:spPr>
            <a:xfrm>
              <a:off x="3608536" y="2147285"/>
              <a:ext cx="77481" cy="50135"/>
            </a:xfrm>
            <a:custGeom>
              <a:avLst/>
              <a:gdLst/>
              <a:ahLst/>
              <a:cxnLst/>
              <a:rect l="l" t="t" r="r" b="b"/>
              <a:pathLst>
                <a:path w="2142" h="1386" fill="none" extrusionOk="0">
                  <a:moveTo>
                    <a:pt x="2141" y="1"/>
                  </a:moveTo>
                  <a:lnTo>
                    <a:pt x="1" y="1260"/>
                  </a:lnTo>
                  <a:lnTo>
                    <a:pt x="126" y="1386"/>
                  </a:lnTo>
                  <a:lnTo>
                    <a:pt x="2141" y="253"/>
                  </a:lnTo>
                  <a:lnTo>
                    <a:pt x="214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p32"/>
            <p:cNvSpPr/>
            <p:nvPr/>
          </p:nvSpPr>
          <p:spPr>
            <a:xfrm>
              <a:off x="3599420" y="2138170"/>
              <a:ext cx="86597" cy="54729"/>
            </a:xfrm>
            <a:custGeom>
              <a:avLst/>
              <a:gdLst/>
              <a:ahLst/>
              <a:cxnLst/>
              <a:rect l="l" t="t" r="r" b="b"/>
              <a:pathLst>
                <a:path w="2394" h="1513" extrusionOk="0">
                  <a:moveTo>
                    <a:pt x="2393" y="1"/>
                  </a:moveTo>
                  <a:lnTo>
                    <a:pt x="1" y="1386"/>
                  </a:lnTo>
                  <a:lnTo>
                    <a:pt x="253" y="1512"/>
                  </a:lnTo>
                  <a:lnTo>
                    <a:pt x="2393" y="253"/>
                  </a:lnTo>
                  <a:lnTo>
                    <a:pt x="2393"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32"/>
            <p:cNvSpPr/>
            <p:nvPr/>
          </p:nvSpPr>
          <p:spPr>
            <a:xfrm>
              <a:off x="3540205" y="1987873"/>
              <a:ext cx="168564" cy="113907"/>
            </a:xfrm>
            <a:custGeom>
              <a:avLst/>
              <a:gdLst/>
              <a:ahLst/>
              <a:cxnLst/>
              <a:rect l="l" t="t" r="r" b="b"/>
              <a:pathLst>
                <a:path w="4660" h="3149" extrusionOk="0">
                  <a:moveTo>
                    <a:pt x="1" y="0"/>
                  </a:moveTo>
                  <a:lnTo>
                    <a:pt x="630" y="1133"/>
                  </a:lnTo>
                  <a:lnTo>
                    <a:pt x="4030" y="3148"/>
                  </a:lnTo>
                  <a:lnTo>
                    <a:pt x="4660" y="2771"/>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32"/>
            <p:cNvSpPr/>
            <p:nvPr/>
          </p:nvSpPr>
          <p:spPr>
            <a:xfrm>
              <a:off x="3540205" y="2170074"/>
              <a:ext cx="168564" cy="113907"/>
            </a:xfrm>
            <a:custGeom>
              <a:avLst/>
              <a:gdLst/>
              <a:ahLst/>
              <a:cxnLst/>
              <a:rect l="l" t="t" r="r" b="b"/>
              <a:pathLst>
                <a:path w="4660" h="3149" extrusionOk="0">
                  <a:moveTo>
                    <a:pt x="630" y="0"/>
                  </a:moveTo>
                  <a:lnTo>
                    <a:pt x="1" y="378"/>
                  </a:lnTo>
                  <a:lnTo>
                    <a:pt x="4660" y="3149"/>
                  </a:lnTo>
                  <a:lnTo>
                    <a:pt x="4030" y="2015"/>
                  </a:lnTo>
                  <a:lnTo>
                    <a:pt x="630"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32"/>
            <p:cNvSpPr/>
            <p:nvPr/>
          </p:nvSpPr>
          <p:spPr>
            <a:xfrm>
              <a:off x="3562994" y="2165516"/>
              <a:ext cx="123023" cy="77481"/>
            </a:xfrm>
            <a:custGeom>
              <a:avLst/>
              <a:gdLst/>
              <a:ahLst/>
              <a:cxnLst/>
              <a:rect l="l" t="t" r="r" b="b"/>
              <a:pathLst>
                <a:path w="3401" h="2142" extrusionOk="0">
                  <a:moveTo>
                    <a:pt x="252" y="0"/>
                  </a:moveTo>
                  <a:lnTo>
                    <a:pt x="0" y="126"/>
                  </a:lnTo>
                  <a:lnTo>
                    <a:pt x="3400" y="2141"/>
                  </a:lnTo>
                  <a:lnTo>
                    <a:pt x="3400" y="1889"/>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0" name="Google Shape;640;p32"/>
            <p:cNvSpPr/>
            <p:nvPr/>
          </p:nvSpPr>
          <p:spPr>
            <a:xfrm>
              <a:off x="3562994" y="2028857"/>
              <a:ext cx="9152" cy="141254"/>
            </a:xfrm>
            <a:custGeom>
              <a:avLst/>
              <a:gdLst/>
              <a:ahLst/>
              <a:cxnLst/>
              <a:rect l="l" t="t" r="r" b="b"/>
              <a:pathLst>
                <a:path w="253" h="3905" extrusionOk="0">
                  <a:moveTo>
                    <a:pt x="0" y="0"/>
                  </a:moveTo>
                  <a:lnTo>
                    <a:pt x="0" y="3904"/>
                  </a:lnTo>
                  <a:lnTo>
                    <a:pt x="252" y="3778"/>
                  </a:lnTo>
                  <a:lnTo>
                    <a:pt x="252" y="126"/>
                  </a:lnTo>
                  <a:lnTo>
                    <a:pt x="0"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32"/>
            <p:cNvSpPr/>
            <p:nvPr/>
          </p:nvSpPr>
          <p:spPr>
            <a:xfrm>
              <a:off x="3708770" y="2078955"/>
              <a:ext cx="9115" cy="205026"/>
            </a:xfrm>
            <a:custGeom>
              <a:avLst/>
              <a:gdLst/>
              <a:ahLst/>
              <a:cxnLst/>
              <a:rect l="l" t="t" r="r" b="b"/>
              <a:pathLst>
                <a:path w="252" h="5668" extrusionOk="0">
                  <a:moveTo>
                    <a:pt x="252" y="1"/>
                  </a:moveTo>
                  <a:lnTo>
                    <a:pt x="0" y="253"/>
                  </a:lnTo>
                  <a:lnTo>
                    <a:pt x="0" y="5668"/>
                  </a:lnTo>
                  <a:lnTo>
                    <a:pt x="252" y="5542"/>
                  </a:lnTo>
                  <a:lnTo>
                    <a:pt x="252"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2" name="Google Shape;642;p32"/>
            <p:cNvSpPr/>
            <p:nvPr/>
          </p:nvSpPr>
          <p:spPr>
            <a:xfrm>
              <a:off x="3540205" y="1983315"/>
              <a:ext cx="177679" cy="104792"/>
            </a:xfrm>
            <a:custGeom>
              <a:avLst/>
              <a:gdLst/>
              <a:ahLst/>
              <a:cxnLst/>
              <a:rect l="l" t="t" r="r" b="b"/>
              <a:pathLst>
                <a:path w="4912" h="2897" extrusionOk="0">
                  <a:moveTo>
                    <a:pt x="252" y="0"/>
                  </a:moveTo>
                  <a:lnTo>
                    <a:pt x="1" y="126"/>
                  </a:lnTo>
                  <a:lnTo>
                    <a:pt x="4660" y="2897"/>
                  </a:lnTo>
                  <a:lnTo>
                    <a:pt x="4912" y="2645"/>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32"/>
            <p:cNvSpPr/>
            <p:nvPr/>
          </p:nvSpPr>
          <p:spPr>
            <a:xfrm>
              <a:off x="3540205" y="2297618"/>
              <a:ext cx="168564" cy="296108"/>
            </a:xfrm>
            <a:custGeom>
              <a:avLst/>
              <a:gdLst/>
              <a:ahLst/>
              <a:cxnLst/>
              <a:rect l="l" t="t" r="r" b="b"/>
              <a:pathLst>
                <a:path w="4660" h="8186" extrusionOk="0">
                  <a:moveTo>
                    <a:pt x="1" y="0"/>
                  </a:moveTo>
                  <a:lnTo>
                    <a:pt x="1" y="5415"/>
                  </a:lnTo>
                  <a:lnTo>
                    <a:pt x="4660" y="8186"/>
                  </a:lnTo>
                  <a:lnTo>
                    <a:pt x="4660" y="2771"/>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32"/>
            <p:cNvSpPr/>
            <p:nvPr/>
          </p:nvSpPr>
          <p:spPr>
            <a:xfrm>
              <a:off x="3540205" y="2297618"/>
              <a:ext cx="168564" cy="296108"/>
            </a:xfrm>
            <a:custGeom>
              <a:avLst/>
              <a:gdLst/>
              <a:ahLst/>
              <a:cxnLst/>
              <a:rect l="l" t="t" r="r" b="b"/>
              <a:pathLst>
                <a:path w="4660" h="8186" fill="none" extrusionOk="0">
                  <a:moveTo>
                    <a:pt x="1" y="5415"/>
                  </a:moveTo>
                  <a:lnTo>
                    <a:pt x="1" y="0"/>
                  </a:lnTo>
                  <a:lnTo>
                    <a:pt x="4660" y="2771"/>
                  </a:lnTo>
                  <a:lnTo>
                    <a:pt x="4660" y="8186"/>
                  </a:lnTo>
                  <a:lnTo>
                    <a:pt x="1"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32"/>
            <p:cNvSpPr/>
            <p:nvPr/>
          </p:nvSpPr>
          <p:spPr>
            <a:xfrm>
              <a:off x="3562994" y="2338602"/>
              <a:ext cx="123023" cy="214141"/>
            </a:xfrm>
            <a:custGeom>
              <a:avLst/>
              <a:gdLst/>
              <a:ahLst/>
              <a:cxnLst/>
              <a:rect l="l" t="t" r="r" b="b"/>
              <a:pathLst>
                <a:path w="3401" h="5920" extrusionOk="0">
                  <a:moveTo>
                    <a:pt x="0" y="1"/>
                  </a:moveTo>
                  <a:lnTo>
                    <a:pt x="0" y="1512"/>
                  </a:lnTo>
                  <a:lnTo>
                    <a:pt x="0" y="2142"/>
                  </a:lnTo>
                  <a:lnTo>
                    <a:pt x="0" y="2771"/>
                  </a:lnTo>
                  <a:lnTo>
                    <a:pt x="0" y="3023"/>
                  </a:lnTo>
                  <a:lnTo>
                    <a:pt x="0" y="3905"/>
                  </a:lnTo>
                  <a:lnTo>
                    <a:pt x="378" y="4157"/>
                  </a:lnTo>
                  <a:lnTo>
                    <a:pt x="1008" y="4408"/>
                  </a:lnTo>
                  <a:lnTo>
                    <a:pt x="1260" y="4534"/>
                  </a:lnTo>
                  <a:lnTo>
                    <a:pt x="1385" y="4660"/>
                  </a:lnTo>
                  <a:lnTo>
                    <a:pt x="3400" y="5920"/>
                  </a:lnTo>
                  <a:lnTo>
                    <a:pt x="3400" y="3527"/>
                  </a:lnTo>
                  <a:lnTo>
                    <a:pt x="3400" y="3275"/>
                  </a:lnTo>
                  <a:lnTo>
                    <a:pt x="3400" y="3023"/>
                  </a:lnTo>
                  <a:lnTo>
                    <a:pt x="3400" y="2394"/>
                  </a:lnTo>
                  <a:lnTo>
                    <a:pt x="3400" y="2016"/>
                  </a:lnTo>
                  <a:lnTo>
                    <a:pt x="2645" y="1512"/>
                  </a:lnTo>
                  <a:lnTo>
                    <a:pt x="2519" y="1386"/>
                  </a:lnTo>
                  <a:lnTo>
                    <a:pt x="1889" y="1008"/>
                  </a:lnTo>
                  <a:lnTo>
                    <a:pt x="1385" y="756"/>
                  </a:ln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32"/>
            <p:cNvSpPr/>
            <p:nvPr/>
          </p:nvSpPr>
          <p:spPr>
            <a:xfrm>
              <a:off x="3562994" y="2338602"/>
              <a:ext cx="123023" cy="214141"/>
            </a:xfrm>
            <a:custGeom>
              <a:avLst/>
              <a:gdLst/>
              <a:ahLst/>
              <a:cxnLst/>
              <a:rect l="l" t="t" r="r" b="b"/>
              <a:pathLst>
                <a:path w="3401" h="5920" fill="none" extrusionOk="0">
                  <a:moveTo>
                    <a:pt x="2645" y="1512"/>
                  </a:moveTo>
                  <a:lnTo>
                    <a:pt x="2519" y="1386"/>
                  </a:lnTo>
                  <a:lnTo>
                    <a:pt x="1889" y="1008"/>
                  </a:lnTo>
                  <a:lnTo>
                    <a:pt x="1385" y="756"/>
                  </a:lnTo>
                  <a:lnTo>
                    <a:pt x="0" y="1"/>
                  </a:lnTo>
                  <a:lnTo>
                    <a:pt x="0" y="1512"/>
                  </a:lnTo>
                  <a:lnTo>
                    <a:pt x="0" y="2142"/>
                  </a:lnTo>
                  <a:lnTo>
                    <a:pt x="0" y="2771"/>
                  </a:lnTo>
                  <a:lnTo>
                    <a:pt x="0" y="3023"/>
                  </a:lnTo>
                  <a:lnTo>
                    <a:pt x="0" y="3905"/>
                  </a:lnTo>
                  <a:lnTo>
                    <a:pt x="378" y="4157"/>
                  </a:lnTo>
                  <a:lnTo>
                    <a:pt x="1008" y="4408"/>
                  </a:lnTo>
                  <a:lnTo>
                    <a:pt x="1260" y="4534"/>
                  </a:lnTo>
                  <a:lnTo>
                    <a:pt x="1385" y="4660"/>
                  </a:lnTo>
                  <a:lnTo>
                    <a:pt x="3400" y="5920"/>
                  </a:lnTo>
                  <a:lnTo>
                    <a:pt x="3400" y="3527"/>
                  </a:lnTo>
                  <a:lnTo>
                    <a:pt x="3400" y="3275"/>
                  </a:lnTo>
                  <a:lnTo>
                    <a:pt x="3400" y="3023"/>
                  </a:lnTo>
                  <a:lnTo>
                    <a:pt x="3400" y="2394"/>
                  </a:lnTo>
                  <a:lnTo>
                    <a:pt x="3400" y="2016"/>
                  </a:lnTo>
                  <a:lnTo>
                    <a:pt x="2645" y="151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32"/>
            <p:cNvSpPr/>
            <p:nvPr/>
          </p:nvSpPr>
          <p:spPr>
            <a:xfrm>
              <a:off x="3562994" y="2388737"/>
              <a:ext cx="95676" cy="59251"/>
            </a:xfrm>
            <a:custGeom>
              <a:avLst/>
              <a:gdLst/>
              <a:ahLst/>
              <a:cxnLst/>
              <a:rect l="l" t="t" r="r" b="b"/>
              <a:pathLst>
                <a:path w="2645" h="1638" extrusionOk="0">
                  <a:moveTo>
                    <a:pt x="2519" y="0"/>
                  </a:moveTo>
                  <a:lnTo>
                    <a:pt x="0" y="1385"/>
                  </a:lnTo>
                  <a:lnTo>
                    <a:pt x="0" y="1637"/>
                  </a:lnTo>
                  <a:lnTo>
                    <a:pt x="2645" y="126"/>
                  </a:lnTo>
                  <a:lnTo>
                    <a:pt x="2519"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32"/>
            <p:cNvSpPr/>
            <p:nvPr/>
          </p:nvSpPr>
          <p:spPr>
            <a:xfrm>
              <a:off x="3562994" y="2388737"/>
              <a:ext cx="95676" cy="59251"/>
            </a:xfrm>
            <a:custGeom>
              <a:avLst/>
              <a:gdLst/>
              <a:ahLst/>
              <a:cxnLst/>
              <a:rect l="l" t="t" r="r" b="b"/>
              <a:pathLst>
                <a:path w="2645" h="1638" fill="none" extrusionOk="0">
                  <a:moveTo>
                    <a:pt x="2519" y="0"/>
                  </a:moveTo>
                  <a:lnTo>
                    <a:pt x="0" y="1385"/>
                  </a:lnTo>
                  <a:lnTo>
                    <a:pt x="0" y="1637"/>
                  </a:lnTo>
                  <a:lnTo>
                    <a:pt x="2645" y="126"/>
                  </a:lnTo>
                  <a:lnTo>
                    <a:pt x="251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32"/>
            <p:cNvSpPr/>
            <p:nvPr/>
          </p:nvSpPr>
          <p:spPr>
            <a:xfrm>
              <a:off x="3562994" y="2375064"/>
              <a:ext cx="91119" cy="63808"/>
            </a:xfrm>
            <a:custGeom>
              <a:avLst/>
              <a:gdLst/>
              <a:ahLst/>
              <a:cxnLst/>
              <a:rect l="l" t="t" r="r" b="b"/>
              <a:pathLst>
                <a:path w="2519" h="1764" extrusionOk="0">
                  <a:moveTo>
                    <a:pt x="1889" y="0"/>
                  </a:moveTo>
                  <a:lnTo>
                    <a:pt x="0" y="1134"/>
                  </a:lnTo>
                  <a:lnTo>
                    <a:pt x="0" y="1763"/>
                  </a:lnTo>
                  <a:lnTo>
                    <a:pt x="2519" y="378"/>
                  </a:lnTo>
                  <a:lnTo>
                    <a:pt x="1889"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0" name="Google Shape;650;p32"/>
            <p:cNvSpPr/>
            <p:nvPr/>
          </p:nvSpPr>
          <p:spPr>
            <a:xfrm>
              <a:off x="3562994" y="2375064"/>
              <a:ext cx="91119" cy="63808"/>
            </a:xfrm>
            <a:custGeom>
              <a:avLst/>
              <a:gdLst/>
              <a:ahLst/>
              <a:cxnLst/>
              <a:rect l="l" t="t" r="r" b="b"/>
              <a:pathLst>
                <a:path w="2519" h="1764" fill="none" extrusionOk="0">
                  <a:moveTo>
                    <a:pt x="1889" y="0"/>
                  </a:moveTo>
                  <a:lnTo>
                    <a:pt x="0" y="1134"/>
                  </a:lnTo>
                  <a:lnTo>
                    <a:pt x="0" y="1763"/>
                  </a:lnTo>
                  <a:lnTo>
                    <a:pt x="2519" y="378"/>
                  </a:lnTo>
                  <a:lnTo>
                    <a:pt x="188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1" name="Google Shape;651;p32"/>
            <p:cNvSpPr/>
            <p:nvPr/>
          </p:nvSpPr>
          <p:spPr>
            <a:xfrm>
              <a:off x="3562994" y="2365948"/>
              <a:ext cx="68366" cy="50135"/>
            </a:xfrm>
            <a:custGeom>
              <a:avLst/>
              <a:gdLst/>
              <a:ahLst/>
              <a:cxnLst/>
              <a:rect l="l" t="t" r="r" b="b"/>
              <a:pathLst>
                <a:path w="1890" h="1386" extrusionOk="0">
                  <a:moveTo>
                    <a:pt x="1385" y="0"/>
                  </a:moveTo>
                  <a:lnTo>
                    <a:pt x="0" y="756"/>
                  </a:lnTo>
                  <a:lnTo>
                    <a:pt x="0" y="1386"/>
                  </a:lnTo>
                  <a:lnTo>
                    <a:pt x="1889" y="252"/>
                  </a:lnTo>
                  <a:lnTo>
                    <a:pt x="13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p32"/>
            <p:cNvSpPr/>
            <p:nvPr/>
          </p:nvSpPr>
          <p:spPr>
            <a:xfrm>
              <a:off x="3562994" y="2365948"/>
              <a:ext cx="68366" cy="50135"/>
            </a:xfrm>
            <a:custGeom>
              <a:avLst/>
              <a:gdLst/>
              <a:ahLst/>
              <a:cxnLst/>
              <a:rect l="l" t="t" r="r" b="b"/>
              <a:pathLst>
                <a:path w="1890" h="1386" fill="none" extrusionOk="0">
                  <a:moveTo>
                    <a:pt x="1385" y="0"/>
                  </a:moveTo>
                  <a:lnTo>
                    <a:pt x="0" y="756"/>
                  </a:lnTo>
                  <a:lnTo>
                    <a:pt x="0" y="1386"/>
                  </a:lnTo>
                  <a:lnTo>
                    <a:pt x="1889" y="252"/>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32"/>
            <p:cNvSpPr/>
            <p:nvPr/>
          </p:nvSpPr>
          <p:spPr>
            <a:xfrm>
              <a:off x="3562994" y="2338602"/>
              <a:ext cx="50135" cy="54693"/>
            </a:xfrm>
            <a:custGeom>
              <a:avLst/>
              <a:gdLst/>
              <a:ahLst/>
              <a:cxnLst/>
              <a:rect l="l" t="t" r="r" b="b"/>
              <a:pathLst>
                <a:path w="1386" h="1512" extrusionOk="0">
                  <a:moveTo>
                    <a:pt x="0" y="1"/>
                  </a:moveTo>
                  <a:lnTo>
                    <a:pt x="0" y="1512"/>
                  </a:lnTo>
                  <a:lnTo>
                    <a:pt x="1385" y="756"/>
                  </a:lnTo>
                  <a:lnTo>
                    <a:pt x="0"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32"/>
            <p:cNvSpPr/>
            <p:nvPr/>
          </p:nvSpPr>
          <p:spPr>
            <a:xfrm>
              <a:off x="3576667" y="2425163"/>
              <a:ext cx="109349" cy="72924"/>
            </a:xfrm>
            <a:custGeom>
              <a:avLst/>
              <a:gdLst/>
              <a:ahLst/>
              <a:cxnLst/>
              <a:rect l="l" t="t" r="r" b="b"/>
              <a:pathLst>
                <a:path w="3023" h="2016" extrusionOk="0">
                  <a:moveTo>
                    <a:pt x="3022" y="1"/>
                  </a:moveTo>
                  <a:lnTo>
                    <a:pt x="0" y="1764"/>
                  </a:lnTo>
                  <a:lnTo>
                    <a:pt x="630" y="2015"/>
                  </a:lnTo>
                  <a:lnTo>
                    <a:pt x="3022" y="630"/>
                  </a:lnTo>
                  <a:lnTo>
                    <a:pt x="3022"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32"/>
            <p:cNvSpPr/>
            <p:nvPr/>
          </p:nvSpPr>
          <p:spPr>
            <a:xfrm>
              <a:off x="3576667" y="2425163"/>
              <a:ext cx="109349" cy="72924"/>
            </a:xfrm>
            <a:custGeom>
              <a:avLst/>
              <a:gdLst/>
              <a:ahLst/>
              <a:cxnLst/>
              <a:rect l="l" t="t" r="r" b="b"/>
              <a:pathLst>
                <a:path w="3023" h="2016" fill="none" extrusionOk="0">
                  <a:moveTo>
                    <a:pt x="3022" y="1"/>
                  </a:moveTo>
                  <a:lnTo>
                    <a:pt x="0" y="1764"/>
                  </a:lnTo>
                  <a:lnTo>
                    <a:pt x="630" y="2015"/>
                  </a:lnTo>
                  <a:lnTo>
                    <a:pt x="3022" y="630"/>
                  </a:lnTo>
                  <a:lnTo>
                    <a:pt x="3022"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32"/>
            <p:cNvSpPr/>
            <p:nvPr/>
          </p:nvSpPr>
          <p:spPr>
            <a:xfrm>
              <a:off x="3562994" y="2393259"/>
              <a:ext cx="123023" cy="95712"/>
            </a:xfrm>
            <a:custGeom>
              <a:avLst/>
              <a:gdLst/>
              <a:ahLst/>
              <a:cxnLst/>
              <a:rect l="l" t="t" r="r" b="b"/>
              <a:pathLst>
                <a:path w="3401" h="2646" extrusionOk="0">
                  <a:moveTo>
                    <a:pt x="2645" y="1"/>
                  </a:moveTo>
                  <a:lnTo>
                    <a:pt x="0" y="1512"/>
                  </a:lnTo>
                  <a:lnTo>
                    <a:pt x="0" y="2394"/>
                  </a:lnTo>
                  <a:lnTo>
                    <a:pt x="378" y="2646"/>
                  </a:lnTo>
                  <a:lnTo>
                    <a:pt x="3400" y="883"/>
                  </a:lnTo>
                  <a:lnTo>
                    <a:pt x="3400" y="505"/>
                  </a:lnTo>
                  <a:lnTo>
                    <a:pt x="264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32"/>
            <p:cNvSpPr/>
            <p:nvPr/>
          </p:nvSpPr>
          <p:spPr>
            <a:xfrm>
              <a:off x="3613093" y="2466146"/>
              <a:ext cx="72924" cy="86597"/>
            </a:xfrm>
            <a:custGeom>
              <a:avLst/>
              <a:gdLst/>
              <a:ahLst/>
              <a:cxnLst/>
              <a:rect l="l" t="t" r="r" b="b"/>
              <a:pathLst>
                <a:path w="2016" h="2394" extrusionOk="0">
                  <a:moveTo>
                    <a:pt x="2015" y="1"/>
                  </a:moveTo>
                  <a:lnTo>
                    <a:pt x="0" y="1134"/>
                  </a:lnTo>
                  <a:lnTo>
                    <a:pt x="2015" y="2394"/>
                  </a:lnTo>
                  <a:lnTo>
                    <a:pt x="201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32"/>
            <p:cNvSpPr/>
            <p:nvPr/>
          </p:nvSpPr>
          <p:spPr>
            <a:xfrm>
              <a:off x="3613093" y="2466146"/>
              <a:ext cx="72924" cy="86597"/>
            </a:xfrm>
            <a:custGeom>
              <a:avLst/>
              <a:gdLst/>
              <a:ahLst/>
              <a:cxnLst/>
              <a:rect l="l" t="t" r="r" b="b"/>
              <a:pathLst>
                <a:path w="2016" h="2394" fill="none" extrusionOk="0">
                  <a:moveTo>
                    <a:pt x="2015" y="1"/>
                  </a:moveTo>
                  <a:lnTo>
                    <a:pt x="0" y="1134"/>
                  </a:lnTo>
                  <a:lnTo>
                    <a:pt x="2015" y="2394"/>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9" name="Google Shape;659;p32"/>
            <p:cNvSpPr/>
            <p:nvPr/>
          </p:nvSpPr>
          <p:spPr>
            <a:xfrm>
              <a:off x="3608536" y="2457067"/>
              <a:ext cx="77481" cy="50135"/>
            </a:xfrm>
            <a:custGeom>
              <a:avLst/>
              <a:gdLst/>
              <a:ahLst/>
              <a:cxnLst/>
              <a:rect l="l" t="t" r="r" b="b"/>
              <a:pathLst>
                <a:path w="2142" h="1386" extrusionOk="0">
                  <a:moveTo>
                    <a:pt x="2141" y="0"/>
                  </a:moveTo>
                  <a:lnTo>
                    <a:pt x="1" y="1259"/>
                  </a:lnTo>
                  <a:lnTo>
                    <a:pt x="126" y="1385"/>
                  </a:lnTo>
                  <a:lnTo>
                    <a:pt x="2141" y="252"/>
                  </a:lnTo>
                  <a:lnTo>
                    <a:pt x="2141"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0" name="Google Shape;660;p32"/>
            <p:cNvSpPr/>
            <p:nvPr/>
          </p:nvSpPr>
          <p:spPr>
            <a:xfrm>
              <a:off x="3608536" y="2457067"/>
              <a:ext cx="77481" cy="50135"/>
            </a:xfrm>
            <a:custGeom>
              <a:avLst/>
              <a:gdLst/>
              <a:ahLst/>
              <a:cxnLst/>
              <a:rect l="l" t="t" r="r" b="b"/>
              <a:pathLst>
                <a:path w="2142" h="1386" fill="none" extrusionOk="0">
                  <a:moveTo>
                    <a:pt x="2141" y="0"/>
                  </a:moveTo>
                  <a:lnTo>
                    <a:pt x="1" y="1259"/>
                  </a:lnTo>
                  <a:lnTo>
                    <a:pt x="126" y="1385"/>
                  </a:lnTo>
                  <a:lnTo>
                    <a:pt x="2141" y="252"/>
                  </a:lnTo>
                  <a:lnTo>
                    <a:pt x="2141"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32"/>
            <p:cNvSpPr/>
            <p:nvPr/>
          </p:nvSpPr>
          <p:spPr>
            <a:xfrm>
              <a:off x="3599420" y="2447952"/>
              <a:ext cx="86597" cy="54693"/>
            </a:xfrm>
            <a:custGeom>
              <a:avLst/>
              <a:gdLst/>
              <a:ahLst/>
              <a:cxnLst/>
              <a:rect l="l" t="t" r="r" b="b"/>
              <a:pathLst>
                <a:path w="2394" h="1512" extrusionOk="0">
                  <a:moveTo>
                    <a:pt x="2393" y="0"/>
                  </a:moveTo>
                  <a:lnTo>
                    <a:pt x="1" y="1385"/>
                  </a:lnTo>
                  <a:lnTo>
                    <a:pt x="253" y="1511"/>
                  </a:lnTo>
                  <a:lnTo>
                    <a:pt x="2393" y="252"/>
                  </a:lnTo>
                  <a:lnTo>
                    <a:pt x="2393"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32"/>
            <p:cNvSpPr/>
            <p:nvPr/>
          </p:nvSpPr>
          <p:spPr>
            <a:xfrm>
              <a:off x="3540205" y="2297618"/>
              <a:ext cx="168564" cy="113907"/>
            </a:xfrm>
            <a:custGeom>
              <a:avLst/>
              <a:gdLst/>
              <a:ahLst/>
              <a:cxnLst/>
              <a:rect l="l" t="t" r="r" b="b"/>
              <a:pathLst>
                <a:path w="4660" h="3149" extrusionOk="0">
                  <a:moveTo>
                    <a:pt x="1" y="0"/>
                  </a:moveTo>
                  <a:lnTo>
                    <a:pt x="630" y="1134"/>
                  </a:lnTo>
                  <a:lnTo>
                    <a:pt x="4030" y="3149"/>
                  </a:lnTo>
                  <a:lnTo>
                    <a:pt x="4660" y="2771"/>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32"/>
            <p:cNvSpPr/>
            <p:nvPr/>
          </p:nvSpPr>
          <p:spPr>
            <a:xfrm>
              <a:off x="3540205" y="2479820"/>
              <a:ext cx="168564" cy="113907"/>
            </a:xfrm>
            <a:custGeom>
              <a:avLst/>
              <a:gdLst/>
              <a:ahLst/>
              <a:cxnLst/>
              <a:rect l="l" t="t" r="r" b="b"/>
              <a:pathLst>
                <a:path w="4660" h="3149" extrusionOk="0">
                  <a:moveTo>
                    <a:pt x="630" y="1"/>
                  </a:moveTo>
                  <a:lnTo>
                    <a:pt x="1" y="378"/>
                  </a:lnTo>
                  <a:lnTo>
                    <a:pt x="4660" y="3149"/>
                  </a:lnTo>
                  <a:lnTo>
                    <a:pt x="4030" y="2016"/>
                  </a:lnTo>
                  <a:lnTo>
                    <a:pt x="63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32"/>
            <p:cNvSpPr/>
            <p:nvPr/>
          </p:nvSpPr>
          <p:spPr>
            <a:xfrm>
              <a:off x="3562994" y="2475262"/>
              <a:ext cx="123023" cy="77481"/>
            </a:xfrm>
            <a:custGeom>
              <a:avLst/>
              <a:gdLst/>
              <a:ahLst/>
              <a:cxnLst/>
              <a:rect l="l" t="t" r="r" b="b"/>
              <a:pathLst>
                <a:path w="3401" h="2142" extrusionOk="0">
                  <a:moveTo>
                    <a:pt x="252" y="1"/>
                  </a:moveTo>
                  <a:lnTo>
                    <a:pt x="0" y="127"/>
                  </a:lnTo>
                  <a:lnTo>
                    <a:pt x="3400" y="2142"/>
                  </a:lnTo>
                  <a:lnTo>
                    <a:pt x="3400" y="1890"/>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32"/>
            <p:cNvSpPr/>
            <p:nvPr/>
          </p:nvSpPr>
          <p:spPr>
            <a:xfrm>
              <a:off x="3562994" y="2338602"/>
              <a:ext cx="9152" cy="141254"/>
            </a:xfrm>
            <a:custGeom>
              <a:avLst/>
              <a:gdLst/>
              <a:ahLst/>
              <a:cxnLst/>
              <a:rect l="l" t="t" r="r" b="b"/>
              <a:pathLst>
                <a:path w="253" h="3905" extrusionOk="0">
                  <a:moveTo>
                    <a:pt x="0" y="1"/>
                  </a:moveTo>
                  <a:lnTo>
                    <a:pt x="0" y="3905"/>
                  </a:lnTo>
                  <a:lnTo>
                    <a:pt x="252" y="3779"/>
                  </a:lnTo>
                  <a:lnTo>
                    <a:pt x="252" y="127"/>
                  </a:lnTo>
                  <a:lnTo>
                    <a:pt x="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32"/>
            <p:cNvSpPr/>
            <p:nvPr/>
          </p:nvSpPr>
          <p:spPr>
            <a:xfrm>
              <a:off x="3708770" y="2388737"/>
              <a:ext cx="9115" cy="204990"/>
            </a:xfrm>
            <a:custGeom>
              <a:avLst/>
              <a:gdLst/>
              <a:ahLst/>
              <a:cxnLst/>
              <a:rect l="l" t="t" r="r" b="b"/>
              <a:pathLst>
                <a:path w="252" h="5667" extrusionOk="0">
                  <a:moveTo>
                    <a:pt x="252" y="0"/>
                  </a:moveTo>
                  <a:lnTo>
                    <a:pt x="0" y="252"/>
                  </a:lnTo>
                  <a:lnTo>
                    <a:pt x="0" y="5667"/>
                  </a:lnTo>
                  <a:lnTo>
                    <a:pt x="252" y="5541"/>
                  </a:lnTo>
                  <a:lnTo>
                    <a:pt x="25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32"/>
            <p:cNvSpPr/>
            <p:nvPr/>
          </p:nvSpPr>
          <p:spPr>
            <a:xfrm>
              <a:off x="3540205" y="2293061"/>
              <a:ext cx="177679" cy="104792"/>
            </a:xfrm>
            <a:custGeom>
              <a:avLst/>
              <a:gdLst/>
              <a:ahLst/>
              <a:cxnLst/>
              <a:rect l="l" t="t" r="r" b="b"/>
              <a:pathLst>
                <a:path w="4912" h="2897" extrusionOk="0">
                  <a:moveTo>
                    <a:pt x="252" y="1"/>
                  </a:moveTo>
                  <a:lnTo>
                    <a:pt x="1" y="126"/>
                  </a:lnTo>
                  <a:lnTo>
                    <a:pt x="4660" y="2897"/>
                  </a:lnTo>
                  <a:lnTo>
                    <a:pt x="4912" y="2645"/>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32"/>
            <p:cNvSpPr/>
            <p:nvPr/>
          </p:nvSpPr>
          <p:spPr>
            <a:xfrm>
              <a:off x="4095963" y="2429721"/>
              <a:ext cx="1120624" cy="660546"/>
            </a:xfrm>
            <a:custGeom>
              <a:avLst/>
              <a:gdLst/>
              <a:ahLst/>
              <a:cxnLst/>
              <a:rect l="l" t="t" r="r" b="b"/>
              <a:pathLst>
                <a:path w="30980" h="18261" extrusionOk="0">
                  <a:moveTo>
                    <a:pt x="16497" y="0"/>
                  </a:moveTo>
                  <a:lnTo>
                    <a:pt x="0" y="9445"/>
                  </a:lnTo>
                  <a:lnTo>
                    <a:pt x="14482" y="18261"/>
                  </a:lnTo>
                  <a:lnTo>
                    <a:pt x="30979" y="8438"/>
                  </a:lnTo>
                  <a:lnTo>
                    <a:pt x="16497"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9" name="Google Shape;669;p32"/>
            <p:cNvSpPr/>
            <p:nvPr/>
          </p:nvSpPr>
          <p:spPr>
            <a:xfrm>
              <a:off x="4209835" y="2520839"/>
              <a:ext cx="482903" cy="337128"/>
            </a:xfrm>
            <a:custGeom>
              <a:avLst/>
              <a:gdLst/>
              <a:ahLst/>
              <a:cxnLst/>
              <a:rect l="l" t="t" r="r" b="b"/>
              <a:pathLst>
                <a:path w="13350" h="9320" extrusionOk="0">
                  <a:moveTo>
                    <a:pt x="13349" y="0"/>
                  </a:moveTo>
                  <a:lnTo>
                    <a:pt x="0" y="7430"/>
                  </a:lnTo>
                  <a:lnTo>
                    <a:pt x="0" y="9319"/>
                  </a:lnTo>
                  <a:lnTo>
                    <a:pt x="13349" y="1763"/>
                  </a:lnTo>
                  <a:lnTo>
                    <a:pt x="13349" y="0"/>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32"/>
            <p:cNvSpPr/>
            <p:nvPr/>
          </p:nvSpPr>
          <p:spPr>
            <a:xfrm>
              <a:off x="4692704" y="2520839"/>
              <a:ext cx="409979" cy="300666"/>
            </a:xfrm>
            <a:custGeom>
              <a:avLst/>
              <a:gdLst/>
              <a:ahLst/>
              <a:cxnLst/>
              <a:rect l="l" t="t" r="r" b="b"/>
              <a:pathLst>
                <a:path w="11334" h="8312" extrusionOk="0">
                  <a:moveTo>
                    <a:pt x="0" y="0"/>
                  </a:moveTo>
                  <a:lnTo>
                    <a:pt x="0" y="1763"/>
                  </a:lnTo>
                  <a:lnTo>
                    <a:pt x="11334" y="8312"/>
                  </a:lnTo>
                  <a:lnTo>
                    <a:pt x="11334" y="6549"/>
                  </a:lnTo>
                  <a:lnTo>
                    <a:pt x="0" y="0"/>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32"/>
            <p:cNvSpPr/>
            <p:nvPr/>
          </p:nvSpPr>
          <p:spPr>
            <a:xfrm>
              <a:off x="4095963" y="2771370"/>
              <a:ext cx="523886" cy="1147970"/>
            </a:xfrm>
            <a:custGeom>
              <a:avLst/>
              <a:gdLst/>
              <a:ahLst/>
              <a:cxnLst/>
              <a:rect l="l" t="t" r="r" b="b"/>
              <a:pathLst>
                <a:path w="14483" h="31736" extrusionOk="0">
                  <a:moveTo>
                    <a:pt x="0" y="0"/>
                  </a:moveTo>
                  <a:lnTo>
                    <a:pt x="0" y="23298"/>
                  </a:lnTo>
                  <a:lnTo>
                    <a:pt x="14482" y="31735"/>
                  </a:lnTo>
                  <a:lnTo>
                    <a:pt x="14482" y="8690"/>
                  </a:lnTo>
                  <a:lnTo>
                    <a:pt x="0"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32"/>
            <p:cNvSpPr/>
            <p:nvPr/>
          </p:nvSpPr>
          <p:spPr>
            <a:xfrm>
              <a:off x="4095963" y="2771370"/>
              <a:ext cx="523886" cy="1147970"/>
            </a:xfrm>
            <a:custGeom>
              <a:avLst/>
              <a:gdLst/>
              <a:ahLst/>
              <a:cxnLst/>
              <a:rect l="l" t="t" r="r" b="b"/>
              <a:pathLst>
                <a:path w="14483" h="31736" fill="none" extrusionOk="0">
                  <a:moveTo>
                    <a:pt x="14482" y="31735"/>
                  </a:moveTo>
                  <a:lnTo>
                    <a:pt x="0" y="23298"/>
                  </a:lnTo>
                  <a:lnTo>
                    <a:pt x="0" y="0"/>
                  </a:lnTo>
                  <a:lnTo>
                    <a:pt x="14482" y="8690"/>
                  </a:lnTo>
                  <a:lnTo>
                    <a:pt x="14482" y="3173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32"/>
            <p:cNvSpPr/>
            <p:nvPr/>
          </p:nvSpPr>
          <p:spPr>
            <a:xfrm>
              <a:off x="4619816" y="2425163"/>
              <a:ext cx="1125182" cy="1494177"/>
            </a:xfrm>
            <a:custGeom>
              <a:avLst/>
              <a:gdLst/>
              <a:ahLst/>
              <a:cxnLst/>
              <a:rect l="l" t="t" r="r" b="b"/>
              <a:pathLst>
                <a:path w="31106" h="41307" extrusionOk="0">
                  <a:moveTo>
                    <a:pt x="31105" y="1"/>
                  </a:moveTo>
                  <a:lnTo>
                    <a:pt x="16497" y="8564"/>
                  </a:lnTo>
                  <a:lnTo>
                    <a:pt x="0" y="18261"/>
                  </a:lnTo>
                  <a:lnTo>
                    <a:pt x="0" y="41306"/>
                  </a:lnTo>
                  <a:lnTo>
                    <a:pt x="16497" y="31609"/>
                  </a:lnTo>
                  <a:lnTo>
                    <a:pt x="31105" y="23928"/>
                  </a:lnTo>
                  <a:lnTo>
                    <a:pt x="31105" y="1"/>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32"/>
            <p:cNvSpPr/>
            <p:nvPr/>
          </p:nvSpPr>
          <p:spPr>
            <a:xfrm>
              <a:off x="4619816" y="2425163"/>
              <a:ext cx="1125182" cy="1494177"/>
            </a:xfrm>
            <a:custGeom>
              <a:avLst/>
              <a:gdLst/>
              <a:ahLst/>
              <a:cxnLst/>
              <a:rect l="l" t="t" r="r" b="b"/>
              <a:pathLst>
                <a:path w="31106" h="41307" fill="none" extrusionOk="0">
                  <a:moveTo>
                    <a:pt x="16497" y="8564"/>
                  </a:moveTo>
                  <a:lnTo>
                    <a:pt x="16497" y="8564"/>
                  </a:lnTo>
                  <a:lnTo>
                    <a:pt x="0" y="18261"/>
                  </a:lnTo>
                  <a:lnTo>
                    <a:pt x="0" y="41306"/>
                  </a:lnTo>
                  <a:lnTo>
                    <a:pt x="16497" y="31609"/>
                  </a:lnTo>
                  <a:lnTo>
                    <a:pt x="31105" y="23928"/>
                  </a:lnTo>
                  <a:lnTo>
                    <a:pt x="31105" y="1"/>
                  </a:lnTo>
                  <a:lnTo>
                    <a:pt x="16497" y="8564"/>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32"/>
            <p:cNvSpPr/>
            <p:nvPr/>
          </p:nvSpPr>
          <p:spPr>
            <a:xfrm>
              <a:off x="4095963" y="2712156"/>
              <a:ext cx="523886" cy="373553"/>
            </a:xfrm>
            <a:custGeom>
              <a:avLst/>
              <a:gdLst/>
              <a:ahLst/>
              <a:cxnLst/>
              <a:rect l="l" t="t" r="r" b="b"/>
              <a:pathLst>
                <a:path w="14483" h="10327" extrusionOk="0">
                  <a:moveTo>
                    <a:pt x="2897" y="0"/>
                  </a:moveTo>
                  <a:lnTo>
                    <a:pt x="0" y="1637"/>
                  </a:lnTo>
                  <a:lnTo>
                    <a:pt x="14482" y="10327"/>
                  </a:lnTo>
                  <a:lnTo>
                    <a:pt x="14482" y="6926"/>
                  </a:lnTo>
                  <a:lnTo>
                    <a:pt x="2897"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32"/>
            <p:cNvSpPr/>
            <p:nvPr/>
          </p:nvSpPr>
          <p:spPr>
            <a:xfrm>
              <a:off x="4624374" y="2693925"/>
              <a:ext cx="592216" cy="391784"/>
            </a:xfrm>
            <a:custGeom>
              <a:avLst/>
              <a:gdLst/>
              <a:ahLst/>
              <a:cxnLst/>
              <a:rect l="l" t="t" r="r" b="b"/>
              <a:pathLst>
                <a:path w="16372" h="10831" extrusionOk="0">
                  <a:moveTo>
                    <a:pt x="13475" y="0"/>
                  </a:moveTo>
                  <a:lnTo>
                    <a:pt x="0" y="7682"/>
                  </a:lnTo>
                  <a:lnTo>
                    <a:pt x="0" y="10831"/>
                  </a:lnTo>
                  <a:lnTo>
                    <a:pt x="16371" y="1134"/>
                  </a:lnTo>
                  <a:lnTo>
                    <a:pt x="13475"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32"/>
            <p:cNvSpPr/>
            <p:nvPr/>
          </p:nvSpPr>
          <p:spPr>
            <a:xfrm>
              <a:off x="4328264" y="2584611"/>
              <a:ext cx="674219" cy="387227"/>
            </a:xfrm>
            <a:custGeom>
              <a:avLst/>
              <a:gdLst/>
              <a:ahLst/>
              <a:cxnLst/>
              <a:rect l="l" t="t" r="r" b="b"/>
              <a:pathLst>
                <a:path w="18639" h="10705" extrusionOk="0">
                  <a:moveTo>
                    <a:pt x="10075" y="0"/>
                  </a:moveTo>
                  <a:lnTo>
                    <a:pt x="1" y="5667"/>
                  </a:lnTo>
                  <a:lnTo>
                    <a:pt x="8186" y="10704"/>
                  </a:lnTo>
                  <a:lnTo>
                    <a:pt x="18638" y="4786"/>
                  </a:lnTo>
                  <a:lnTo>
                    <a:pt x="10075"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32"/>
            <p:cNvSpPr/>
            <p:nvPr/>
          </p:nvSpPr>
          <p:spPr>
            <a:xfrm>
              <a:off x="4651684" y="2356833"/>
              <a:ext cx="564906" cy="423688"/>
            </a:xfrm>
            <a:custGeom>
              <a:avLst/>
              <a:gdLst/>
              <a:ahLst/>
              <a:cxnLst/>
              <a:rect l="l" t="t" r="r" b="b"/>
              <a:pathLst>
                <a:path w="15617" h="11713" extrusionOk="0">
                  <a:moveTo>
                    <a:pt x="9068" y="1"/>
                  </a:moveTo>
                  <a:lnTo>
                    <a:pt x="1" y="5164"/>
                  </a:lnTo>
                  <a:lnTo>
                    <a:pt x="5416" y="11712"/>
                  </a:lnTo>
                  <a:lnTo>
                    <a:pt x="9697" y="11083"/>
                  </a:lnTo>
                  <a:lnTo>
                    <a:pt x="15616" y="7556"/>
                  </a:lnTo>
                  <a:lnTo>
                    <a:pt x="9068"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32"/>
            <p:cNvSpPr/>
            <p:nvPr/>
          </p:nvSpPr>
          <p:spPr>
            <a:xfrm>
              <a:off x="4674473" y="2406932"/>
              <a:ext cx="54693" cy="50171"/>
            </a:xfrm>
            <a:custGeom>
              <a:avLst/>
              <a:gdLst/>
              <a:ahLst/>
              <a:cxnLst/>
              <a:rect l="l" t="t" r="r" b="b"/>
              <a:pathLst>
                <a:path w="1512" h="1387" extrusionOk="0">
                  <a:moveTo>
                    <a:pt x="1512" y="1"/>
                  </a:moveTo>
                  <a:lnTo>
                    <a:pt x="0" y="882"/>
                  </a:lnTo>
                  <a:lnTo>
                    <a:pt x="1512" y="1386"/>
                  </a:lnTo>
                  <a:lnTo>
                    <a:pt x="1512"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32"/>
            <p:cNvSpPr/>
            <p:nvPr/>
          </p:nvSpPr>
          <p:spPr>
            <a:xfrm>
              <a:off x="4628932" y="2425163"/>
              <a:ext cx="232336" cy="195910"/>
            </a:xfrm>
            <a:custGeom>
              <a:avLst/>
              <a:gdLst/>
              <a:ahLst/>
              <a:cxnLst/>
              <a:rect l="l" t="t" r="r" b="b"/>
              <a:pathLst>
                <a:path w="6423" h="5416" extrusionOk="0">
                  <a:moveTo>
                    <a:pt x="6423" y="1"/>
                  </a:moveTo>
                  <a:lnTo>
                    <a:pt x="126" y="3653"/>
                  </a:lnTo>
                  <a:lnTo>
                    <a:pt x="0" y="5416"/>
                  </a:lnTo>
                  <a:lnTo>
                    <a:pt x="6423" y="1764"/>
                  </a:lnTo>
                  <a:lnTo>
                    <a:pt x="6423" y="1"/>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32"/>
            <p:cNvSpPr/>
            <p:nvPr/>
          </p:nvSpPr>
          <p:spPr>
            <a:xfrm>
              <a:off x="4064059" y="2967244"/>
              <a:ext cx="428246" cy="441883"/>
            </a:xfrm>
            <a:custGeom>
              <a:avLst/>
              <a:gdLst/>
              <a:ahLst/>
              <a:cxnLst/>
              <a:rect l="l" t="t" r="r" b="b"/>
              <a:pathLst>
                <a:path w="11839" h="12216" extrusionOk="0">
                  <a:moveTo>
                    <a:pt x="1" y="0"/>
                  </a:moveTo>
                  <a:lnTo>
                    <a:pt x="1" y="5541"/>
                  </a:lnTo>
                  <a:lnTo>
                    <a:pt x="11838" y="12216"/>
                  </a:lnTo>
                  <a:lnTo>
                    <a:pt x="11838" y="6675"/>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32"/>
            <p:cNvSpPr/>
            <p:nvPr/>
          </p:nvSpPr>
          <p:spPr>
            <a:xfrm>
              <a:off x="4064059" y="2967244"/>
              <a:ext cx="428246" cy="441883"/>
            </a:xfrm>
            <a:custGeom>
              <a:avLst/>
              <a:gdLst/>
              <a:ahLst/>
              <a:cxnLst/>
              <a:rect l="l" t="t" r="r" b="b"/>
              <a:pathLst>
                <a:path w="11839" h="12216" fill="none" extrusionOk="0">
                  <a:moveTo>
                    <a:pt x="1" y="5541"/>
                  </a:moveTo>
                  <a:lnTo>
                    <a:pt x="1" y="0"/>
                  </a:lnTo>
                  <a:lnTo>
                    <a:pt x="11838" y="6675"/>
                  </a:lnTo>
                  <a:lnTo>
                    <a:pt x="11838" y="12216"/>
                  </a:lnTo>
                  <a:lnTo>
                    <a:pt x="1" y="554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32"/>
            <p:cNvSpPr/>
            <p:nvPr/>
          </p:nvSpPr>
          <p:spPr>
            <a:xfrm>
              <a:off x="4086847" y="3008228"/>
              <a:ext cx="378111" cy="359916"/>
            </a:xfrm>
            <a:custGeom>
              <a:avLst/>
              <a:gdLst/>
              <a:ahLst/>
              <a:cxnLst/>
              <a:rect l="l" t="t" r="r" b="b"/>
              <a:pathLst>
                <a:path w="10453" h="9950" extrusionOk="0">
                  <a:moveTo>
                    <a:pt x="0" y="1"/>
                  </a:moveTo>
                  <a:lnTo>
                    <a:pt x="0" y="1638"/>
                  </a:lnTo>
                  <a:lnTo>
                    <a:pt x="0" y="2142"/>
                  </a:lnTo>
                  <a:lnTo>
                    <a:pt x="0" y="2897"/>
                  </a:lnTo>
                  <a:lnTo>
                    <a:pt x="0" y="3149"/>
                  </a:lnTo>
                  <a:lnTo>
                    <a:pt x="0" y="4031"/>
                  </a:lnTo>
                  <a:lnTo>
                    <a:pt x="378" y="4156"/>
                  </a:lnTo>
                  <a:lnTo>
                    <a:pt x="8060" y="8564"/>
                  </a:lnTo>
                  <a:lnTo>
                    <a:pt x="8312" y="8690"/>
                  </a:lnTo>
                  <a:lnTo>
                    <a:pt x="8438" y="8690"/>
                  </a:lnTo>
                  <a:lnTo>
                    <a:pt x="10453" y="9949"/>
                  </a:lnTo>
                  <a:lnTo>
                    <a:pt x="10453" y="7557"/>
                  </a:lnTo>
                  <a:lnTo>
                    <a:pt x="10453" y="7305"/>
                  </a:lnTo>
                  <a:lnTo>
                    <a:pt x="10453" y="7053"/>
                  </a:lnTo>
                  <a:lnTo>
                    <a:pt x="10453" y="6423"/>
                  </a:lnTo>
                  <a:lnTo>
                    <a:pt x="10453" y="5920"/>
                  </a:lnTo>
                  <a:lnTo>
                    <a:pt x="9823" y="5542"/>
                  </a:lnTo>
                  <a:lnTo>
                    <a:pt x="9571" y="5416"/>
                  </a:lnTo>
                  <a:lnTo>
                    <a:pt x="8941" y="5038"/>
                  </a:lnTo>
                  <a:lnTo>
                    <a:pt x="8438" y="4786"/>
                  </a:ln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4" name="Google Shape;684;p32"/>
            <p:cNvSpPr/>
            <p:nvPr/>
          </p:nvSpPr>
          <p:spPr>
            <a:xfrm>
              <a:off x="4086847" y="3008228"/>
              <a:ext cx="378111" cy="359916"/>
            </a:xfrm>
            <a:custGeom>
              <a:avLst/>
              <a:gdLst/>
              <a:ahLst/>
              <a:cxnLst/>
              <a:rect l="l" t="t" r="r" b="b"/>
              <a:pathLst>
                <a:path w="10453" h="9950" fill="none" extrusionOk="0">
                  <a:moveTo>
                    <a:pt x="9823" y="5542"/>
                  </a:moveTo>
                  <a:lnTo>
                    <a:pt x="9571" y="5416"/>
                  </a:lnTo>
                  <a:lnTo>
                    <a:pt x="8941" y="5038"/>
                  </a:lnTo>
                  <a:lnTo>
                    <a:pt x="8438" y="4786"/>
                  </a:lnTo>
                  <a:lnTo>
                    <a:pt x="0" y="1"/>
                  </a:lnTo>
                  <a:lnTo>
                    <a:pt x="0" y="1638"/>
                  </a:lnTo>
                  <a:lnTo>
                    <a:pt x="0" y="2142"/>
                  </a:lnTo>
                  <a:lnTo>
                    <a:pt x="0" y="2897"/>
                  </a:lnTo>
                  <a:lnTo>
                    <a:pt x="0" y="3149"/>
                  </a:lnTo>
                  <a:lnTo>
                    <a:pt x="0" y="4031"/>
                  </a:lnTo>
                  <a:lnTo>
                    <a:pt x="378" y="4156"/>
                  </a:lnTo>
                  <a:lnTo>
                    <a:pt x="8060" y="8564"/>
                  </a:lnTo>
                  <a:lnTo>
                    <a:pt x="8312" y="8690"/>
                  </a:lnTo>
                  <a:lnTo>
                    <a:pt x="8438" y="8690"/>
                  </a:lnTo>
                  <a:lnTo>
                    <a:pt x="10453" y="9949"/>
                  </a:lnTo>
                  <a:lnTo>
                    <a:pt x="10453" y="7557"/>
                  </a:lnTo>
                  <a:lnTo>
                    <a:pt x="10453" y="7305"/>
                  </a:lnTo>
                  <a:lnTo>
                    <a:pt x="10453" y="7053"/>
                  </a:lnTo>
                  <a:lnTo>
                    <a:pt x="10453" y="6423"/>
                  </a:lnTo>
                  <a:lnTo>
                    <a:pt x="10453" y="5920"/>
                  </a:lnTo>
                  <a:lnTo>
                    <a:pt x="9823" y="554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32"/>
            <p:cNvSpPr/>
            <p:nvPr/>
          </p:nvSpPr>
          <p:spPr>
            <a:xfrm>
              <a:off x="4187046" y="3067442"/>
              <a:ext cx="136696" cy="218699"/>
            </a:xfrm>
            <a:custGeom>
              <a:avLst/>
              <a:gdLst/>
              <a:ahLst/>
              <a:cxnLst/>
              <a:rect l="l" t="t" r="r" b="b"/>
              <a:pathLst>
                <a:path w="3779" h="6046" extrusionOk="0">
                  <a:moveTo>
                    <a:pt x="1" y="1"/>
                  </a:moveTo>
                  <a:lnTo>
                    <a:pt x="3527" y="5920"/>
                  </a:lnTo>
                  <a:lnTo>
                    <a:pt x="3779" y="6046"/>
                  </a:lnTo>
                  <a:lnTo>
                    <a:pt x="3779" y="6046"/>
                  </a:lnTo>
                  <a:lnTo>
                    <a:pt x="379" y="127"/>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32"/>
            <p:cNvSpPr/>
            <p:nvPr/>
          </p:nvSpPr>
          <p:spPr>
            <a:xfrm>
              <a:off x="4187046" y="3067442"/>
              <a:ext cx="136696" cy="218699"/>
            </a:xfrm>
            <a:custGeom>
              <a:avLst/>
              <a:gdLst/>
              <a:ahLst/>
              <a:cxnLst/>
              <a:rect l="l" t="t" r="r" b="b"/>
              <a:pathLst>
                <a:path w="3779" h="6046" fill="none" extrusionOk="0">
                  <a:moveTo>
                    <a:pt x="1" y="1"/>
                  </a:moveTo>
                  <a:lnTo>
                    <a:pt x="3527" y="5920"/>
                  </a:lnTo>
                  <a:lnTo>
                    <a:pt x="3779" y="6046"/>
                  </a:lnTo>
                  <a:lnTo>
                    <a:pt x="379" y="127"/>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32"/>
            <p:cNvSpPr/>
            <p:nvPr/>
          </p:nvSpPr>
          <p:spPr>
            <a:xfrm>
              <a:off x="4141504" y="3040132"/>
              <a:ext cx="132138" cy="218663"/>
            </a:xfrm>
            <a:custGeom>
              <a:avLst/>
              <a:gdLst/>
              <a:ahLst/>
              <a:cxnLst/>
              <a:rect l="l" t="t" r="r" b="b"/>
              <a:pathLst>
                <a:path w="3653" h="6045" extrusionOk="0">
                  <a:moveTo>
                    <a:pt x="0" y="0"/>
                  </a:moveTo>
                  <a:lnTo>
                    <a:pt x="3401" y="5793"/>
                  </a:lnTo>
                  <a:lnTo>
                    <a:pt x="3652" y="6045"/>
                  </a:lnTo>
                  <a:lnTo>
                    <a:pt x="252" y="126"/>
                  </a:lnTo>
                  <a:lnTo>
                    <a:pt x="126"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8" name="Google Shape;688;p32"/>
            <p:cNvSpPr/>
            <p:nvPr/>
          </p:nvSpPr>
          <p:spPr>
            <a:xfrm>
              <a:off x="4141504" y="3040132"/>
              <a:ext cx="132138" cy="218663"/>
            </a:xfrm>
            <a:custGeom>
              <a:avLst/>
              <a:gdLst/>
              <a:ahLst/>
              <a:cxnLst/>
              <a:rect l="l" t="t" r="r" b="b"/>
              <a:pathLst>
                <a:path w="3653" h="6045" fill="none" extrusionOk="0">
                  <a:moveTo>
                    <a:pt x="126" y="0"/>
                  </a:moveTo>
                  <a:lnTo>
                    <a:pt x="0" y="0"/>
                  </a:lnTo>
                  <a:lnTo>
                    <a:pt x="3401" y="5793"/>
                  </a:lnTo>
                  <a:lnTo>
                    <a:pt x="3652" y="6045"/>
                  </a:lnTo>
                  <a:lnTo>
                    <a:pt x="252" y="126"/>
                  </a:lnTo>
                  <a:lnTo>
                    <a:pt x="126"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32"/>
            <p:cNvSpPr/>
            <p:nvPr/>
          </p:nvSpPr>
          <p:spPr>
            <a:xfrm>
              <a:off x="4200719" y="3072000"/>
              <a:ext cx="150369" cy="227814"/>
            </a:xfrm>
            <a:custGeom>
              <a:avLst/>
              <a:gdLst/>
              <a:ahLst/>
              <a:cxnLst/>
              <a:rect l="l" t="t" r="r" b="b"/>
              <a:pathLst>
                <a:path w="4157" h="6298" extrusionOk="0">
                  <a:moveTo>
                    <a:pt x="1" y="1"/>
                  </a:moveTo>
                  <a:lnTo>
                    <a:pt x="3401" y="5920"/>
                  </a:lnTo>
                  <a:lnTo>
                    <a:pt x="4156" y="6297"/>
                  </a:lnTo>
                  <a:lnTo>
                    <a:pt x="630" y="379"/>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0" name="Google Shape;690;p32"/>
            <p:cNvSpPr/>
            <p:nvPr/>
          </p:nvSpPr>
          <p:spPr>
            <a:xfrm>
              <a:off x="4200719" y="3072000"/>
              <a:ext cx="150369" cy="227814"/>
            </a:xfrm>
            <a:custGeom>
              <a:avLst/>
              <a:gdLst/>
              <a:ahLst/>
              <a:cxnLst/>
              <a:rect l="l" t="t" r="r" b="b"/>
              <a:pathLst>
                <a:path w="4157" h="6298" fill="none" extrusionOk="0">
                  <a:moveTo>
                    <a:pt x="1" y="1"/>
                  </a:moveTo>
                  <a:lnTo>
                    <a:pt x="3401" y="5920"/>
                  </a:lnTo>
                  <a:lnTo>
                    <a:pt x="4156" y="6297"/>
                  </a:lnTo>
                  <a:lnTo>
                    <a:pt x="630" y="379"/>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p32"/>
            <p:cNvSpPr/>
            <p:nvPr/>
          </p:nvSpPr>
          <p:spPr>
            <a:xfrm>
              <a:off x="4086847" y="3154003"/>
              <a:ext cx="72924" cy="36498"/>
            </a:xfrm>
            <a:custGeom>
              <a:avLst/>
              <a:gdLst/>
              <a:ahLst/>
              <a:cxnLst/>
              <a:rect l="l" t="t" r="r" b="b"/>
              <a:pathLst>
                <a:path w="2016" h="1009" extrusionOk="0">
                  <a:moveTo>
                    <a:pt x="0" y="1"/>
                  </a:moveTo>
                  <a:lnTo>
                    <a:pt x="2015" y="1008"/>
                  </a:lnTo>
                  <a:lnTo>
                    <a:pt x="378" y="126"/>
                  </a:lnTo>
                  <a:lnTo>
                    <a:pt x="0" y="1"/>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32"/>
            <p:cNvSpPr/>
            <p:nvPr/>
          </p:nvSpPr>
          <p:spPr>
            <a:xfrm>
              <a:off x="4086847" y="3154003"/>
              <a:ext cx="72924" cy="36498"/>
            </a:xfrm>
            <a:custGeom>
              <a:avLst/>
              <a:gdLst/>
              <a:ahLst/>
              <a:cxnLst/>
              <a:rect l="l" t="t" r="r" b="b"/>
              <a:pathLst>
                <a:path w="2016" h="1009" fill="none" extrusionOk="0">
                  <a:moveTo>
                    <a:pt x="0" y="1"/>
                  </a:moveTo>
                  <a:lnTo>
                    <a:pt x="0" y="1"/>
                  </a:lnTo>
                  <a:lnTo>
                    <a:pt x="2015" y="1008"/>
                  </a:lnTo>
                  <a:lnTo>
                    <a:pt x="378" y="12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3" name="Google Shape;693;p32"/>
            <p:cNvSpPr/>
            <p:nvPr/>
          </p:nvSpPr>
          <p:spPr>
            <a:xfrm>
              <a:off x="4086847" y="3012786"/>
              <a:ext cx="177679" cy="236930"/>
            </a:xfrm>
            <a:custGeom>
              <a:avLst/>
              <a:gdLst/>
              <a:ahLst/>
              <a:cxnLst/>
              <a:rect l="l" t="t" r="r" b="b"/>
              <a:pathLst>
                <a:path w="4912" h="6550" extrusionOk="0">
                  <a:moveTo>
                    <a:pt x="0" y="1"/>
                  </a:moveTo>
                  <a:lnTo>
                    <a:pt x="0" y="378"/>
                  </a:lnTo>
                  <a:lnTo>
                    <a:pt x="0" y="1008"/>
                  </a:lnTo>
                  <a:lnTo>
                    <a:pt x="0" y="1260"/>
                  </a:lnTo>
                  <a:lnTo>
                    <a:pt x="0" y="1512"/>
                  </a:lnTo>
                  <a:lnTo>
                    <a:pt x="0" y="3905"/>
                  </a:lnTo>
                  <a:lnTo>
                    <a:pt x="378" y="4030"/>
                  </a:lnTo>
                  <a:lnTo>
                    <a:pt x="2015" y="4912"/>
                  </a:lnTo>
                  <a:lnTo>
                    <a:pt x="2015" y="5038"/>
                  </a:lnTo>
                  <a:lnTo>
                    <a:pt x="2267" y="5164"/>
                  </a:lnTo>
                  <a:lnTo>
                    <a:pt x="2519" y="5164"/>
                  </a:lnTo>
                  <a:lnTo>
                    <a:pt x="4912" y="6549"/>
                  </a:lnTo>
                  <a:lnTo>
                    <a:pt x="1511" y="756"/>
                  </a:lnTo>
                  <a:lnTo>
                    <a:pt x="1008" y="504"/>
                  </a:lnTo>
                  <a:lnTo>
                    <a:pt x="756" y="378"/>
                  </a:lnTo>
                  <a:lnTo>
                    <a:pt x="0"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32"/>
            <p:cNvSpPr/>
            <p:nvPr/>
          </p:nvSpPr>
          <p:spPr>
            <a:xfrm>
              <a:off x="4086847" y="3012786"/>
              <a:ext cx="177679" cy="236930"/>
            </a:xfrm>
            <a:custGeom>
              <a:avLst/>
              <a:gdLst/>
              <a:ahLst/>
              <a:cxnLst/>
              <a:rect l="l" t="t" r="r" b="b"/>
              <a:pathLst>
                <a:path w="4912" h="6550" fill="none" extrusionOk="0">
                  <a:moveTo>
                    <a:pt x="0" y="1"/>
                  </a:moveTo>
                  <a:lnTo>
                    <a:pt x="0" y="378"/>
                  </a:lnTo>
                  <a:lnTo>
                    <a:pt x="0" y="1008"/>
                  </a:lnTo>
                  <a:lnTo>
                    <a:pt x="0" y="1260"/>
                  </a:lnTo>
                  <a:lnTo>
                    <a:pt x="0" y="1512"/>
                  </a:lnTo>
                  <a:lnTo>
                    <a:pt x="0" y="3905"/>
                  </a:lnTo>
                  <a:lnTo>
                    <a:pt x="378" y="4030"/>
                  </a:lnTo>
                  <a:lnTo>
                    <a:pt x="2015" y="4912"/>
                  </a:lnTo>
                  <a:lnTo>
                    <a:pt x="2015" y="5038"/>
                  </a:lnTo>
                  <a:lnTo>
                    <a:pt x="2267" y="5164"/>
                  </a:lnTo>
                  <a:lnTo>
                    <a:pt x="2519" y="5164"/>
                  </a:lnTo>
                  <a:lnTo>
                    <a:pt x="4912" y="6549"/>
                  </a:lnTo>
                  <a:lnTo>
                    <a:pt x="1511" y="756"/>
                  </a:lnTo>
                  <a:lnTo>
                    <a:pt x="1008" y="504"/>
                  </a:lnTo>
                  <a:lnTo>
                    <a:pt x="756" y="378"/>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32"/>
            <p:cNvSpPr/>
            <p:nvPr/>
          </p:nvSpPr>
          <p:spPr>
            <a:xfrm>
              <a:off x="4150620" y="3044690"/>
              <a:ext cx="164006" cy="236894"/>
            </a:xfrm>
            <a:custGeom>
              <a:avLst/>
              <a:gdLst/>
              <a:ahLst/>
              <a:cxnLst/>
              <a:rect l="l" t="t" r="r" b="b"/>
              <a:pathLst>
                <a:path w="4534" h="6549" extrusionOk="0">
                  <a:moveTo>
                    <a:pt x="0" y="0"/>
                  </a:moveTo>
                  <a:lnTo>
                    <a:pt x="1008" y="630"/>
                  </a:lnTo>
                  <a:lnTo>
                    <a:pt x="252" y="126"/>
                  </a:lnTo>
                  <a:lnTo>
                    <a:pt x="0" y="0"/>
                  </a:lnTo>
                  <a:close/>
                  <a:moveTo>
                    <a:pt x="3400" y="5919"/>
                  </a:moveTo>
                  <a:lnTo>
                    <a:pt x="4534" y="6549"/>
                  </a:lnTo>
                  <a:lnTo>
                    <a:pt x="4534" y="6423"/>
                  </a:lnTo>
                  <a:lnTo>
                    <a:pt x="3400" y="5919"/>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32"/>
            <p:cNvSpPr/>
            <p:nvPr/>
          </p:nvSpPr>
          <p:spPr>
            <a:xfrm>
              <a:off x="4273607" y="3258759"/>
              <a:ext cx="41020" cy="22825"/>
            </a:xfrm>
            <a:custGeom>
              <a:avLst/>
              <a:gdLst/>
              <a:ahLst/>
              <a:cxnLst/>
              <a:rect l="l" t="t" r="r" b="b"/>
              <a:pathLst>
                <a:path w="1134" h="631" fill="none" extrusionOk="0">
                  <a:moveTo>
                    <a:pt x="0" y="1"/>
                  </a:moveTo>
                  <a:lnTo>
                    <a:pt x="1134" y="631"/>
                  </a:lnTo>
                  <a:lnTo>
                    <a:pt x="1134" y="505"/>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32"/>
            <p:cNvSpPr/>
            <p:nvPr/>
          </p:nvSpPr>
          <p:spPr>
            <a:xfrm>
              <a:off x="4150620" y="3044690"/>
              <a:ext cx="36462" cy="22789"/>
            </a:xfrm>
            <a:custGeom>
              <a:avLst/>
              <a:gdLst/>
              <a:ahLst/>
              <a:cxnLst/>
              <a:rect l="l" t="t" r="r" b="b"/>
              <a:pathLst>
                <a:path w="1008" h="630" fill="none" extrusionOk="0">
                  <a:moveTo>
                    <a:pt x="0" y="0"/>
                  </a:moveTo>
                  <a:lnTo>
                    <a:pt x="0" y="0"/>
                  </a:lnTo>
                  <a:lnTo>
                    <a:pt x="1008" y="630"/>
                  </a:lnTo>
                  <a:lnTo>
                    <a:pt x="1008" y="630"/>
                  </a:lnTo>
                  <a:lnTo>
                    <a:pt x="252" y="126"/>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32"/>
            <p:cNvSpPr/>
            <p:nvPr/>
          </p:nvSpPr>
          <p:spPr>
            <a:xfrm>
              <a:off x="4150620" y="3044690"/>
              <a:ext cx="164006" cy="232336"/>
            </a:xfrm>
            <a:custGeom>
              <a:avLst/>
              <a:gdLst/>
              <a:ahLst/>
              <a:cxnLst/>
              <a:rect l="l" t="t" r="r" b="b"/>
              <a:pathLst>
                <a:path w="4534" h="6423" extrusionOk="0">
                  <a:moveTo>
                    <a:pt x="0" y="0"/>
                  </a:moveTo>
                  <a:lnTo>
                    <a:pt x="3400" y="5919"/>
                  </a:lnTo>
                  <a:lnTo>
                    <a:pt x="4534" y="6423"/>
                  </a:lnTo>
                  <a:lnTo>
                    <a:pt x="1008" y="630"/>
                  </a:lnTo>
                  <a:lnTo>
                    <a:pt x="0"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32"/>
            <p:cNvSpPr/>
            <p:nvPr/>
          </p:nvSpPr>
          <p:spPr>
            <a:xfrm>
              <a:off x="4150620" y="3044690"/>
              <a:ext cx="164006" cy="232336"/>
            </a:xfrm>
            <a:custGeom>
              <a:avLst/>
              <a:gdLst/>
              <a:ahLst/>
              <a:cxnLst/>
              <a:rect l="l" t="t" r="r" b="b"/>
              <a:pathLst>
                <a:path w="4534" h="6423" fill="none" extrusionOk="0">
                  <a:moveTo>
                    <a:pt x="0" y="0"/>
                  </a:moveTo>
                  <a:lnTo>
                    <a:pt x="3400" y="5919"/>
                  </a:lnTo>
                  <a:lnTo>
                    <a:pt x="3400" y="5919"/>
                  </a:lnTo>
                  <a:lnTo>
                    <a:pt x="4534" y="6423"/>
                  </a:lnTo>
                  <a:lnTo>
                    <a:pt x="1008" y="630"/>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0" name="Google Shape;700;p32"/>
            <p:cNvSpPr/>
            <p:nvPr/>
          </p:nvSpPr>
          <p:spPr>
            <a:xfrm>
              <a:off x="4187046" y="3067442"/>
              <a:ext cx="127580" cy="214141"/>
            </a:xfrm>
            <a:custGeom>
              <a:avLst/>
              <a:gdLst/>
              <a:ahLst/>
              <a:cxnLst/>
              <a:rect l="l" t="t" r="r" b="b"/>
              <a:pathLst>
                <a:path w="3527" h="5920" extrusionOk="0">
                  <a:moveTo>
                    <a:pt x="1" y="1"/>
                  </a:moveTo>
                  <a:lnTo>
                    <a:pt x="3527" y="5920"/>
                  </a:lnTo>
                  <a:lnTo>
                    <a:pt x="3527" y="5794"/>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1" name="Google Shape;701;p32"/>
            <p:cNvSpPr/>
            <p:nvPr/>
          </p:nvSpPr>
          <p:spPr>
            <a:xfrm>
              <a:off x="4187046" y="3067442"/>
              <a:ext cx="127580" cy="214141"/>
            </a:xfrm>
            <a:custGeom>
              <a:avLst/>
              <a:gdLst/>
              <a:ahLst/>
              <a:cxnLst/>
              <a:rect l="l" t="t" r="r" b="b"/>
              <a:pathLst>
                <a:path w="3527" h="5920" fill="none" extrusionOk="0">
                  <a:moveTo>
                    <a:pt x="1" y="1"/>
                  </a:moveTo>
                  <a:lnTo>
                    <a:pt x="1" y="1"/>
                  </a:lnTo>
                  <a:lnTo>
                    <a:pt x="3527" y="5794"/>
                  </a:lnTo>
                  <a:lnTo>
                    <a:pt x="3527" y="5920"/>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32"/>
            <p:cNvSpPr/>
            <p:nvPr/>
          </p:nvSpPr>
          <p:spPr>
            <a:xfrm>
              <a:off x="4314591" y="3135772"/>
              <a:ext cx="141254" cy="223257"/>
            </a:xfrm>
            <a:custGeom>
              <a:avLst/>
              <a:gdLst/>
              <a:ahLst/>
              <a:cxnLst/>
              <a:rect l="l" t="t" r="r" b="b"/>
              <a:pathLst>
                <a:path w="3905" h="6172" extrusionOk="0">
                  <a:moveTo>
                    <a:pt x="1" y="1"/>
                  </a:moveTo>
                  <a:lnTo>
                    <a:pt x="3401" y="5920"/>
                  </a:lnTo>
                  <a:lnTo>
                    <a:pt x="3779" y="6171"/>
                  </a:lnTo>
                  <a:lnTo>
                    <a:pt x="3905" y="6171"/>
                  </a:lnTo>
                  <a:lnTo>
                    <a:pt x="505" y="379"/>
                  </a:lnTo>
                  <a:lnTo>
                    <a:pt x="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32"/>
            <p:cNvSpPr/>
            <p:nvPr/>
          </p:nvSpPr>
          <p:spPr>
            <a:xfrm>
              <a:off x="4314591" y="3135772"/>
              <a:ext cx="141254" cy="223257"/>
            </a:xfrm>
            <a:custGeom>
              <a:avLst/>
              <a:gdLst/>
              <a:ahLst/>
              <a:cxnLst/>
              <a:rect l="l" t="t" r="r" b="b"/>
              <a:pathLst>
                <a:path w="3905" h="6172" fill="none" extrusionOk="0">
                  <a:moveTo>
                    <a:pt x="1" y="1"/>
                  </a:moveTo>
                  <a:lnTo>
                    <a:pt x="3401" y="5920"/>
                  </a:lnTo>
                  <a:lnTo>
                    <a:pt x="3779" y="6171"/>
                  </a:lnTo>
                  <a:lnTo>
                    <a:pt x="3905" y="6171"/>
                  </a:lnTo>
                  <a:lnTo>
                    <a:pt x="505" y="379"/>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4" name="Google Shape;704;p32"/>
            <p:cNvSpPr/>
            <p:nvPr/>
          </p:nvSpPr>
          <p:spPr>
            <a:xfrm>
              <a:off x="4351053" y="3299779"/>
              <a:ext cx="45577" cy="27346"/>
            </a:xfrm>
            <a:custGeom>
              <a:avLst/>
              <a:gdLst/>
              <a:ahLst/>
              <a:cxnLst/>
              <a:rect l="l" t="t" r="r" b="b"/>
              <a:pathLst>
                <a:path w="1260" h="756" extrusionOk="0">
                  <a:moveTo>
                    <a:pt x="0" y="0"/>
                  </a:moveTo>
                  <a:lnTo>
                    <a:pt x="756" y="504"/>
                  </a:lnTo>
                  <a:lnTo>
                    <a:pt x="1008" y="630"/>
                  </a:lnTo>
                  <a:lnTo>
                    <a:pt x="1050" y="630"/>
                  </a:lnTo>
                  <a:lnTo>
                    <a:pt x="0" y="0"/>
                  </a:lnTo>
                  <a:close/>
                  <a:moveTo>
                    <a:pt x="1050" y="630"/>
                  </a:moveTo>
                  <a:lnTo>
                    <a:pt x="1260" y="756"/>
                  </a:lnTo>
                  <a:lnTo>
                    <a:pt x="1260" y="756"/>
                  </a:lnTo>
                  <a:lnTo>
                    <a:pt x="1134" y="63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5" name="Google Shape;705;p32"/>
            <p:cNvSpPr/>
            <p:nvPr/>
          </p:nvSpPr>
          <p:spPr>
            <a:xfrm>
              <a:off x="4351053" y="3299779"/>
              <a:ext cx="45577" cy="27346"/>
            </a:xfrm>
            <a:custGeom>
              <a:avLst/>
              <a:gdLst/>
              <a:ahLst/>
              <a:cxnLst/>
              <a:rect l="l" t="t" r="r" b="b"/>
              <a:pathLst>
                <a:path w="1260" h="756" fill="none" extrusionOk="0">
                  <a:moveTo>
                    <a:pt x="0" y="0"/>
                  </a:moveTo>
                  <a:lnTo>
                    <a:pt x="0" y="0"/>
                  </a:lnTo>
                  <a:lnTo>
                    <a:pt x="1260" y="756"/>
                  </a:lnTo>
                  <a:lnTo>
                    <a:pt x="1134" y="630"/>
                  </a:lnTo>
                  <a:lnTo>
                    <a:pt x="1008" y="630"/>
                  </a:lnTo>
                  <a:lnTo>
                    <a:pt x="756" y="504"/>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32"/>
            <p:cNvSpPr/>
            <p:nvPr/>
          </p:nvSpPr>
          <p:spPr>
            <a:xfrm>
              <a:off x="4223508" y="3085673"/>
              <a:ext cx="50135" cy="27383"/>
            </a:xfrm>
            <a:custGeom>
              <a:avLst/>
              <a:gdLst/>
              <a:ahLst/>
              <a:cxnLst/>
              <a:rect l="l" t="t" r="r" b="b"/>
              <a:pathLst>
                <a:path w="1386" h="757" fill="none" extrusionOk="0">
                  <a:moveTo>
                    <a:pt x="0" y="1"/>
                  </a:moveTo>
                  <a:lnTo>
                    <a:pt x="0" y="1"/>
                  </a:lnTo>
                  <a:lnTo>
                    <a:pt x="1385" y="756"/>
                  </a:lnTo>
                  <a:lnTo>
                    <a:pt x="1385" y="75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32"/>
            <p:cNvSpPr/>
            <p:nvPr/>
          </p:nvSpPr>
          <p:spPr>
            <a:xfrm>
              <a:off x="4223508" y="3085673"/>
              <a:ext cx="177679" cy="241451"/>
            </a:xfrm>
            <a:custGeom>
              <a:avLst/>
              <a:gdLst/>
              <a:ahLst/>
              <a:cxnLst/>
              <a:rect l="l" t="t" r="r" b="b"/>
              <a:pathLst>
                <a:path w="4912" h="6675" extrusionOk="0">
                  <a:moveTo>
                    <a:pt x="0" y="1"/>
                  </a:moveTo>
                  <a:lnTo>
                    <a:pt x="3526" y="5919"/>
                  </a:lnTo>
                  <a:lnTo>
                    <a:pt x="4282" y="6423"/>
                  </a:lnTo>
                  <a:lnTo>
                    <a:pt x="4534" y="6549"/>
                  </a:lnTo>
                  <a:lnTo>
                    <a:pt x="4660" y="6549"/>
                  </a:lnTo>
                  <a:lnTo>
                    <a:pt x="4786" y="6675"/>
                  </a:lnTo>
                  <a:lnTo>
                    <a:pt x="4912" y="6675"/>
                  </a:lnTo>
                  <a:lnTo>
                    <a:pt x="1385" y="756"/>
                  </a:lnTo>
                  <a:lnTo>
                    <a:pt x="0"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32"/>
            <p:cNvSpPr/>
            <p:nvPr/>
          </p:nvSpPr>
          <p:spPr>
            <a:xfrm>
              <a:off x="4223508" y="3085673"/>
              <a:ext cx="177679" cy="241451"/>
            </a:xfrm>
            <a:custGeom>
              <a:avLst/>
              <a:gdLst/>
              <a:ahLst/>
              <a:cxnLst/>
              <a:rect l="l" t="t" r="r" b="b"/>
              <a:pathLst>
                <a:path w="4912" h="6675" fill="none" extrusionOk="0">
                  <a:moveTo>
                    <a:pt x="0" y="1"/>
                  </a:moveTo>
                  <a:lnTo>
                    <a:pt x="3526" y="5919"/>
                  </a:lnTo>
                  <a:lnTo>
                    <a:pt x="4282" y="6423"/>
                  </a:lnTo>
                  <a:lnTo>
                    <a:pt x="4534" y="6549"/>
                  </a:lnTo>
                  <a:lnTo>
                    <a:pt x="4660" y="6549"/>
                  </a:lnTo>
                  <a:lnTo>
                    <a:pt x="4786" y="6675"/>
                  </a:lnTo>
                  <a:lnTo>
                    <a:pt x="4912" y="6675"/>
                  </a:lnTo>
                  <a:lnTo>
                    <a:pt x="1385" y="75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32"/>
            <p:cNvSpPr/>
            <p:nvPr/>
          </p:nvSpPr>
          <p:spPr>
            <a:xfrm>
              <a:off x="4273607" y="3113020"/>
              <a:ext cx="164006" cy="236894"/>
            </a:xfrm>
            <a:custGeom>
              <a:avLst/>
              <a:gdLst/>
              <a:ahLst/>
              <a:cxnLst/>
              <a:rect l="l" t="t" r="r" b="b"/>
              <a:pathLst>
                <a:path w="4534" h="6549" extrusionOk="0">
                  <a:moveTo>
                    <a:pt x="0" y="0"/>
                  </a:moveTo>
                  <a:lnTo>
                    <a:pt x="3527" y="5919"/>
                  </a:lnTo>
                  <a:lnTo>
                    <a:pt x="4534" y="6549"/>
                  </a:lnTo>
                  <a:lnTo>
                    <a:pt x="1134" y="630"/>
                  </a:lnTo>
                  <a:lnTo>
                    <a:pt x="0"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32"/>
            <p:cNvSpPr/>
            <p:nvPr/>
          </p:nvSpPr>
          <p:spPr>
            <a:xfrm>
              <a:off x="4332822" y="3149446"/>
              <a:ext cx="132138" cy="214141"/>
            </a:xfrm>
            <a:custGeom>
              <a:avLst/>
              <a:gdLst/>
              <a:ahLst/>
              <a:cxnLst/>
              <a:rect l="l" t="t" r="r" b="b"/>
              <a:pathLst>
                <a:path w="3653" h="5920" extrusionOk="0">
                  <a:moveTo>
                    <a:pt x="1" y="1"/>
                  </a:moveTo>
                  <a:lnTo>
                    <a:pt x="3401" y="5793"/>
                  </a:lnTo>
                  <a:lnTo>
                    <a:pt x="3653" y="5919"/>
                  </a:lnTo>
                  <a:lnTo>
                    <a:pt x="3653" y="5164"/>
                  </a:lnTo>
                  <a:lnTo>
                    <a:pt x="3653" y="4912"/>
                  </a:lnTo>
                  <a:lnTo>
                    <a:pt x="3653" y="4156"/>
                  </a:lnTo>
                  <a:lnTo>
                    <a:pt x="3653" y="3653"/>
                  </a:lnTo>
                  <a:lnTo>
                    <a:pt x="3653" y="2016"/>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32"/>
            <p:cNvSpPr/>
            <p:nvPr/>
          </p:nvSpPr>
          <p:spPr>
            <a:xfrm>
              <a:off x="4064059" y="2967244"/>
              <a:ext cx="428246" cy="255125"/>
            </a:xfrm>
            <a:custGeom>
              <a:avLst/>
              <a:gdLst/>
              <a:ahLst/>
              <a:cxnLst/>
              <a:rect l="l" t="t" r="r" b="b"/>
              <a:pathLst>
                <a:path w="11839" h="7053" extrusionOk="0">
                  <a:moveTo>
                    <a:pt x="1" y="0"/>
                  </a:moveTo>
                  <a:lnTo>
                    <a:pt x="630" y="1134"/>
                  </a:lnTo>
                  <a:lnTo>
                    <a:pt x="11083" y="7053"/>
                  </a:lnTo>
                  <a:lnTo>
                    <a:pt x="11838" y="6675"/>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32"/>
            <p:cNvSpPr/>
            <p:nvPr/>
          </p:nvSpPr>
          <p:spPr>
            <a:xfrm>
              <a:off x="4064059" y="3154003"/>
              <a:ext cx="428246" cy="255125"/>
            </a:xfrm>
            <a:custGeom>
              <a:avLst/>
              <a:gdLst/>
              <a:ahLst/>
              <a:cxnLst/>
              <a:rect l="l" t="t" r="r" b="b"/>
              <a:pathLst>
                <a:path w="11839" h="7053" extrusionOk="0">
                  <a:moveTo>
                    <a:pt x="630" y="1"/>
                  </a:moveTo>
                  <a:lnTo>
                    <a:pt x="1" y="378"/>
                  </a:lnTo>
                  <a:lnTo>
                    <a:pt x="11838" y="7053"/>
                  </a:lnTo>
                  <a:lnTo>
                    <a:pt x="11083" y="5919"/>
                  </a:lnTo>
                  <a:lnTo>
                    <a:pt x="63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32"/>
            <p:cNvSpPr/>
            <p:nvPr/>
          </p:nvSpPr>
          <p:spPr>
            <a:xfrm>
              <a:off x="4086847" y="3144888"/>
              <a:ext cx="378111" cy="223257"/>
            </a:xfrm>
            <a:custGeom>
              <a:avLst/>
              <a:gdLst/>
              <a:ahLst/>
              <a:cxnLst/>
              <a:rect l="l" t="t" r="r" b="b"/>
              <a:pathLst>
                <a:path w="10453" h="6172" extrusionOk="0">
                  <a:moveTo>
                    <a:pt x="252" y="1"/>
                  </a:moveTo>
                  <a:lnTo>
                    <a:pt x="0" y="253"/>
                  </a:lnTo>
                  <a:lnTo>
                    <a:pt x="10453" y="6171"/>
                  </a:lnTo>
                  <a:lnTo>
                    <a:pt x="10453" y="5919"/>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32"/>
            <p:cNvSpPr/>
            <p:nvPr/>
          </p:nvSpPr>
          <p:spPr>
            <a:xfrm>
              <a:off x="4086847" y="3008228"/>
              <a:ext cx="9152" cy="145811"/>
            </a:xfrm>
            <a:custGeom>
              <a:avLst/>
              <a:gdLst/>
              <a:ahLst/>
              <a:cxnLst/>
              <a:rect l="l" t="t" r="r" b="b"/>
              <a:pathLst>
                <a:path w="253" h="4031" extrusionOk="0">
                  <a:moveTo>
                    <a:pt x="0" y="1"/>
                  </a:moveTo>
                  <a:lnTo>
                    <a:pt x="0" y="4031"/>
                  </a:lnTo>
                  <a:lnTo>
                    <a:pt x="252" y="3779"/>
                  </a:lnTo>
                  <a:lnTo>
                    <a:pt x="252" y="127"/>
                  </a:lnTo>
                  <a:lnTo>
                    <a:pt x="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32"/>
            <p:cNvSpPr/>
            <p:nvPr/>
          </p:nvSpPr>
          <p:spPr>
            <a:xfrm>
              <a:off x="4492271" y="3204102"/>
              <a:ext cx="4594" cy="205026"/>
            </a:xfrm>
            <a:custGeom>
              <a:avLst/>
              <a:gdLst/>
              <a:ahLst/>
              <a:cxnLst/>
              <a:rect l="l" t="t" r="r" b="b"/>
              <a:pathLst>
                <a:path w="127" h="5668" extrusionOk="0">
                  <a:moveTo>
                    <a:pt x="126" y="1"/>
                  </a:moveTo>
                  <a:lnTo>
                    <a:pt x="0" y="127"/>
                  </a:lnTo>
                  <a:lnTo>
                    <a:pt x="0" y="5668"/>
                  </a:lnTo>
                  <a:lnTo>
                    <a:pt x="126" y="5542"/>
                  </a:lnTo>
                  <a:lnTo>
                    <a:pt x="126"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p32"/>
            <p:cNvSpPr/>
            <p:nvPr/>
          </p:nvSpPr>
          <p:spPr>
            <a:xfrm>
              <a:off x="4064059" y="2962687"/>
              <a:ext cx="432804" cy="246009"/>
            </a:xfrm>
            <a:custGeom>
              <a:avLst/>
              <a:gdLst/>
              <a:ahLst/>
              <a:cxnLst/>
              <a:rect l="l" t="t" r="r" b="b"/>
              <a:pathLst>
                <a:path w="11965" h="6801" extrusionOk="0">
                  <a:moveTo>
                    <a:pt x="252" y="0"/>
                  </a:moveTo>
                  <a:lnTo>
                    <a:pt x="1" y="126"/>
                  </a:lnTo>
                  <a:lnTo>
                    <a:pt x="11838" y="6801"/>
                  </a:lnTo>
                  <a:lnTo>
                    <a:pt x="11964" y="6675"/>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32"/>
            <p:cNvSpPr/>
            <p:nvPr/>
          </p:nvSpPr>
          <p:spPr>
            <a:xfrm>
              <a:off x="5198326" y="2848816"/>
              <a:ext cx="423688" cy="437326"/>
            </a:xfrm>
            <a:custGeom>
              <a:avLst/>
              <a:gdLst/>
              <a:ahLst/>
              <a:cxnLst/>
              <a:rect l="l" t="t" r="r" b="b"/>
              <a:pathLst>
                <a:path w="11713" h="12090" extrusionOk="0">
                  <a:moveTo>
                    <a:pt x="11712" y="0"/>
                  </a:moveTo>
                  <a:lnTo>
                    <a:pt x="0" y="6675"/>
                  </a:lnTo>
                  <a:lnTo>
                    <a:pt x="0" y="12090"/>
                  </a:lnTo>
                  <a:lnTo>
                    <a:pt x="11712" y="5415"/>
                  </a:lnTo>
                  <a:lnTo>
                    <a:pt x="1171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32"/>
            <p:cNvSpPr/>
            <p:nvPr/>
          </p:nvSpPr>
          <p:spPr>
            <a:xfrm>
              <a:off x="5198326" y="2848816"/>
              <a:ext cx="423688" cy="437326"/>
            </a:xfrm>
            <a:custGeom>
              <a:avLst/>
              <a:gdLst/>
              <a:ahLst/>
              <a:cxnLst/>
              <a:rect l="l" t="t" r="r" b="b"/>
              <a:pathLst>
                <a:path w="11713" h="12090" fill="none" extrusionOk="0">
                  <a:moveTo>
                    <a:pt x="11712" y="5415"/>
                  </a:moveTo>
                  <a:lnTo>
                    <a:pt x="11712" y="0"/>
                  </a:lnTo>
                  <a:lnTo>
                    <a:pt x="0" y="6675"/>
                  </a:lnTo>
                  <a:lnTo>
                    <a:pt x="0" y="12090"/>
                  </a:lnTo>
                  <a:lnTo>
                    <a:pt x="11712"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32"/>
            <p:cNvSpPr/>
            <p:nvPr/>
          </p:nvSpPr>
          <p:spPr>
            <a:xfrm>
              <a:off x="5221115" y="2889799"/>
              <a:ext cx="378111" cy="355359"/>
            </a:xfrm>
            <a:custGeom>
              <a:avLst/>
              <a:gdLst/>
              <a:ahLst/>
              <a:cxnLst/>
              <a:rect l="l" t="t" r="r" b="b"/>
              <a:pathLst>
                <a:path w="10453" h="9824" extrusionOk="0">
                  <a:moveTo>
                    <a:pt x="10452" y="1"/>
                  </a:moveTo>
                  <a:lnTo>
                    <a:pt x="2015" y="4660"/>
                  </a:lnTo>
                  <a:lnTo>
                    <a:pt x="1511" y="5038"/>
                  </a:lnTo>
                  <a:lnTo>
                    <a:pt x="1008" y="5290"/>
                  </a:lnTo>
                  <a:lnTo>
                    <a:pt x="756" y="5416"/>
                  </a:lnTo>
                  <a:lnTo>
                    <a:pt x="0" y="5919"/>
                  </a:lnTo>
                  <a:lnTo>
                    <a:pt x="0" y="6297"/>
                  </a:lnTo>
                  <a:lnTo>
                    <a:pt x="0" y="7053"/>
                  </a:lnTo>
                  <a:lnTo>
                    <a:pt x="0" y="7305"/>
                  </a:lnTo>
                  <a:lnTo>
                    <a:pt x="0" y="7556"/>
                  </a:lnTo>
                  <a:lnTo>
                    <a:pt x="0" y="9823"/>
                  </a:lnTo>
                  <a:lnTo>
                    <a:pt x="2015" y="8690"/>
                  </a:lnTo>
                  <a:lnTo>
                    <a:pt x="2267" y="8564"/>
                  </a:lnTo>
                  <a:lnTo>
                    <a:pt x="2393" y="8438"/>
                  </a:lnTo>
                  <a:lnTo>
                    <a:pt x="10075" y="4156"/>
                  </a:lnTo>
                  <a:lnTo>
                    <a:pt x="10452" y="3904"/>
                  </a:lnTo>
                  <a:lnTo>
                    <a:pt x="10452" y="3023"/>
                  </a:lnTo>
                  <a:lnTo>
                    <a:pt x="10452" y="2771"/>
                  </a:lnTo>
                  <a:lnTo>
                    <a:pt x="10452" y="2141"/>
                  </a:lnTo>
                  <a:lnTo>
                    <a:pt x="10452" y="1512"/>
                  </a:lnTo>
                  <a:lnTo>
                    <a:pt x="10452"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32"/>
            <p:cNvSpPr/>
            <p:nvPr/>
          </p:nvSpPr>
          <p:spPr>
            <a:xfrm>
              <a:off x="5221115" y="2889799"/>
              <a:ext cx="378111" cy="355359"/>
            </a:xfrm>
            <a:custGeom>
              <a:avLst/>
              <a:gdLst/>
              <a:ahLst/>
              <a:cxnLst/>
              <a:rect l="l" t="t" r="r" b="b"/>
              <a:pathLst>
                <a:path w="10453" h="9824" fill="none" extrusionOk="0">
                  <a:moveTo>
                    <a:pt x="756" y="5416"/>
                  </a:moveTo>
                  <a:lnTo>
                    <a:pt x="1008" y="5290"/>
                  </a:lnTo>
                  <a:lnTo>
                    <a:pt x="1511" y="5038"/>
                  </a:lnTo>
                  <a:lnTo>
                    <a:pt x="2015" y="4660"/>
                  </a:lnTo>
                  <a:lnTo>
                    <a:pt x="10452" y="1"/>
                  </a:lnTo>
                  <a:lnTo>
                    <a:pt x="10452" y="1512"/>
                  </a:lnTo>
                  <a:lnTo>
                    <a:pt x="10452" y="2141"/>
                  </a:lnTo>
                  <a:lnTo>
                    <a:pt x="10452" y="2771"/>
                  </a:lnTo>
                  <a:lnTo>
                    <a:pt x="10452" y="3023"/>
                  </a:lnTo>
                  <a:lnTo>
                    <a:pt x="10452" y="3904"/>
                  </a:lnTo>
                  <a:lnTo>
                    <a:pt x="10075" y="4156"/>
                  </a:lnTo>
                  <a:lnTo>
                    <a:pt x="2393" y="8438"/>
                  </a:lnTo>
                  <a:lnTo>
                    <a:pt x="2267" y="8564"/>
                  </a:lnTo>
                  <a:lnTo>
                    <a:pt x="2015" y="8690"/>
                  </a:lnTo>
                  <a:lnTo>
                    <a:pt x="0" y="9823"/>
                  </a:lnTo>
                  <a:lnTo>
                    <a:pt x="0" y="7556"/>
                  </a:lnTo>
                  <a:lnTo>
                    <a:pt x="0" y="7305"/>
                  </a:lnTo>
                  <a:lnTo>
                    <a:pt x="0" y="7053"/>
                  </a:lnTo>
                  <a:lnTo>
                    <a:pt x="0" y="6297"/>
                  </a:lnTo>
                  <a:lnTo>
                    <a:pt x="0" y="5919"/>
                  </a:lnTo>
                  <a:lnTo>
                    <a:pt x="756" y="5416"/>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32"/>
            <p:cNvSpPr/>
            <p:nvPr/>
          </p:nvSpPr>
          <p:spPr>
            <a:xfrm>
              <a:off x="5362297" y="2944456"/>
              <a:ext cx="136696" cy="218699"/>
            </a:xfrm>
            <a:custGeom>
              <a:avLst/>
              <a:gdLst/>
              <a:ahLst/>
              <a:cxnLst/>
              <a:rect l="l" t="t" r="r" b="b"/>
              <a:pathLst>
                <a:path w="3779" h="6046" extrusionOk="0">
                  <a:moveTo>
                    <a:pt x="3779" y="1"/>
                  </a:moveTo>
                  <a:lnTo>
                    <a:pt x="3527" y="127"/>
                  </a:lnTo>
                  <a:lnTo>
                    <a:pt x="1" y="6045"/>
                  </a:lnTo>
                  <a:lnTo>
                    <a:pt x="1" y="6045"/>
                  </a:lnTo>
                  <a:lnTo>
                    <a:pt x="379" y="5919"/>
                  </a:lnTo>
                  <a:lnTo>
                    <a:pt x="3779"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32"/>
            <p:cNvSpPr/>
            <p:nvPr/>
          </p:nvSpPr>
          <p:spPr>
            <a:xfrm>
              <a:off x="5362297" y="2944456"/>
              <a:ext cx="136696" cy="218699"/>
            </a:xfrm>
            <a:custGeom>
              <a:avLst/>
              <a:gdLst/>
              <a:ahLst/>
              <a:cxnLst/>
              <a:rect l="l" t="t" r="r" b="b"/>
              <a:pathLst>
                <a:path w="3779" h="6046" fill="none" extrusionOk="0">
                  <a:moveTo>
                    <a:pt x="3779" y="1"/>
                  </a:moveTo>
                  <a:lnTo>
                    <a:pt x="379" y="5919"/>
                  </a:lnTo>
                  <a:lnTo>
                    <a:pt x="1" y="6045"/>
                  </a:lnTo>
                  <a:lnTo>
                    <a:pt x="3527" y="127"/>
                  </a:lnTo>
                  <a:lnTo>
                    <a:pt x="377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32"/>
            <p:cNvSpPr/>
            <p:nvPr/>
          </p:nvSpPr>
          <p:spPr>
            <a:xfrm>
              <a:off x="5412432" y="2917146"/>
              <a:ext cx="136696" cy="218663"/>
            </a:xfrm>
            <a:custGeom>
              <a:avLst/>
              <a:gdLst/>
              <a:ahLst/>
              <a:cxnLst/>
              <a:rect l="l" t="t" r="r" b="b"/>
              <a:pathLst>
                <a:path w="3779" h="6045" extrusionOk="0">
                  <a:moveTo>
                    <a:pt x="3778" y="0"/>
                  </a:moveTo>
                  <a:lnTo>
                    <a:pt x="3652" y="126"/>
                  </a:lnTo>
                  <a:lnTo>
                    <a:pt x="3526" y="126"/>
                  </a:lnTo>
                  <a:lnTo>
                    <a:pt x="0" y="6045"/>
                  </a:lnTo>
                  <a:lnTo>
                    <a:pt x="0" y="6045"/>
                  </a:lnTo>
                  <a:lnTo>
                    <a:pt x="252" y="5919"/>
                  </a:lnTo>
                  <a:lnTo>
                    <a:pt x="3778"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32"/>
            <p:cNvSpPr/>
            <p:nvPr/>
          </p:nvSpPr>
          <p:spPr>
            <a:xfrm>
              <a:off x="5412432" y="2917146"/>
              <a:ext cx="136696" cy="218663"/>
            </a:xfrm>
            <a:custGeom>
              <a:avLst/>
              <a:gdLst/>
              <a:ahLst/>
              <a:cxnLst/>
              <a:rect l="l" t="t" r="r" b="b"/>
              <a:pathLst>
                <a:path w="3779" h="6045" fill="none" extrusionOk="0">
                  <a:moveTo>
                    <a:pt x="3652" y="126"/>
                  </a:moveTo>
                  <a:lnTo>
                    <a:pt x="3778" y="0"/>
                  </a:lnTo>
                  <a:lnTo>
                    <a:pt x="252" y="5919"/>
                  </a:lnTo>
                  <a:lnTo>
                    <a:pt x="0" y="6045"/>
                  </a:lnTo>
                  <a:lnTo>
                    <a:pt x="3526" y="126"/>
                  </a:lnTo>
                  <a:lnTo>
                    <a:pt x="3652" y="126"/>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32"/>
            <p:cNvSpPr/>
            <p:nvPr/>
          </p:nvSpPr>
          <p:spPr>
            <a:xfrm>
              <a:off x="5339544" y="2949014"/>
              <a:ext cx="150369" cy="227814"/>
            </a:xfrm>
            <a:custGeom>
              <a:avLst/>
              <a:gdLst/>
              <a:ahLst/>
              <a:cxnLst/>
              <a:rect l="l" t="t" r="r" b="b"/>
              <a:pathLst>
                <a:path w="4157" h="6298" extrusionOk="0">
                  <a:moveTo>
                    <a:pt x="4156" y="1"/>
                  </a:moveTo>
                  <a:lnTo>
                    <a:pt x="3400" y="504"/>
                  </a:lnTo>
                  <a:lnTo>
                    <a:pt x="0" y="6297"/>
                  </a:lnTo>
                  <a:lnTo>
                    <a:pt x="630" y="5919"/>
                  </a:lnTo>
                  <a:lnTo>
                    <a:pt x="4156"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32"/>
            <p:cNvSpPr/>
            <p:nvPr/>
          </p:nvSpPr>
          <p:spPr>
            <a:xfrm>
              <a:off x="5339544" y="2949014"/>
              <a:ext cx="150369" cy="227814"/>
            </a:xfrm>
            <a:custGeom>
              <a:avLst/>
              <a:gdLst/>
              <a:ahLst/>
              <a:cxnLst/>
              <a:rect l="l" t="t" r="r" b="b"/>
              <a:pathLst>
                <a:path w="4157" h="6298" fill="none" extrusionOk="0">
                  <a:moveTo>
                    <a:pt x="4156" y="1"/>
                  </a:moveTo>
                  <a:lnTo>
                    <a:pt x="630" y="5919"/>
                  </a:lnTo>
                  <a:lnTo>
                    <a:pt x="0" y="6297"/>
                  </a:lnTo>
                  <a:lnTo>
                    <a:pt x="3400" y="504"/>
                  </a:lnTo>
                  <a:lnTo>
                    <a:pt x="4156"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32"/>
            <p:cNvSpPr/>
            <p:nvPr/>
          </p:nvSpPr>
          <p:spPr>
            <a:xfrm>
              <a:off x="5526304" y="3031017"/>
              <a:ext cx="72924" cy="41020"/>
            </a:xfrm>
            <a:custGeom>
              <a:avLst/>
              <a:gdLst/>
              <a:ahLst/>
              <a:cxnLst/>
              <a:rect l="l" t="t" r="r" b="b"/>
              <a:pathLst>
                <a:path w="2016" h="1134" extrusionOk="0">
                  <a:moveTo>
                    <a:pt x="2015" y="0"/>
                  </a:moveTo>
                  <a:lnTo>
                    <a:pt x="1" y="1134"/>
                  </a:lnTo>
                  <a:lnTo>
                    <a:pt x="1" y="1134"/>
                  </a:lnTo>
                  <a:lnTo>
                    <a:pt x="1638" y="252"/>
                  </a:lnTo>
                  <a:lnTo>
                    <a:pt x="2015" y="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32"/>
            <p:cNvSpPr/>
            <p:nvPr/>
          </p:nvSpPr>
          <p:spPr>
            <a:xfrm>
              <a:off x="5526304" y="2889799"/>
              <a:ext cx="72924" cy="182237"/>
            </a:xfrm>
            <a:custGeom>
              <a:avLst/>
              <a:gdLst/>
              <a:ahLst/>
              <a:cxnLst/>
              <a:rect l="l" t="t" r="r" b="b"/>
              <a:pathLst>
                <a:path w="2016" h="5038" fill="none" extrusionOk="0">
                  <a:moveTo>
                    <a:pt x="2015" y="1"/>
                  </a:moveTo>
                  <a:lnTo>
                    <a:pt x="2015" y="1"/>
                  </a:lnTo>
                  <a:lnTo>
                    <a:pt x="2015" y="1512"/>
                  </a:lnTo>
                  <a:lnTo>
                    <a:pt x="2015" y="2141"/>
                  </a:lnTo>
                  <a:lnTo>
                    <a:pt x="2015" y="2771"/>
                  </a:lnTo>
                  <a:lnTo>
                    <a:pt x="2015" y="3023"/>
                  </a:lnTo>
                  <a:lnTo>
                    <a:pt x="2015" y="3904"/>
                  </a:lnTo>
                  <a:lnTo>
                    <a:pt x="1638" y="4156"/>
                  </a:lnTo>
                  <a:lnTo>
                    <a:pt x="1" y="5038"/>
                  </a:lnTo>
                  <a:lnTo>
                    <a:pt x="2015" y="3904"/>
                  </a:lnTo>
                  <a:lnTo>
                    <a:pt x="2015" y="1638"/>
                  </a:lnTo>
                  <a:lnTo>
                    <a:pt x="2015" y="1386"/>
                  </a:lnTo>
                  <a:lnTo>
                    <a:pt x="2015" y="1134"/>
                  </a:lnTo>
                  <a:lnTo>
                    <a:pt x="2015" y="378"/>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32"/>
            <p:cNvSpPr/>
            <p:nvPr/>
          </p:nvSpPr>
          <p:spPr>
            <a:xfrm>
              <a:off x="5421548" y="2889799"/>
              <a:ext cx="177679" cy="241451"/>
            </a:xfrm>
            <a:custGeom>
              <a:avLst/>
              <a:gdLst/>
              <a:ahLst/>
              <a:cxnLst/>
              <a:rect l="l" t="t" r="r" b="b"/>
              <a:pathLst>
                <a:path w="4912" h="6675" extrusionOk="0">
                  <a:moveTo>
                    <a:pt x="4911" y="1"/>
                  </a:moveTo>
                  <a:lnTo>
                    <a:pt x="4156" y="378"/>
                  </a:lnTo>
                  <a:lnTo>
                    <a:pt x="3904" y="504"/>
                  </a:lnTo>
                  <a:lnTo>
                    <a:pt x="3526" y="756"/>
                  </a:lnTo>
                  <a:lnTo>
                    <a:pt x="0" y="6675"/>
                  </a:lnTo>
                  <a:lnTo>
                    <a:pt x="2519" y="5290"/>
                  </a:lnTo>
                  <a:lnTo>
                    <a:pt x="2771" y="5164"/>
                  </a:lnTo>
                  <a:lnTo>
                    <a:pt x="2897" y="5038"/>
                  </a:lnTo>
                  <a:lnTo>
                    <a:pt x="4534" y="4156"/>
                  </a:lnTo>
                  <a:lnTo>
                    <a:pt x="4911" y="3904"/>
                  </a:lnTo>
                  <a:lnTo>
                    <a:pt x="4911" y="3023"/>
                  </a:lnTo>
                  <a:lnTo>
                    <a:pt x="4911" y="2771"/>
                  </a:lnTo>
                  <a:lnTo>
                    <a:pt x="4911" y="2141"/>
                  </a:lnTo>
                  <a:lnTo>
                    <a:pt x="4911" y="1512"/>
                  </a:lnTo>
                  <a:lnTo>
                    <a:pt x="491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32"/>
            <p:cNvSpPr/>
            <p:nvPr/>
          </p:nvSpPr>
          <p:spPr>
            <a:xfrm>
              <a:off x="5421548" y="2889799"/>
              <a:ext cx="177679" cy="241451"/>
            </a:xfrm>
            <a:custGeom>
              <a:avLst/>
              <a:gdLst/>
              <a:ahLst/>
              <a:cxnLst/>
              <a:rect l="l" t="t" r="r" b="b"/>
              <a:pathLst>
                <a:path w="4912" h="6675" fill="none" extrusionOk="0">
                  <a:moveTo>
                    <a:pt x="4911" y="1"/>
                  </a:moveTo>
                  <a:lnTo>
                    <a:pt x="4156" y="378"/>
                  </a:lnTo>
                  <a:lnTo>
                    <a:pt x="3904" y="504"/>
                  </a:lnTo>
                  <a:lnTo>
                    <a:pt x="3526" y="756"/>
                  </a:lnTo>
                  <a:lnTo>
                    <a:pt x="0" y="6675"/>
                  </a:lnTo>
                  <a:lnTo>
                    <a:pt x="2519" y="5290"/>
                  </a:lnTo>
                  <a:lnTo>
                    <a:pt x="2771" y="5164"/>
                  </a:lnTo>
                  <a:lnTo>
                    <a:pt x="2897" y="5038"/>
                  </a:lnTo>
                  <a:lnTo>
                    <a:pt x="2897" y="5038"/>
                  </a:lnTo>
                  <a:lnTo>
                    <a:pt x="4534" y="4156"/>
                  </a:lnTo>
                  <a:lnTo>
                    <a:pt x="4911" y="3904"/>
                  </a:lnTo>
                  <a:lnTo>
                    <a:pt x="4911" y="3023"/>
                  </a:lnTo>
                  <a:lnTo>
                    <a:pt x="4911" y="2771"/>
                  </a:lnTo>
                  <a:lnTo>
                    <a:pt x="4911" y="2141"/>
                  </a:lnTo>
                  <a:lnTo>
                    <a:pt x="4911" y="1512"/>
                  </a:lnTo>
                  <a:lnTo>
                    <a:pt x="491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32"/>
            <p:cNvSpPr/>
            <p:nvPr/>
          </p:nvSpPr>
          <p:spPr>
            <a:xfrm>
              <a:off x="5498958" y="2921703"/>
              <a:ext cx="41056" cy="22789"/>
            </a:xfrm>
            <a:custGeom>
              <a:avLst/>
              <a:gdLst/>
              <a:ahLst/>
              <a:cxnLst/>
              <a:rect l="l" t="t" r="r" b="b"/>
              <a:pathLst>
                <a:path w="1135" h="630" extrusionOk="0">
                  <a:moveTo>
                    <a:pt x="1134" y="0"/>
                  </a:moveTo>
                  <a:lnTo>
                    <a:pt x="1" y="630"/>
                  </a:lnTo>
                  <a:lnTo>
                    <a:pt x="757" y="252"/>
                  </a:lnTo>
                  <a:lnTo>
                    <a:pt x="1134" y="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32"/>
            <p:cNvSpPr/>
            <p:nvPr/>
          </p:nvSpPr>
          <p:spPr>
            <a:xfrm>
              <a:off x="5375970" y="3135772"/>
              <a:ext cx="36498" cy="22825"/>
            </a:xfrm>
            <a:custGeom>
              <a:avLst/>
              <a:gdLst/>
              <a:ahLst/>
              <a:cxnLst/>
              <a:rect l="l" t="t" r="r" b="b"/>
              <a:pathLst>
                <a:path w="1009" h="631" fill="none" extrusionOk="0">
                  <a:moveTo>
                    <a:pt x="1008" y="1"/>
                  </a:moveTo>
                  <a:lnTo>
                    <a:pt x="1" y="630"/>
                  </a:lnTo>
                  <a:lnTo>
                    <a:pt x="1" y="630"/>
                  </a:lnTo>
                  <a:lnTo>
                    <a:pt x="1008"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32"/>
            <p:cNvSpPr/>
            <p:nvPr/>
          </p:nvSpPr>
          <p:spPr>
            <a:xfrm>
              <a:off x="5498958" y="2921703"/>
              <a:ext cx="41056" cy="22789"/>
            </a:xfrm>
            <a:custGeom>
              <a:avLst/>
              <a:gdLst/>
              <a:ahLst/>
              <a:cxnLst/>
              <a:rect l="l" t="t" r="r" b="b"/>
              <a:pathLst>
                <a:path w="1135" h="630" fill="none" extrusionOk="0">
                  <a:moveTo>
                    <a:pt x="1134" y="0"/>
                  </a:moveTo>
                  <a:lnTo>
                    <a:pt x="757" y="252"/>
                  </a:lnTo>
                  <a:lnTo>
                    <a:pt x="1" y="630"/>
                  </a:lnTo>
                  <a:lnTo>
                    <a:pt x="1" y="630"/>
                  </a:lnTo>
                  <a:lnTo>
                    <a:pt x="1134" y="0"/>
                  </a:lnTo>
                  <a:lnTo>
                    <a:pt x="1134"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32"/>
            <p:cNvSpPr/>
            <p:nvPr/>
          </p:nvSpPr>
          <p:spPr>
            <a:xfrm>
              <a:off x="5375970" y="2921703"/>
              <a:ext cx="164042" cy="236894"/>
            </a:xfrm>
            <a:custGeom>
              <a:avLst/>
              <a:gdLst/>
              <a:ahLst/>
              <a:cxnLst/>
              <a:rect l="l" t="t" r="r" b="b"/>
              <a:pathLst>
                <a:path w="4535" h="6549" extrusionOk="0">
                  <a:moveTo>
                    <a:pt x="4534" y="0"/>
                  </a:moveTo>
                  <a:lnTo>
                    <a:pt x="3401" y="630"/>
                  </a:lnTo>
                  <a:lnTo>
                    <a:pt x="1" y="6548"/>
                  </a:lnTo>
                  <a:lnTo>
                    <a:pt x="1008" y="5919"/>
                  </a:lnTo>
                  <a:lnTo>
                    <a:pt x="4534"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32"/>
            <p:cNvSpPr/>
            <p:nvPr/>
          </p:nvSpPr>
          <p:spPr>
            <a:xfrm>
              <a:off x="5375970" y="2921703"/>
              <a:ext cx="164042" cy="236894"/>
            </a:xfrm>
            <a:custGeom>
              <a:avLst/>
              <a:gdLst/>
              <a:ahLst/>
              <a:cxnLst/>
              <a:rect l="l" t="t" r="r" b="b"/>
              <a:pathLst>
                <a:path w="4535" h="6549" fill="none" extrusionOk="0">
                  <a:moveTo>
                    <a:pt x="4534" y="0"/>
                  </a:moveTo>
                  <a:lnTo>
                    <a:pt x="3401" y="630"/>
                  </a:lnTo>
                  <a:lnTo>
                    <a:pt x="1" y="6548"/>
                  </a:lnTo>
                  <a:lnTo>
                    <a:pt x="1008" y="5919"/>
                  </a:lnTo>
                  <a:lnTo>
                    <a:pt x="1008" y="5919"/>
                  </a:lnTo>
                  <a:lnTo>
                    <a:pt x="4534"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32"/>
            <p:cNvSpPr/>
            <p:nvPr/>
          </p:nvSpPr>
          <p:spPr>
            <a:xfrm>
              <a:off x="5375970" y="2944456"/>
              <a:ext cx="123023" cy="214141"/>
            </a:xfrm>
            <a:custGeom>
              <a:avLst/>
              <a:gdLst/>
              <a:ahLst/>
              <a:cxnLst/>
              <a:rect l="l" t="t" r="r" b="b"/>
              <a:pathLst>
                <a:path w="3401" h="5920" extrusionOk="0">
                  <a:moveTo>
                    <a:pt x="3401" y="1"/>
                  </a:moveTo>
                  <a:lnTo>
                    <a:pt x="3401" y="1"/>
                  </a:lnTo>
                  <a:lnTo>
                    <a:pt x="1" y="5919"/>
                  </a:lnTo>
                  <a:lnTo>
                    <a:pt x="1" y="5919"/>
                  </a:lnTo>
                  <a:lnTo>
                    <a:pt x="3401" y="1"/>
                  </a:lnTo>
                  <a:lnTo>
                    <a:pt x="340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32"/>
            <p:cNvSpPr/>
            <p:nvPr/>
          </p:nvSpPr>
          <p:spPr>
            <a:xfrm>
              <a:off x="5375970" y="2944456"/>
              <a:ext cx="123023" cy="214141"/>
            </a:xfrm>
            <a:custGeom>
              <a:avLst/>
              <a:gdLst/>
              <a:ahLst/>
              <a:cxnLst/>
              <a:rect l="l" t="t" r="r" b="b"/>
              <a:pathLst>
                <a:path w="3401" h="5920" fill="none" extrusionOk="0">
                  <a:moveTo>
                    <a:pt x="3401" y="1"/>
                  </a:moveTo>
                  <a:lnTo>
                    <a:pt x="3401" y="1"/>
                  </a:lnTo>
                  <a:lnTo>
                    <a:pt x="1" y="5919"/>
                  </a:lnTo>
                  <a:lnTo>
                    <a:pt x="1" y="5919"/>
                  </a:lnTo>
                  <a:lnTo>
                    <a:pt x="3401" y="1"/>
                  </a:lnTo>
                  <a:lnTo>
                    <a:pt x="340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32"/>
            <p:cNvSpPr/>
            <p:nvPr/>
          </p:nvSpPr>
          <p:spPr>
            <a:xfrm>
              <a:off x="5230194" y="3012786"/>
              <a:ext cx="145811" cy="227814"/>
            </a:xfrm>
            <a:custGeom>
              <a:avLst/>
              <a:gdLst/>
              <a:ahLst/>
              <a:cxnLst/>
              <a:rect l="l" t="t" r="r" b="b"/>
              <a:pathLst>
                <a:path w="4031" h="6298" extrusionOk="0">
                  <a:moveTo>
                    <a:pt x="4031" y="1"/>
                  </a:moveTo>
                  <a:lnTo>
                    <a:pt x="3527" y="378"/>
                  </a:lnTo>
                  <a:lnTo>
                    <a:pt x="1" y="6297"/>
                  </a:lnTo>
                  <a:lnTo>
                    <a:pt x="127" y="6171"/>
                  </a:lnTo>
                  <a:lnTo>
                    <a:pt x="505" y="5919"/>
                  </a:lnTo>
                  <a:lnTo>
                    <a:pt x="403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32"/>
            <p:cNvSpPr/>
            <p:nvPr/>
          </p:nvSpPr>
          <p:spPr>
            <a:xfrm>
              <a:off x="5230194" y="3012786"/>
              <a:ext cx="145811" cy="227814"/>
            </a:xfrm>
            <a:custGeom>
              <a:avLst/>
              <a:gdLst/>
              <a:ahLst/>
              <a:cxnLst/>
              <a:rect l="l" t="t" r="r" b="b"/>
              <a:pathLst>
                <a:path w="4031" h="6298" fill="none" extrusionOk="0">
                  <a:moveTo>
                    <a:pt x="4031" y="1"/>
                  </a:moveTo>
                  <a:lnTo>
                    <a:pt x="3527" y="378"/>
                  </a:lnTo>
                  <a:lnTo>
                    <a:pt x="1" y="6297"/>
                  </a:lnTo>
                  <a:lnTo>
                    <a:pt x="127" y="6171"/>
                  </a:lnTo>
                  <a:lnTo>
                    <a:pt x="505" y="5919"/>
                  </a:lnTo>
                  <a:lnTo>
                    <a:pt x="403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p32"/>
            <p:cNvSpPr/>
            <p:nvPr/>
          </p:nvSpPr>
          <p:spPr>
            <a:xfrm>
              <a:off x="5294003" y="3176792"/>
              <a:ext cx="45577" cy="27346"/>
            </a:xfrm>
            <a:custGeom>
              <a:avLst/>
              <a:gdLst/>
              <a:ahLst/>
              <a:cxnLst/>
              <a:rect l="l" t="t" r="r" b="b"/>
              <a:pathLst>
                <a:path w="1260" h="756" extrusionOk="0">
                  <a:moveTo>
                    <a:pt x="1259" y="0"/>
                  </a:moveTo>
                  <a:lnTo>
                    <a:pt x="378" y="504"/>
                  </a:lnTo>
                  <a:lnTo>
                    <a:pt x="315" y="567"/>
                  </a:lnTo>
                  <a:lnTo>
                    <a:pt x="1259" y="0"/>
                  </a:lnTo>
                  <a:close/>
                  <a:moveTo>
                    <a:pt x="315" y="567"/>
                  </a:moveTo>
                  <a:lnTo>
                    <a:pt x="0" y="756"/>
                  </a:lnTo>
                  <a:lnTo>
                    <a:pt x="252" y="630"/>
                  </a:lnTo>
                  <a:lnTo>
                    <a:pt x="315" y="567"/>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p32"/>
            <p:cNvSpPr/>
            <p:nvPr/>
          </p:nvSpPr>
          <p:spPr>
            <a:xfrm>
              <a:off x="5294003" y="3176792"/>
              <a:ext cx="45577" cy="27346"/>
            </a:xfrm>
            <a:custGeom>
              <a:avLst/>
              <a:gdLst/>
              <a:ahLst/>
              <a:cxnLst/>
              <a:rect l="l" t="t" r="r" b="b"/>
              <a:pathLst>
                <a:path w="1260" h="756" fill="none" extrusionOk="0">
                  <a:moveTo>
                    <a:pt x="1259" y="0"/>
                  </a:moveTo>
                  <a:lnTo>
                    <a:pt x="378" y="504"/>
                  </a:lnTo>
                  <a:lnTo>
                    <a:pt x="252" y="630"/>
                  </a:lnTo>
                  <a:lnTo>
                    <a:pt x="0" y="756"/>
                  </a:lnTo>
                  <a:lnTo>
                    <a:pt x="0" y="756"/>
                  </a:lnTo>
                  <a:lnTo>
                    <a:pt x="1259" y="0"/>
                  </a:lnTo>
                  <a:lnTo>
                    <a:pt x="125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p32"/>
            <p:cNvSpPr/>
            <p:nvPr/>
          </p:nvSpPr>
          <p:spPr>
            <a:xfrm>
              <a:off x="5412432" y="2967244"/>
              <a:ext cx="50135" cy="27346"/>
            </a:xfrm>
            <a:custGeom>
              <a:avLst/>
              <a:gdLst/>
              <a:ahLst/>
              <a:cxnLst/>
              <a:rect l="l" t="t" r="r" b="b"/>
              <a:pathLst>
                <a:path w="1386" h="756" fill="none" extrusionOk="0">
                  <a:moveTo>
                    <a:pt x="1385" y="0"/>
                  </a:moveTo>
                  <a:lnTo>
                    <a:pt x="0" y="756"/>
                  </a:lnTo>
                  <a:lnTo>
                    <a:pt x="0" y="756"/>
                  </a:lnTo>
                  <a:lnTo>
                    <a:pt x="1385" y="0"/>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32"/>
            <p:cNvSpPr/>
            <p:nvPr/>
          </p:nvSpPr>
          <p:spPr>
            <a:xfrm>
              <a:off x="5289445" y="2967244"/>
              <a:ext cx="173122" cy="241451"/>
            </a:xfrm>
            <a:custGeom>
              <a:avLst/>
              <a:gdLst/>
              <a:ahLst/>
              <a:cxnLst/>
              <a:rect l="l" t="t" r="r" b="b"/>
              <a:pathLst>
                <a:path w="4786" h="6675" extrusionOk="0">
                  <a:moveTo>
                    <a:pt x="4785" y="0"/>
                  </a:moveTo>
                  <a:lnTo>
                    <a:pt x="3400" y="756"/>
                  </a:lnTo>
                  <a:lnTo>
                    <a:pt x="0" y="6675"/>
                  </a:lnTo>
                  <a:lnTo>
                    <a:pt x="126" y="6549"/>
                  </a:lnTo>
                  <a:lnTo>
                    <a:pt x="378" y="6423"/>
                  </a:lnTo>
                  <a:lnTo>
                    <a:pt x="504" y="6297"/>
                  </a:lnTo>
                  <a:lnTo>
                    <a:pt x="1385" y="5793"/>
                  </a:lnTo>
                  <a:lnTo>
                    <a:pt x="47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32"/>
            <p:cNvSpPr/>
            <p:nvPr/>
          </p:nvSpPr>
          <p:spPr>
            <a:xfrm>
              <a:off x="5289445" y="2967244"/>
              <a:ext cx="173122" cy="241451"/>
            </a:xfrm>
            <a:custGeom>
              <a:avLst/>
              <a:gdLst/>
              <a:ahLst/>
              <a:cxnLst/>
              <a:rect l="l" t="t" r="r" b="b"/>
              <a:pathLst>
                <a:path w="4786" h="6675" fill="none" extrusionOk="0">
                  <a:moveTo>
                    <a:pt x="4785" y="0"/>
                  </a:moveTo>
                  <a:lnTo>
                    <a:pt x="3400" y="756"/>
                  </a:lnTo>
                  <a:lnTo>
                    <a:pt x="0" y="6675"/>
                  </a:lnTo>
                  <a:lnTo>
                    <a:pt x="126" y="6549"/>
                  </a:lnTo>
                  <a:lnTo>
                    <a:pt x="126" y="6549"/>
                  </a:lnTo>
                  <a:lnTo>
                    <a:pt x="378" y="6423"/>
                  </a:lnTo>
                  <a:lnTo>
                    <a:pt x="504" y="6297"/>
                  </a:lnTo>
                  <a:lnTo>
                    <a:pt x="1385" y="5793"/>
                  </a:lnTo>
                  <a:lnTo>
                    <a:pt x="47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32"/>
            <p:cNvSpPr/>
            <p:nvPr/>
          </p:nvSpPr>
          <p:spPr>
            <a:xfrm>
              <a:off x="5248425" y="2994555"/>
              <a:ext cx="164042" cy="232372"/>
            </a:xfrm>
            <a:custGeom>
              <a:avLst/>
              <a:gdLst/>
              <a:ahLst/>
              <a:cxnLst/>
              <a:rect l="l" t="t" r="r" b="b"/>
              <a:pathLst>
                <a:path w="4535" h="6424" extrusionOk="0">
                  <a:moveTo>
                    <a:pt x="4534" y="1"/>
                  </a:moveTo>
                  <a:lnTo>
                    <a:pt x="3527" y="505"/>
                  </a:lnTo>
                  <a:lnTo>
                    <a:pt x="1" y="6423"/>
                  </a:lnTo>
                  <a:lnTo>
                    <a:pt x="1134" y="5920"/>
                  </a:lnTo>
                  <a:lnTo>
                    <a:pt x="4534"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32"/>
            <p:cNvSpPr/>
            <p:nvPr/>
          </p:nvSpPr>
          <p:spPr>
            <a:xfrm>
              <a:off x="5221115" y="3026459"/>
              <a:ext cx="136696" cy="218699"/>
            </a:xfrm>
            <a:custGeom>
              <a:avLst/>
              <a:gdLst/>
              <a:ahLst/>
              <a:cxnLst/>
              <a:rect l="l" t="t" r="r" b="b"/>
              <a:pathLst>
                <a:path w="3779" h="6046" extrusionOk="0">
                  <a:moveTo>
                    <a:pt x="3778" y="0"/>
                  </a:moveTo>
                  <a:lnTo>
                    <a:pt x="0" y="2141"/>
                  </a:lnTo>
                  <a:lnTo>
                    <a:pt x="0" y="3652"/>
                  </a:lnTo>
                  <a:lnTo>
                    <a:pt x="0" y="4282"/>
                  </a:lnTo>
                  <a:lnTo>
                    <a:pt x="0" y="4912"/>
                  </a:lnTo>
                  <a:lnTo>
                    <a:pt x="0" y="5164"/>
                  </a:lnTo>
                  <a:lnTo>
                    <a:pt x="0" y="6045"/>
                  </a:lnTo>
                  <a:lnTo>
                    <a:pt x="252" y="5919"/>
                  </a:lnTo>
                  <a:lnTo>
                    <a:pt x="3778"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32"/>
            <p:cNvSpPr/>
            <p:nvPr/>
          </p:nvSpPr>
          <p:spPr>
            <a:xfrm>
              <a:off x="5198326" y="2848816"/>
              <a:ext cx="423688" cy="255125"/>
            </a:xfrm>
            <a:custGeom>
              <a:avLst/>
              <a:gdLst/>
              <a:ahLst/>
              <a:cxnLst/>
              <a:rect l="l" t="t" r="r" b="b"/>
              <a:pathLst>
                <a:path w="11713" h="7053" extrusionOk="0">
                  <a:moveTo>
                    <a:pt x="11712" y="0"/>
                  </a:moveTo>
                  <a:lnTo>
                    <a:pt x="0" y="6675"/>
                  </a:lnTo>
                  <a:lnTo>
                    <a:pt x="630" y="7052"/>
                  </a:lnTo>
                  <a:lnTo>
                    <a:pt x="11082" y="1134"/>
                  </a:lnTo>
                  <a:lnTo>
                    <a:pt x="1171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32"/>
            <p:cNvSpPr/>
            <p:nvPr/>
          </p:nvSpPr>
          <p:spPr>
            <a:xfrm>
              <a:off x="5198326" y="3031017"/>
              <a:ext cx="423688" cy="255125"/>
            </a:xfrm>
            <a:custGeom>
              <a:avLst/>
              <a:gdLst/>
              <a:ahLst/>
              <a:cxnLst/>
              <a:rect l="l" t="t" r="r" b="b"/>
              <a:pathLst>
                <a:path w="11713" h="7053" extrusionOk="0">
                  <a:moveTo>
                    <a:pt x="11082" y="0"/>
                  </a:moveTo>
                  <a:lnTo>
                    <a:pt x="630" y="5919"/>
                  </a:lnTo>
                  <a:lnTo>
                    <a:pt x="0" y="7053"/>
                  </a:lnTo>
                  <a:lnTo>
                    <a:pt x="11712" y="378"/>
                  </a:lnTo>
                  <a:lnTo>
                    <a:pt x="1108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32"/>
            <p:cNvSpPr/>
            <p:nvPr/>
          </p:nvSpPr>
          <p:spPr>
            <a:xfrm>
              <a:off x="5221115" y="3026459"/>
              <a:ext cx="378111" cy="218699"/>
            </a:xfrm>
            <a:custGeom>
              <a:avLst/>
              <a:gdLst/>
              <a:ahLst/>
              <a:cxnLst/>
              <a:rect l="l" t="t" r="r" b="b"/>
              <a:pathLst>
                <a:path w="10453" h="6046" extrusionOk="0">
                  <a:moveTo>
                    <a:pt x="10326" y="0"/>
                  </a:moveTo>
                  <a:lnTo>
                    <a:pt x="0" y="5793"/>
                  </a:lnTo>
                  <a:lnTo>
                    <a:pt x="0" y="6045"/>
                  </a:lnTo>
                  <a:lnTo>
                    <a:pt x="10452" y="126"/>
                  </a:lnTo>
                  <a:lnTo>
                    <a:pt x="10326"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32"/>
            <p:cNvSpPr/>
            <p:nvPr/>
          </p:nvSpPr>
          <p:spPr>
            <a:xfrm>
              <a:off x="5594634" y="2889799"/>
              <a:ext cx="4594" cy="141254"/>
            </a:xfrm>
            <a:custGeom>
              <a:avLst/>
              <a:gdLst/>
              <a:ahLst/>
              <a:cxnLst/>
              <a:rect l="l" t="t" r="r" b="b"/>
              <a:pathLst>
                <a:path w="127" h="3905" extrusionOk="0">
                  <a:moveTo>
                    <a:pt x="126" y="1"/>
                  </a:moveTo>
                  <a:lnTo>
                    <a:pt x="0" y="126"/>
                  </a:lnTo>
                  <a:lnTo>
                    <a:pt x="0" y="3778"/>
                  </a:lnTo>
                  <a:lnTo>
                    <a:pt x="126" y="3904"/>
                  </a:lnTo>
                  <a:lnTo>
                    <a:pt x="126"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32"/>
            <p:cNvSpPr/>
            <p:nvPr/>
          </p:nvSpPr>
          <p:spPr>
            <a:xfrm>
              <a:off x="5189211" y="3081116"/>
              <a:ext cx="9152" cy="205026"/>
            </a:xfrm>
            <a:custGeom>
              <a:avLst/>
              <a:gdLst/>
              <a:ahLst/>
              <a:cxnLst/>
              <a:rect l="l" t="t" r="r" b="b"/>
              <a:pathLst>
                <a:path w="253" h="5668" extrusionOk="0">
                  <a:moveTo>
                    <a:pt x="1" y="1"/>
                  </a:moveTo>
                  <a:lnTo>
                    <a:pt x="1" y="5542"/>
                  </a:lnTo>
                  <a:lnTo>
                    <a:pt x="252" y="5668"/>
                  </a:lnTo>
                  <a:lnTo>
                    <a:pt x="252" y="253"/>
                  </a:lnTo>
                  <a:lnTo>
                    <a:pt x="1"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32"/>
            <p:cNvSpPr/>
            <p:nvPr/>
          </p:nvSpPr>
          <p:spPr>
            <a:xfrm>
              <a:off x="5189211" y="2839700"/>
              <a:ext cx="432804" cy="250567"/>
            </a:xfrm>
            <a:custGeom>
              <a:avLst/>
              <a:gdLst/>
              <a:ahLst/>
              <a:cxnLst/>
              <a:rect l="l" t="t" r="r" b="b"/>
              <a:pathLst>
                <a:path w="11965" h="6927" extrusionOk="0">
                  <a:moveTo>
                    <a:pt x="11712" y="0"/>
                  </a:moveTo>
                  <a:lnTo>
                    <a:pt x="1" y="6675"/>
                  </a:lnTo>
                  <a:lnTo>
                    <a:pt x="252" y="6927"/>
                  </a:lnTo>
                  <a:lnTo>
                    <a:pt x="11964" y="252"/>
                  </a:lnTo>
                  <a:lnTo>
                    <a:pt x="1171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32"/>
            <p:cNvSpPr/>
            <p:nvPr/>
          </p:nvSpPr>
          <p:spPr>
            <a:xfrm>
              <a:off x="3449086" y="1450349"/>
              <a:ext cx="1252726" cy="674219"/>
            </a:xfrm>
            <a:custGeom>
              <a:avLst/>
              <a:gdLst/>
              <a:ahLst/>
              <a:cxnLst/>
              <a:rect l="l" t="t" r="r" b="b"/>
              <a:pathLst>
                <a:path w="34632" h="18639" extrusionOk="0">
                  <a:moveTo>
                    <a:pt x="17883" y="0"/>
                  </a:moveTo>
                  <a:lnTo>
                    <a:pt x="1" y="9067"/>
                  </a:lnTo>
                  <a:lnTo>
                    <a:pt x="17883" y="18638"/>
                  </a:lnTo>
                  <a:lnTo>
                    <a:pt x="34632" y="9193"/>
                  </a:lnTo>
                  <a:lnTo>
                    <a:pt x="17883" y="0"/>
                  </a:lnTo>
                  <a:close/>
                </a:path>
              </a:pathLst>
            </a:cu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32"/>
            <p:cNvSpPr/>
            <p:nvPr/>
          </p:nvSpPr>
          <p:spPr>
            <a:xfrm>
              <a:off x="5047992" y="2024299"/>
              <a:ext cx="191353" cy="410015"/>
            </a:xfrm>
            <a:custGeom>
              <a:avLst/>
              <a:gdLst/>
              <a:ahLst/>
              <a:cxnLst/>
              <a:rect l="l" t="t" r="r" b="b"/>
              <a:pathLst>
                <a:path w="5290" h="11335" extrusionOk="0">
                  <a:moveTo>
                    <a:pt x="5290" y="1"/>
                  </a:moveTo>
                  <a:lnTo>
                    <a:pt x="1" y="3149"/>
                  </a:lnTo>
                  <a:lnTo>
                    <a:pt x="1" y="11334"/>
                  </a:lnTo>
                  <a:lnTo>
                    <a:pt x="5290" y="8312"/>
                  </a:lnTo>
                  <a:lnTo>
                    <a:pt x="5290" y="1"/>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32"/>
            <p:cNvSpPr/>
            <p:nvPr/>
          </p:nvSpPr>
          <p:spPr>
            <a:xfrm>
              <a:off x="4765592" y="1974200"/>
              <a:ext cx="282435" cy="460114"/>
            </a:xfrm>
            <a:custGeom>
              <a:avLst/>
              <a:gdLst/>
              <a:ahLst/>
              <a:cxnLst/>
              <a:rect l="l" t="t" r="r" b="b"/>
              <a:pathLst>
                <a:path w="7808" h="12720" extrusionOk="0">
                  <a:moveTo>
                    <a:pt x="0" y="0"/>
                  </a:moveTo>
                  <a:lnTo>
                    <a:pt x="0" y="8312"/>
                  </a:lnTo>
                  <a:lnTo>
                    <a:pt x="7808" y="12719"/>
                  </a:lnTo>
                  <a:lnTo>
                    <a:pt x="7808" y="4534"/>
                  </a:lnTo>
                  <a:lnTo>
                    <a:pt x="0"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32"/>
            <p:cNvSpPr/>
            <p:nvPr/>
          </p:nvSpPr>
          <p:spPr>
            <a:xfrm>
              <a:off x="4765592" y="1864850"/>
              <a:ext cx="473751" cy="273356"/>
            </a:xfrm>
            <a:custGeom>
              <a:avLst/>
              <a:gdLst/>
              <a:ahLst/>
              <a:cxnLst/>
              <a:rect l="l" t="t" r="r" b="b"/>
              <a:pathLst>
                <a:path w="13097" h="7557" extrusionOk="0">
                  <a:moveTo>
                    <a:pt x="5289" y="1"/>
                  </a:moveTo>
                  <a:lnTo>
                    <a:pt x="0" y="3023"/>
                  </a:lnTo>
                  <a:lnTo>
                    <a:pt x="7808" y="7557"/>
                  </a:lnTo>
                  <a:lnTo>
                    <a:pt x="13097" y="4409"/>
                  </a:lnTo>
                  <a:lnTo>
                    <a:pt x="5289" y="1"/>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32"/>
            <p:cNvSpPr/>
            <p:nvPr/>
          </p:nvSpPr>
          <p:spPr>
            <a:xfrm>
              <a:off x="5180095" y="1746421"/>
              <a:ext cx="214141" cy="742549"/>
            </a:xfrm>
            <a:custGeom>
              <a:avLst/>
              <a:gdLst/>
              <a:ahLst/>
              <a:cxnLst/>
              <a:rect l="l" t="t" r="r" b="b"/>
              <a:pathLst>
                <a:path w="5920" h="20528" extrusionOk="0">
                  <a:moveTo>
                    <a:pt x="1" y="1"/>
                  </a:moveTo>
                  <a:lnTo>
                    <a:pt x="1" y="18765"/>
                  </a:lnTo>
                  <a:lnTo>
                    <a:pt x="1" y="19142"/>
                  </a:lnTo>
                  <a:lnTo>
                    <a:pt x="253" y="19520"/>
                  </a:lnTo>
                  <a:lnTo>
                    <a:pt x="504" y="19772"/>
                  </a:lnTo>
                  <a:lnTo>
                    <a:pt x="882" y="20024"/>
                  </a:lnTo>
                  <a:lnTo>
                    <a:pt x="1386" y="20276"/>
                  </a:lnTo>
                  <a:lnTo>
                    <a:pt x="1890" y="20402"/>
                  </a:lnTo>
                  <a:lnTo>
                    <a:pt x="3023" y="20528"/>
                  </a:lnTo>
                  <a:lnTo>
                    <a:pt x="4031" y="20402"/>
                  </a:lnTo>
                  <a:lnTo>
                    <a:pt x="4660" y="20276"/>
                  </a:lnTo>
                  <a:lnTo>
                    <a:pt x="5038" y="20024"/>
                  </a:lnTo>
                  <a:lnTo>
                    <a:pt x="5416" y="19772"/>
                  </a:lnTo>
                  <a:lnTo>
                    <a:pt x="5668" y="19520"/>
                  </a:lnTo>
                  <a:lnTo>
                    <a:pt x="5920" y="19142"/>
                  </a:lnTo>
                  <a:lnTo>
                    <a:pt x="5920" y="18890"/>
                  </a:lnTo>
                  <a:lnTo>
                    <a:pt x="5920" y="379"/>
                  </a:lnTo>
                  <a:lnTo>
                    <a:pt x="5794" y="630"/>
                  </a:lnTo>
                  <a:lnTo>
                    <a:pt x="5542" y="882"/>
                  </a:lnTo>
                  <a:lnTo>
                    <a:pt x="5164" y="1260"/>
                  </a:lnTo>
                  <a:lnTo>
                    <a:pt x="4660" y="1386"/>
                  </a:lnTo>
                  <a:lnTo>
                    <a:pt x="4156" y="1638"/>
                  </a:lnTo>
                  <a:lnTo>
                    <a:pt x="3023" y="1764"/>
                  </a:lnTo>
                  <a:lnTo>
                    <a:pt x="1890" y="1638"/>
                  </a:lnTo>
                  <a:lnTo>
                    <a:pt x="1386" y="1386"/>
                  </a:lnTo>
                  <a:lnTo>
                    <a:pt x="882" y="1260"/>
                  </a:lnTo>
                  <a:lnTo>
                    <a:pt x="504" y="882"/>
                  </a:lnTo>
                  <a:lnTo>
                    <a:pt x="253" y="630"/>
                  </a:lnTo>
                  <a:lnTo>
                    <a:pt x="127" y="253"/>
                  </a:lnTo>
                  <a:lnTo>
                    <a:pt x="1" y="1"/>
                  </a:lnTo>
                  <a:close/>
                </a:path>
              </a:pathLst>
            </a:custGeom>
            <a:solidFill>
              <a:srgbClr val="F2505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32"/>
            <p:cNvSpPr/>
            <p:nvPr/>
          </p:nvSpPr>
          <p:spPr>
            <a:xfrm>
              <a:off x="5180095" y="1682649"/>
              <a:ext cx="214141" cy="127580"/>
            </a:xfrm>
            <a:custGeom>
              <a:avLst/>
              <a:gdLst/>
              <a:ahLst/>
              <a:cxnLst/>
              <a:rect l="l" t="t" r="r" b="b"/>
              <a:pathLst>
                <a:path w="5920" h="3527" extrusionOk="0">
                  <a:moveTo>
                    <a:pt x="3023" y="1"/>
                  </a:moveTo>
                  <a:lnTo>
                    <a:pt x="1890" y="127"/>
                  </a:lnTo>
                  <a:lnTo>
                    <a:pt x="1386" y="253"/>
                  </a:lnTo>
                  <a:lnTo>
                    <a:pt x="882" y="504"/>
                  </a:lnTo>
                  <a:lnTo>
                    <a:pt x="504" y="756"/>
                  </a:lnTo>
                  <a:lnTo>
                    <a:pt x="253" y="1134"/>
                  </a:lnTo>
                  <a:lnTo>
                    <a:pt x="127" y="1386"/>
                  </a:lnTo>
                  <a:lnTo>
                    <a:pt x="1" y="1764"/>
                  </a:lnTo>
                  <a:lnTo>
                    <a:pt x="127" y="2016"/>
                  </a:lnTo>
                  <a:lnTo>
                    <a:pt x="253" y="2393"/>
                  </a:lnTo>
                  <a:lnTo>
                    <a:pt x="504" y="2645"/>
                  </a:lnTo>
                  <a:lnTo>
                    <a:pt x="882" y="3023"/>
                  </a:lnTo>
                  <a:lnTo>
                    <a:pt x="1386" y="3149"/>
                  </a:lnTo>
                  <a:lnTo>
                    <a:pt x="1890" y="3401"/>
                  </a:lnTo>
                  <a:lnTo>
                    <a:pt x="3023" y="3527"/>
                  </a:lnTo>
                  <a:lnTo>
                    <a:pt x="4156" y="3401"/>
                  </a:lnTo>
                  <a:lnTo>
                    <a:pt x="4660" y="3149"/>
                  </a:lnTo>
                  <a:lnTo>
                    <a:pt x="5164" y="3023"/>
                  </a:lnTo>
                  <a:lnTo>
                    <a:pt x="5542" y="2645"/>
                  </a:lnTo>
                  <a:lnTo>
                    <a:pt x="5794" y="2393"/>
                  </a:lnTo>
                  <a:lnTo>
                    <a:pt x="5920" y="2016"/>
                  </a:lnTo>
                  <a:lnTo>
                    <a:pt x="5920" y="1764"/>
                  </a:lnTo>
                  <a:lnTo>
                    <a:pt x="5920" y="1386"/>
                  </a:lnTo>
                  <a:lnTo>
                    <a:pt x="5794" y="1134"/>
                  </a:lnTo>
                  <a:lnTo>
                    <a:pt x="5542" y="756"/>
                  </a:lnTo>
                  <a:lnTo>
                    <a:pt x="5164" y="504"/>
                  </a:lnTo>
                  <a:lnTo>
                    <a:pt x="4660" y="253"/>
                  </a:lnTo>
                  <a:lnTo>
                    <a:pt x="4156" y="127"/>
                  </a:lnTo>
                  <a:lnTo>
                    <a:pt x="3023" y="1"/>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32"/>
            <p:cNvSpPr/>
            <p:nvPr/>
          </p:nvSpPr>
          <p:spPr>
            <a:xfrm>
              <a:off x="5198326" y="1700880"/>
              <a:ext cx="177679" cy="91155"/>
            </a:xfrm>
            <a:custGeom>
              <a:avLst/>
              <a:gdLst/>
              <a:ahLst/>
              <a:cxnLst/>
              <a:rect l="l" t="t" r="r" b="b"/>
              <a:pathLst>
                <a:path w="4912" h="2520" extrusionOk="0">
                  <a:moveTo>
                    <a:pt x="2519" y="0"/>
                  </a:moveTo>
                  <a:lnTo>
                    <a:pt x="1512" y="126"/>
                  </a:lnTo>
                  <a:lnTo>
                    <a:pt x="630" y="504"/>
                  </a:lnTo>
                  <a:lnTo>
                    <a:pt x="252" y="882"/>
                  </a:lnTo>
                  <a:lnTo>
                    <a:pt x="0" y="1260"/>
                  </a:lnTo>
                  <a:lnTo>
                    <a:pt x="252" y="1638"/>
                  </a:lnTo>
                  <a:lnTo>
                    <a:pt x="630" y="2015"/>
                  </a:lnTo>
                  <a:lnTo>
                    <a:pt x="1512" y="2393"/>
                  </a:lnTo>
                  <a:lnTo>
                    <a:pt x="2519" y="2519"/>
                  </a:lnTo>
                  <a:lnTo>
                    <a:pt x="3527" y="2393"/>
                  </a:lnTo>
                  <a:lnTo>
                    <a:pt x="4408" y="2015"/>
                  </a:lnTo>
                  <a:lnTo>
                    <a:pt x="4786" y="1638"/>
                  </a:lnTo>
                  <a:lnTo>
                    <a:pt x="4912" y="1260"/>
                  </a:lnTo>
                  <a:lnTo>
                    <a:pt x="4786" y="882"/>
                  </a:lnTo>
                  <a:lnTo>
                    <a:pt x="4408" y="504"/>
                  </a:lnTo>
                  <a:lnTo>
                    <a:pt x="3527" y="126"/>
                  </a:lnTo>
                  <a:lnTo>
                    <a:pt x="2519"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32"/>
            <p:cNvSpPr/>
            <p:nvPr/>
          </p:nvSpPr>
          <p:spPr>
            <a:xfrm>
              <a:off x="5161900" y="2270272"/>
              <a:ext cx="109349" cy="273356"/>
            </a:xfrm>
            <a:custGeom>
              <a:avLst/>
              <a:gdLst/>
              <a:ahLst/>
              <a:cxnLst/>
              <a:rect l="l" t="t" r="r" b="b"/>
              <a:pathLst>
                <a:path w="3023" h="7557" extrusionOk="0">
                  <a:moveTo>
                    <a:pt x="0" y="1"/>
                  </a:moveTo>
                  <a:lnTo>
                    <a:pt x="0" y="6675"/>
                  </a:lnTo>
                  <a:lnTo>
                    <a:pt x="126" y="6927"/>
                  </a:lnTo>
                  <a:lnTo>
                    <a:pt x="378" y="7305"/>
                  </a:lnTo>
                  <a:lnTo>
                    <a:pt x="882" y="7431"/>
                  </a:lnTo>
                  <a:lnTo>
                    <a:pt x="1511" y="7557"/>
                  </a:lnTo>
                  <a:lnTo>
                    <a:pt x="2015" y="7431"/>
                  </a:lnTo>
                  <a:lnTo>
                    <a:pt x="2519" y="7305"/>
                  </a:lnTo>
                  <a:lnTo>
                    <a:pt x="2896" y="6927"/>
                  </a:lnTo>
                  <a:lnTo>
                    <a:pt x="3022" y="6675"/>
                  </a:lnTo>
                  <a:lnTo>
                    <a:pt x="3022" y="1"/>
                  </a:lnTo>
                  <a:lnTo>
                    <a:pt x="2896" y="253"/>
                  </a:lnTo>
                  <a:lnTo>
                    <a:pt x="2645" y="631"/>
                  </a:lnTo>
                  <a:lnTo>
                    <a:pt x="2141" y="756"/>
                  </a:lnTo>
                  <a:lnTo>
                    <a:pt x="1511" y="882"/>
                  </a:lnTo>
                  <a:lnTo>
                    <a:pt x="1007" y="756"/>
                  </a:lnTo>
                  <a:lnTo>
                    <a:pt x="504" y="631"/>
                  </a:lnTo>
                  <a:lnTo>
                    <a:pt x="126" y="253"/>
                  </a:lnTo>
                  <a:lnTo>
                    <a:pt x="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32"/>
            <p:cNvSpPr/>
            <p:nvPr/>
          </p:nvSpPr>
          <p:spPr>
            <a:xfrm>
              <a:off x="5161900" y="2238404"/>
              <a:ext cx="109349" cy="63808"/>
            </a:xfrm>
            <a:custGeom>
              <a:avLst/>
              <a:gdLst/>
              <a:ahLst/>
              <a:cxnLst/>
              <a:rect l="l" t="t" r="r" b="b"/>
              <a:pathLst>
                <a:path w="3023" h="1764" extrusionOk="0">
                  <a:moveTo>
                    <a:pt x="1007" y="0"/>
                  </a:moveTo>
                  <a:lnTo>
                    <a:pt x="504" y="252"/>
                  </a:lnTo>
                  <a:lnTo>
                    <a:pt x="126" y="504"/>
                  </a:lnTo>
                  <a:lnTo>
                    <a:pt x="0" y="882"/>
                  </a:lnTo>
                  <a:lnTo>
                    <a:pt x="126" y="1134"/>
                  </a:lnTo>
                  <a:lnTo>
                    <a:pt x="504" y="1512"/>
                  </a:lnTo>
                  <a:lnTo>
                    <a:pt x="1007" y="1637"/>
                  </a:lnTo>
                  <a:lnTo>
                    <a:pt x="1511" y="1763"/>
                  </a:lnTo>
                  <a:lnTo>
                    <a:pt x="2141" y="1637"/>
                  </a:lnTo>
                  <a:lnTo>
                    <a:pt x="2645" y="1512"/>
                  </a:lnTo>
                  <a:lnTo>
                    <a:pt x="2896" y="1134"/>
                  </a:lnTo>
                  <a:lnTo>
                    <a:pt x="3022" y="882"/>
                  </a:lnTo>
                  <a:lnTo>
                    <a:pt x="2896" y="504"/>
                  </a:lnTo>
                  <a:lnTo>
                    <a:pt x="2645" y="252"/>
                  </a:lnTo>
                  <a:lnTo>
                    <a:pt x="2141"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32"/>
            <p:cNvSpPr/>
            <p:nvPr/>
          </p:nvSpPr>
          <p:spPr>
            <a:xfrm>
              <a:off x="5180095" y="2256635"/>
              <a:ext cx="72924" cy="27346"/>
            </a:xfrm>
            <a:custGeom>
              <a:avLst/>
              <a:gdLst/>
              <a:ahLst/>
              <a:cxnLst/>
              <a:rect l="l" t="t" r="r" b="b"/>
              <a:pathLst>
                <a:path w="2016" h="756" extrusionOk="0">
                  <a:moveTo>
                    <a:pt x="630" y="0"/>
                  </a:moveTo>
                  <a:lnTo>
                    <a:pt x="253" y="126"/>
                  </a:lnTo>
                  <a:lnTo>
                    <a:pt x="1" y="378"/>
                  </a:lnTo>
                  <a:lnTo>
                    <a:pt x="253" y="504"/>
                  </a:lnTo>
                  <a:lnTo>
                    <a:pt x="630" y="630"/>
                  </a:lnTo>
                  <a:lnTo>
                    <a:pt x="1008" y="756"/>
                  </a:lnTo>
                  <a:lnTo>
                    <a:pt x="1512" y="630"/>
                  </a:lnTo>
                  <a:lnTo>
                    <a:pt x="1890" y="504"/>
                  </a:lnTo>
                  <a:lnTo>
                    <a:pt x="2016" y="378"/>
                  </a:lnTo>
                  <a:lnTo>
                    <a:pt x="1890" y="126"/>
                  </a:lnTo>
                  <a:lnTo>
                    <a:pt x="1512"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32"/>
            <p:cNvSpPr/>
            <p:nvPr/>
          </p:nvSpPr>
          <p:spPr>
            <a:xfrm>
              <a:off x="5280330" y="2010626"/>
              <a:ext cx="72924" cy="514807"/>
            </a:xfrm>
            <a:custGeom>
              <a:avLst/>
              <a:gdLst/>
              <a:ahLst/>
              <a:cxnLst/>
              <a:rect l="l" t="t" r="r" b="b"/>
              <a:pathLst>
                <a:path w="2016" h="14232" extrusionOk="0">
                  <a:moveTo>
                    <a:pt x="0" y="1"/>
                  </a:moveTo>
                  <a:lnTo>
                    <a:pt x="0" y="13601"/>
                  </a:lnTo>
                  <a:lnTo>
                    <a:pt x="126" y="13853"/>
                  </a:lnTo>
                  <a:lnTo>
                    <a:pt x="378" y="14105"/>
                  </a:lnTo>
                  <a:lnTo>
                    <a:pt x="630" y="14231"/>
                  </a:lnTo>
                  <a:lnTo>
                    <a:pt x="1385" y="14231"/>
                  </a:lnTo>
                  <a:lnTo>
                    <a:pt x="1763" y="14105"/>
                  </a:lnTo>
                  <a:lnTo>
                    <a:pt x="2015" y="13853"/>
                  </a:lnTo>
                  <a:lnTo>
                    <a:pt x="2015" y="13601"/>
                  </a:lnTo>
                  <a:lnTo>
                    <a:pt x="2015" y="253"/>
                  </a:lnTo>
                  <a:lnTo>
                    <a:pt x="1763" y="504"/>
                  </a:lnTo>
                  <a:lnTo>
                    <a:pt x="1385" y="630"/>
                  </a:lnTo>
                  <a:lnTo>
                    <a:pt x="630" y="630"/>
                  </a:lnTo>
                  <a:lnTo>
                    <a:pt x="378" y="504"/>
                  </a:lnTo>
                  <a:lnTo>
                    <a:pt x="126" y="253"/>
                  </a:ln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32"/>
            <p:cNvSpPr/>
            <p:nvPr/>
          </p:nvSpPr>
          <p:spPr>
            <a:xfrm>
              <a:off x="5280330" y="1992431"/>
              <a:ext cx="72924" cy="41020"/>
            </a:xfrm>
            <a:custGeom>
              <a:avLst/>
              <a:gdLst/>
              <a:ahLst/>
              <a:cxnLst/>
              <a:rect l="l" t="t" r="r" b="b"/>
              <a:pathLst>
                <a:path w="2016" h="1134" extrusionOk="0">
                  <a:moveTo>
                    <a:pt x="630" y="0"/>
                  </a:moveTo>
                  <a:lnTo>
                    <a:pt x="378" y="126"/>
                  </a:lnTo>
                  <a:lnTo>
                    <a:pt x="126" y="378"/>
                  </a:lnTo>
                  <a:lnTo>
                    <a:pt x="0" y="504"/>
                  </a:lnTo>
                  <a:lnTo>
                    <a:pt x="126" y="756"/>
                  </a:lnTo>
                  <a:lnTo>
                    <a:pt x="378" y="1007"/>
                  </a:lnTo>
                  <a:lnTo>
                    <a:pt x="630" y="1133"/>
                  </a:lnTo>
                  <a:lnTo>
                    <a:pt x="1385" y="1133"/>
                  </a:lnTo>
                  <a:lnTo>
                    <a:pt x="1763" y="1007"/>
                  </a:lnTo>
                  <a:lnTo>
                    <a:pt x="2015" y="756"/>
                  </a:lnTo>
                  <a:lnTo>
                    <a:pt x="2015" y="504"/>
                  </a:lnTo>
                  <a:lnTo>
                    <a:pt x="2015" y="378"/>
                  </a:lnTo>
                  <a:lnTo>
                    <a:pt x="1763" y="126"/>
                  </a:lnTo>
                  <a:lnTo>
                    <a:pt x="1385"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32"/>
            <p:cNvSpPr/>
            <p:nvPr/>
          </p:nvSpPr>
          <p:spPr>
            <a:xfrm>
              <a:off x="5289445" y="2001510"/>
              <a:ext cx="54693" cy="22825"/>
            </a:xfrm>
            <a:custGeom>
              <a:avLst/>
              <a:gdLst/>
              <a:ahLst/>
              <a:cxnLst/>
              <a:rect l="l" t="t" r="r" b="b"/>
              <a:pathLst>
                <a:path w="1512" h="631" extrusionOk="0">
                  <a:moveTo>
                    <a:pt x="504" y="1"/>
                  </a:moveTo>
                  <a:lnTo>
                    <a:pt x="252" y="127"/>
                  </a:lnTo>
                  <a:lnTo>
                    <a:pt x="0" y="253"/>
                  </a:lnTo>
                  <a:lnTo>
                    <a:pt x="252" y="505"/>
                  </a:lnTo>
                  <a:lnTo>
                    <a:pt x="504" y="631"/>
                  </a:lnTo>
                  <a:lnTo>
                    <a:pt x="1133" y="631"/>
                  </a:lnTo>
                  <a:lnTo>
                    <a:pt x="1385" y="505"/>
                  </a:lnTo>
                  <a:lnTo>
                    <a:pt x="1511" y="253"/>
                  </a:lnTo>
                  <a:lnTo>
                    <a:pt x="1385" y="127"/>
                  </a:lnTo>
                  <a:lnTo>
                    <a:pt x="1133"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66" name="Google Shape;766;p32"/>
          <p:cNvSpPr txBox="1"/>
          <p:nvPr/>
        </p:nvSpPr>
        <p:spPr>
          <a:xfrm>
            <a:off x="902646" y="2615667"/>
            <a:ext cx="133534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4475C9"/>
                </a:solidFill>
                <a:latin typeface="Times New Roman"/>
                <a:ea typeface="Times New Roman"/>
                <a:cs typeface="Times New Roman"/>
                <a:sym typeface="Times New Roman"/>
              </a:rPr>
              <a:t>Neat Soap</a:t>
            </a:r>
            <a:endParaRPr dirty="0">
              <a:solidFill>
                <a:srgbClr val="4475C9"/>
              </a:solidFill>
            </a:endParaRPr>
          </a:p>
        </p:txBody>
      </p:sp>
      <p:sp>
        <p:nvSpPr>
          <p:cNvPr id="767" name="Google Shape;767;p32"/>
          <p:cNvSpPr txBox="1"/>
          <p:nvPr/>
        </p:nvSpPr>
        <p:spPr>
          <a:xfrm>
            <a:off x="5767014" y="2579954"/>
            <a:ext cx="193587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4475C9"/>
                </a:solidFill>
                <a:latin typeface="Times New Roman"/>
                <a:ea typeface="Times New Roman"/>
                <a:cs typeface="Times New Roman"/>
                <a:sym typeface="Times New Roman"/>
              </a:rPr>
              <a:t>Finished Product</a:t>
            </a:r>
            <a:endParaRPr dirty="0">
              <a:solidFill>
                <a:srgbClr val="4475C9"/>
              </a:solidFill>
            </a:endParaRPr>
          </a:p>
        </p:txBody>
      </p:sp>
      <p:sp>
        <p:nvSpPr>
          <p:cNvPr id="768" name="Google Shape;768;p32"/>
          <p:cNvSpPr txBox="1"/>
          <p:nvPr/>
        </p:nvSpPr>
        <p:spPr>
          <a:xfrm>
            <a:off x="2156041" y="2597830"/>
            <a:ext cx="124216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Times New Roman"/>
                <a:ea typeface="Times New Roman"/>
                <a:cs typeface="Times New Roman"/>
                <a:sym typeface="Times New Roman"/>
              </a:rPr>
              <a:t>Processing</a:t>
            </a:r>
            <a:endParaRPr dirty="0"/>
          </a:p>
        </p:txBody>
      </p:sp>
      <p:sp>
        <p:nvSpPr>
          <p:cNvPr id="769" name="Google Shape;769;p32"/>
          <p:cNvSpPr txBox="1"/>
          <p:nvPr/>
        </p:nvSpPr>
        <p:spPr>
          <a:xfrm>
            <a:off x="2028248" y="2274885"/>
            <a:ext cx="10041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 </a:t>
            </a:r>
            <a:r>
              <a:rPr lang="en-US" sz="1800" b="0" i="0" u="none" strike="noStrike" cap="none" dirty="0">
                <a:solidFill>
                  <a:srgbClr val="000000"/>
                </a:solidFill>
                <a:latin typeface="Times New Roman"/>
                <a:ea typeface="Times New Roman"/>
                <a:cs typeface="Times New Roman"/>
                <a:sym typeface="Times New Roman"/>
              </a:rPr>
              <a:t>Color</a:t>
            </a:r>
            <a:endParaRPr dirty="0"/>
          </a:p>
        </p:txBody>
      </p:sp>
      <p:sp>
        <p:nvSpPr>
          <p:cNvPr id="770" name="Google Shape;770;p32"/>
          <p:cNvSpPr txBox="1"/>
          <p:nvPr/>
        </p:nvSpPr>
        <p:spPr>
          <a:xfrm>
            <a:off x="2011466" y="2955460"/>
            <a:ext cx="138132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a:t>
            </a:r>
            <a:r>
              <a:rPr lang="en-US" sz="1800" b="0" i="0" u="none" strike="noStrike" cap="none" dirty="0">
                <a:solidFill>
                  <a:srgbClr val="000000"/>
                </a:solidFill>
                <a:latin typeface="Times New Roman"/>
                <a:ea typeface="Times New Roman"/>
                <a:cs typeface="Times New Roman"/>
                <a:sym typeface="Times New Roman"/>
              </a:rPr>
              <a:t> Perfume</a:t>
            </a:r>
            <a:endParaRPr dirty="0"/>
          </a:p>
        </p:txBody>
      </p:sp>
      <p:sp>
        <p:nvSpPr>
          <p:cNvPr id="177" name="Slide Number Placeholder 1">
            <a:extLst>
              <a:ext uri="{FF2B5EF4-FFF2-40B4-BE49-F238E27FC236}">
                <a16:creationId xmlns:a16="http://schemas.microsoft.com/office/drawing/2014/main" id="{804D0631-8C3B-4F1A-AD2B-58DC4BD46492}"/>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13</a:t>
            </a:fld>
            <a:endParaRPr lang="en-US" b="1" dirty="0">
              <a:solidFill>
                <a:schemeClr val="bg1">
                  <a:lumMod val="50000"/>
                </a:schemeClr>
              </a:solidFill>
            </a:endParaRPr>
          </a:p>
        </p:txBody>
      </p:sp>
      <p:sp>
        <p:nvSpPr>
          <p:cNvPr id="178" name="Rectangle 177">
            <a:extLst>
              <a:ext uri="{FF2B5EF4-FFF2-40B4-BE49-F238E27FC236}">
                <a16:creationId xmlns:a16="http://schemas.microsoft.com/office/drawing/2014/main" id="{6E1F2AA2-6AFE-4154-B351-8341D37362B5}"/>
              </a:ext>
            </a:extLst>
          </p:cNvPr>
          <p:cNvSpPr/>
          <p:nvPr/>
        </p:nvSpPr>
        <p:spPr>
          <a:xfrm>
            <a:off x="3307281" y="293016"/>
            <a:ext cx="2428870" cy="584775"/>
          </a:xfrm>
          <a:prstGeom prst="rect">
            <a:avLst/>
          </a:prstGeom>
        </p:spPr>
        <p:txBody>
          <a:bodyPr wrap="none">
            <a:spAutoFit/>
          </a:bodyPr>
          <a:lstStyle/>
          <a:p>
            <a:pPr lvl="0" algn="ctr"/>
            <a:r>
              <a:rPr lang="en-US" sz="3200" b="1" dirty="0">
                <a:solidFill>
                  <a:srgbClr val="000000"/>
                </a:solidFill>
                <a:ea typeface="Times New Roman"/>
                <a:sym typeface="Times New Roman"/>
              </a:rPr>
              <a:t>Soap Section</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anim calcmode="lin" valueType="num">
                                      <p:cBhvr additive="base">
                                        <p:cTn id="7" dur="500"/>
                                        <p:tgtEl>
                                          <p:spTgt spid="599"/>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597"/>
                                        </p:tgtEl>
                                        <p:attrNameLst>
                                          <p:attrName>style.visibility</p:attrName>
                                        </p:attrNameLst>
                                      </p:cBhvr>
                                      <p:to>
                                        <p:strVal val="visible"/>
                                      </p:to>
                                    </p:set>
                                    <p:anim calcmode="lin" valueType="num">
                                      <p:cBhvr additive="base">
                                        <p:cTn id="10" dur="500"/>
                                        <p:tgtEl>
                                          <p:spTgt spid="597"/>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596"/>
                                        </p:tgtEl>
                                        <p:attrNameLst>
                                          <p:attrName>style.visibility</p:attrName>
                                        </p:attrNameLst>
                                      </p:cBhvr>
                                      <p:to>
                                        <p:strVal val="visible"/>
                                      </p:to>
                                    </p:set>
                                    <p:anim calcmode="lin" valueType="num">
                                      <p:cBhvr additive="base">
                                        <p:cTn id="13" dur="500"/>
                                        <p:tgtEl>
                                          <p:spTgt spid="596"/>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6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6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7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6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pic>
        <p:nvPicPr>
          <p:cNvPr id="775" name="Google Shape;775;p33"/>
          <p:cNvPicPr preferRelativeResize="0"/>
          <p:nvPr/>
        </p:nvPicPr>
        <p:blipFill rotWithShape="1">
          <a:blip r:embed="rId3">
            <a:alphaModFix/>
          </a:blip>
          <a:srcRect/>
          <a:stretch/>
        </p:blipFill>
        <p:spPr>
          <a:xfrm>
            <a:off x="168693" y="282392"/>
            <a:ext cx="1304213" cy="1096482"/>
          </a:xfrm>
          <a:prstGeom prst="rect">
            <a:avLst/>
          </a:prstGeom>
          <a:noFill/>
          <a:ln>
            <a:noFill/>
          </a:ln>
        </p:spPr>
      </p:pic>
      <p:sp>
        <p:nvSpPr>
          <p:cNvPr id="776" name="Google Shape;776;p33"/>
          <p:cNvSpPr/>
          <p:nvPr/>
        </p:nvSpPr>
        <p:spPr>
          <a:xfrm>
            <a:off x="1472906" y="588317"/>
            <a:ext cx="978408" cy="484632"/>
          </a:xfrm>
          <a:prstGeom prst="rightArrow">
            <a:avLst>
              <a:gd name="adj1" fmla="val 50000"/>
              <a:gd name="adj2" fmla="val 50000"/>
            </a:avLst>
          </a:prstGeom>
          <a:solidFill>
            <a:schemeClr val="accen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77" name="Google Shape;777;p33"/>
          <p:cNvSpPr txBox="1"/>
          <p:nvPr/>
        </p:nvSpPr>
        <p:spPr>
          <a:xfrm>
            <a:off x="388799" y="1414874"/>
            <a:ext cx="864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Crutcher</a:t>
            </a:r>
            <a:endParaRPr/>
          </a:p>
        </p:txBody>
      </p:sp>
      <p:pic>
        <p:nvPicPr>
          <p:cNvPr id="778" name="Google Shape;778;p33"/>
          <p:cNvPicPr preferRelativeResize="0"/>
          <p:nvPr/>
        </p:nvPicPr>
        <p:blipFill rotWithShape="1">
          <a:blip r:embed="rId4">
            <a:alphaModFix/>
          </a:blip>
          <a:srcRect/>
          <a:stretch/>
        </p:blipFill>
        <p:spPr>
          <a:xfrm>
            <a:off x="2439437" y="282392"/>
            <a:ext cx="1472686" cy="1096482"/>
          </a:xfrm>
          <a:prstGeom prst="rect">
            <a:avLst/>
          </a:prstGeom>
          <a:noFill/>
          <a:ln>
            <a:noFill/>
          </a:ln>
        </p:spPr>
      </p:pic>
      <p:sp>
        <p:nvSpPr>
          <p:cNvPr id="779" name="Google Shape;779;p33"/>
          <p:cNvSpPr txBox="1"/>
          <p:nvPr/>
        </p:nvSpPr>
        <p:spPr>
          <a:xfrm>
            <a:off x="2829600" y="1414874"/>
            <a:ext cx="864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Filter</a:t>
            </a:r>
            <a:endParaRPr/>
          </a:p>
        </p:txBody>
      </p:sp>
      <p:pic>
        <p:nvPicPr>
          <p:cNvPr id="780" name="Google Shape;780;p33"/>
          <p:cNvPicPr preferRelativeResize="0"/>
          <p:nvPr/>
        </p:nvPicPr>
        <p:blipFill rotWithShape="1">
          <a:blip r:embed="rId5">
            <a:alphaModFix/>
          </a:blip>
          <a:srcRect/>
          <a:stretch/>
        </p:blipFill>
        <p:spPr>
          <a:xfrm>
            <a:off x="4930987" y="318392"/>
            <a:ext cx="1304213" cy="1096482"/>
          </a:xfrm>
          <a:prstGeom prst="rect">
            <a:avLst/>
          </a:prstGeom>
          <a:noFill/>
          <a:ln>
            <a:noFill/>
          </a:ln>
        </p:spPr>
      </p:pic>
      <p:sp>
        <p:nvSpPr>
          <p:cNvPr id="781" name="Google Shape;781;p33"/>
          <p:cNvSpPr txBox="1"/>
          <p:nvPr/>
        </p:nvSpPr>
        <p:spPr>
          <a:xfrm>
            <a:off x="5148000" y="1414874"/>
            <a:ext cx="10872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Feed Tank</a:t>
            </a:r>
            <a:endParaRPr/>
          </a:p>
        </p:txBody>
      </p:sp>
      <p:pic>
        <p:nvPicPr>
          <p:cNvPr id="782" name="Google Shape;782;p33"/>
          <p:cNvPicPr preferRelativeResize="0"/>
          <p:nvPr/>
        </p:nvPicPr>
        <p:blipFill rotWithShape="1">
          <a:blip r:embed="rId6">
            <a:alphaModFix/>
          </a:blip>
          <a:srcRect/>
          <a:stretch/>
        </p:blipFill>
        <p:spPr>
          <a:xfrm>
            <a:off x="7213608" y="270774"/>
            <a:ext cx="1796025" cy="1144100"/>
          </a:xfrm>
          <a:prstGeom prst="rect">
            <a:avLst/>
          </a:prstGeom>
          <a:noFill/>
          <a:ln>
            <a:noFill/>
          </a:ln>
        </p:spPr>
      </p:pic>
      <p:sp>
        <p:nvSpPr>
          <p:cNvPr id="783" name="Google Shape;783;p33"/>
          <p:cNvSpPr/>
          <p:nvPr/>
        </p:nvSpPr>
        <p:spPr>
          <a:xfrm>
            <a:off x="3932351" y="588317"/>
            <a:ext cx="978408" cy="484632"/>
          </a:xfrm>
          <a:prstGeom prst="rightArrow">
            <a:avLst>
              <a:gd name="adj1" fmla="val 50000"/>
              <a:gd name="adj2" fmla="val 50000"/>
            </a:avLst>
          </a:prstGeom>
          <a:solidFill>
            <a:schemeClr val="accen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84" name="Google Shape;784;p33"/>
          <p:cNvSpPr/>
          <p:nvPr/>
        </p:nvSpPr>
        <p:spPr>
          <a:xfrm>
            <a:off x="6235200" y="554950"/>
            <a:ext cx="978408" cy="484632"/>
          </a:xfrm>
          <a:prstGeom prst="rightArrow">
            <a:avLst>
              <a:gd name="adj1" fmla="val 50000"/>
              <a:gd name="adj2" fmla="val 50000"/>
            </a:avLst>
          </a:prstGeom>
          <a:solidFill>
            <a:schemeClr val="accen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85" name="Google Shape;785;p33"/>
          <p:cNvSpPr txBox="1"/>
          <p:nvPr/>
        </p:nvSpPr>
        <p:spPr>
          <a:xfrm>
            <a:off x="7514466" y="1425748"/>
            <a:ext cx="14544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Heat Exchanger</a:t>
            </a:r>
            <a:endParaRPr/>
          </a:p>
        </p:txBody>
      </p:sp>
      <p:pic>
        <p:nvPicPr>
          <p:cNvPr id="786" name="Google Shape;786;p33"/>
          <p:cNvPicPr preferRelativeResize="0"/>
          <p:nvPr/>
        </p:nvPicPr>
        <p:blipFill rotWithShape="1">
          <a:blip r:embed="rId7">
            <a:alphaModFix/>
          </a:blip>
          <a:srcRect/>
          <a:stretch/>
        </p:blipFill>
        <p:spPr>
          <a:xfrm>
            <a:off x="7213608" y="2136646"/>
            <a:ext cx="1755258" cy="1144100"/>
          </a:xfrm>
          <a:prstGeom prst="rect">
            <a:avLst/>
          </a:prstGeom>
          <a:noFill/>
          <a:ln>
            <a:noFill/>
          </a:ln>
        </p:spPr>
      </p:pic>
      <p:pic>
        <p:nvPicPr>
          <p:cNvPr id="787" name="Google Shape;787;p33"/>
          <p:cNvPicPr preferRelativeResize="0"/>
          <p:nvPr/>
        </p:nvPicPr>
        <p:blipFill rotWithShape="1">
          <a:blip r:embed="rId8">
            <a:alphaModFix/>
          </a:blip>
          <a:srcRect/>
          <a:stretch/>
        </p:blipFill>
        <p:spPr>
          <a:xfrm>
            <a:off x="4795840" y="2136878"/>
            <a:ext cx="1549768" cy="1143868"/>
          </a:xfrm>
          <a:prstGeom prst="rect">
            <a:avLst/>
          </a:prstGeom>
          <a:noFill/>
          <a:ln>
            <a:noFill/>
          </a:ln>
        </p:spPr>
      </p:pic>
      <p:pic>
        <p:nvPicPr>
          <p:cNvPr id="788" name="Google Shape;788;p33"/>
          <p:cNvPicPr preferRelativeResize="0"/>
          <p:nvPr/>
        </p:nvPicPr>
        <p:blipFill rotWithShape="1">
          <a:blip r:embed="rId9">
            <a:alphaModFix/>
          </a:blip>
          <a:srcRect/>
          <a:stretch/>
        </p:blipFill>
        <p:spPr>
          <a:xfrm>
            <a:off x="2477414" y="2136646"/>
            <a:ext cx="1476526" cy="1143868"/>
          </a:xfrm>
          <a:prstGeom prst="rect">
            <a:avLst/>
          </a:prstGeom>
          <a:noFill/>
          <a:ln>
            <a:noFill/>
          </a:ln>
        </p:spPr>
      </p:pic>
      <p:pic>
        <p:nvPicPr>
          <p:cNvPr id="789" name="Google Shape;789;p33"/>
          <p:cNvPicPr preferRelativeResize="0"/>
          <p:nvPr/>
        </p:nvPicPr>
        <p:blipFill rotWithShape="1">
          <a:blip r:embed="rId10">
            <a:alphaModFix/>
          </a:blip>
          <a:srcRect/>
          <a:stretch/>
        </p:blipFill>
        <p:spPr>
          <a:xfrm flipH="1">
            <a:off x="175134" y="2136646"/>
            <a:ext cx="1460380" cy="1144100"/>
          </a:xfrm>
          <a:prstGeom prst="rect">
            <a:avLst/>
          </a:prstGeom>
          <a:noFill/>
          <a:ln>
            <a:noFill/>
          </a:ln>
        </p:spPr>
      </p:pic>
      <p:pic>
        <p:nvPicPr>
          <p:cNvPr id="790" name="Google Shape;790;p33"/>
          <p:cNvPicPr preferRelativeResize="0"/>
          <p:nvPr/>
        </p:nvPicPr>
        <p:blipFill rotWithShape="1">
          <a:blip r:embed="rId11">
            <a:alphaModFix/>
          </a:blip>
          <a:srcRect/>
          <a:stretch/>
        </p:blipFill>
        <p:spPr>
          <a:xfrm>
            <a:off x="175134" y="4061396"/>
            <a:ext cx="1678318" cy="987573"/>
          </a:xfrm>
          <a:prstGeom prst="rect">
            <a:avLst/>
          </a:prstGeom>
          <a:noFill/>
          <a:ln>
            <a:noFill/>
          </a:ln>
        </p:spPr>
      </p:pic>
      <p:sp>
        <p:nvSpPr>
          <p:cNvPr id="791" name="Google Shape;791;p33"/>
          <p:cNvSpPr/>
          <p:nvPr/>
        </p:nvSpPr>
        <p:spPr>
          <a:xfrm>
            <a:off x="7999350" y="1722651"/>
            <a:ext cx="484632" cy="415846"/>
          </a:xfrm>
          <a:prstGeom prst="downArrow">
            <a:avLst>
              <a:gd name="adj1" fmla="val 50000"/>
              <a:gd name="adj2" fmla="val 50000"/>
            </a:avLst>
          </a:prstGeom>
          <a:solidFill>
            <a:schemeClr val="accen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92" name="Google Shape;792;p33"/>
          <p:cNvSpPr/>
          <p:nvPr/>
        </p:nvSpPr>
        <p:spPr>
          <a:xfrm>
            <a:off x="762181" y="3600140"/>
            <a:ext cx="484632" cy="461256"/>
          </a:xfrm>
          <a:prstGeom prst="downArrow">
            <a:avLst>
              <a:gd name="adj1" fmla="val 50000"/>
              <a:gd name="adj2" fmla="val 50000"/>
            </a:avLst>
          </a:prstGeom>
          <a:solidFill>
            <a:schemeClr val="accen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93" name="Google Shape;793;p33"/>
          <p:cNvSpPr txBox="1"/>
          <p:nvPr/>
        </p:nvSpPr>
        <p:spPr>
          <a:xfrm>
            <a:off x="582293" y="3312867"/>
            <a:ext cx="864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Stamper</a:t>
            </a:r>
            <a:endParaRPr/>
          </a:p>
        </p:txBody>
      </p:sp>
      <p:sp>
        <p:nvSpPr>
          <p:cNvPr id="794" name="Google Shape;794;p33"/>
          <p:cNvSpPr txBox="1"/>
          <p:nvPr/>
        </p:nvSpPr>
        <p:spPr>
          <a:xfrm>
            <a:off x="2743780" y="3386732"/>
            <a:ext cx="864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Cutter</a:t>
            </a:r>
            <a:endParaRPr/>
          </a:p>
        </p:txBody>
      </p:sp>
      <p:sp>
        <p:nvSpPr>
          <p:cNvPr id="795" name="Google Shape;795;p33"/>
          <p:cNvSpPr txBox="1"/>
          <p:nvPr/>
        </p:nvSpPr>
        <p:spPr>
          <a:xfrm>
            <a:off x="5104222" y="3386732"/>
            <a:ext cx="864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Plodder</a:t>
            </a:r>
            <a:endParaRPr/>
          </a:p>
        </p:txBody>
      </p:sp>
      <p:sp>
        <p:nvSpPr>
          <p:cNvPr id="796" name="Google Shape;796;p33"/>
          <p:cNvSpPr txBox="1"/>
          <p:nvPr/>
        </p:nvSpPr>
        <p:spPr>
          <a:xfrm>
            <a:off x="7659237" y="3386732"/>
            <a:ext cx="864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Atomizer</a:t>
            </a:r>
            <a:endParaRPr/>
          </a:p>
        </p:txBody>
      </p:sp>
      <p:sp>
        <p:nvSpPr>
          <p:cNvPr id="797" name="Google Shape;797;p33"/>
          <p:cNvSpPr txBox="1"/>
          <p:nvPr/>
        </p:nvSpPr>
        <p:spPr>
          <a:xfrm>
            <a:off x="1853452" y="4271615"/>
            <a:ext cx="97840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Packaging</a:t>
            </a:r>
            <a:endParaRPr/>
          </a:p>
        </p:txBody>
      </p:sp>
      <p:sp>
        <p:nvSpPr>
          <p:cNvPr id="798" name="Google Shape;798;p33"/>
          <p:cNvSpPr/>
          <p:nvPr/>
        </p:nvSpPr>
        <p:spPr>
          <a:xfrm>
            <a:off x="3025422" y="4183188"/>
            <a:ext cx="978408" cy="484632"/>
          </a:xfrm>
          <a:prstGeom prst="rightArrow">
            <a:avLst>
              <a:gd name="adj1" fmla="val 50000"/>
              <a:gd name="adj2" fmla="val 50000"/>
            </a:avLst>
          </a:prstGeom>
          <a:solidFill>
            <a:srgbClr val="00B050"/>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799" name="Google Shape;799;p33"/>
          <p:cNvPicPr preferRelativeResize="0"/>
          <p:nvPr/>
        </p:nvPicPr>
        <p:blipFill rotWithShape="1">
          <a:blip r:embed="rId12">
            <a:alphaModFix/>
          </a:blip>
          <a:srcRect/>
          <a:stretch/>
        </p:blipFill>
        <p:spPr>
          <a:xfrm>
            <a:off x="3881999" y="3625427"/>
            <a:ext cx="2587601" cy="1455526"/>
          </a:xfrm>
          <a:prstGeom prst="rect">
            <a:avLst/>
          </a:prstGeom>
          <a:noFill/>
          <a:ln>
            <a:noFill/>
          </a:ln>
        </p:spPr>
      </p:pic>
      <p:sp>
        <p:nvSpPr>
          <p:cNvPr id="800" name="Google Shape;800;p33"/>
          <p:cNvSpPr/>
          <p:nvPr/>
        </p:nvSpPr>
        <p:spPr>
          <a:xfrm flipH="1">
            <a:off x="6345608" y="2444423"/>
            <a:ext cx="841900" cy="484632"/>
          </a:xfrm>
          <a:prstGeom prst="rightArrow">
            <a:avLst>
              <a:gd name="adj1" fmla="val 50000"/>
              <a:gd name="adj2" fmla="val 50000"/>
            </a:avLst>
          </a:prstGeom>
          <a:solidFill>
            <a:schemeClr val="accen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01" name="Google Shape;801;p33"/>
          <p:cNvSpPr/>
          <p:nvPr/>
        </p:nvSpPr>
        <p:spPr>
          <a:xfrm flipH="1">
            <a:off x="3932351" y="2466264"/>
            <a:ext cx="841900" cy="484632"/>
          </a:xfrm>
          <a:prstGeom prst="rightArrow">
            <a:avLst>
              <a:gd name="adj1" fmla="val 50000"/>
              <a:gd name="adj2" fmla="val 50000"/>
            </a:avLst>
          </a:prstGeom>
          <a:solidFill>
            <a:schemeClr val="accen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02" name="Google Shape;802;p33"/>
          <p:cNvSpPr/>
          <p:nvPr/>
        </p:nvSpPr>
        <p:spPr>
          <a:xfrm flipH="1">
            <a:off x="1657103" y="2429966"/>
            <a:ext cx="797488" cy="484632"/>
          </a:xfrm>
          <a:prstGeom prst="rightArrow">
            <a:avLst>
              <a:gd name="adj1" fmla="val 50000"/>
              <a:gd name="adj2" fmla="val 50000"/>
            </a:avLst>
          </a:prstGeom>
          <a:solidFill>
            <a:schemeClr val="accent1"/>
          </a:solidFill>
          <a:ln w="25400" cap="flat" cmpd="sng">
            <a:solidFill>
              <a:srgbClr val="5469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703DA8D9-9673-E7A7-0BBA-F6D98FE97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14</a:t>
            </a:fld>
            <a:endParaRPr lang="en-US" sz="1800" b="1" dirty="0">
              <a:solidFill>
                <a:schemeClr val="bg1">
                  <a:lumMod val="50000"/>
                </a:schemeClr>
              </a:solidFill>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34"/>
          <p:cNvSpPr txBox="1"/>
          <p:nvPr/>
        </p:nvSpPr>
        <p:spPr>
          <a:xfrm>
            <a:off x="1778400" y="0"/>
            <a:ext cx="60768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none" strike="noStrike" cap="none" dirty="0">
                <a:solidFill>
                  <a:srgbClr val="000000"/>
                </a:solidFill>
                <a:latin typeface="Times New Roman"/>
                <a:ea typeface="Times New Roman"/>
                <a:cs typeface="Times New Roman"/>
                <a:sym typeface="Times New Roman"/>
              </a:rPr>
              <a:t>Flow Charts for different Plants</a:t>
            </a:r>
            <a:endParaRPr dirty="0"/>
          </a:p>
        </p:txBody>
      </p:sp>
      <p:pic>
        <p:nvPicPr>
          <p:cNvPr id="808" name="Google Shape;808;p34"/>
          <p:cNvPicPr preferRelativeResize="0"/>
          <p:nvPr/>
        </p:nvPicPr>
        <p:blipFill rotWithShape="1">
          <a:blip r:embed="rId3">
            <a:alphaModFix/>
          </a:blip>
          <a:srcRect/>
          <a:stretch/>
        </p:blipFill>
        <p:spPr>
          <a:xfrm>
            <a:off x="1551420" y="584775"/>
            <a:ext cx="6159780" cy="4209303"/>
          </a:xfrm>
          <a:prstGeom prst="rect">
            <a:avLst/>
          </a:prstGeom>
          <a:noFill/>
          <a:ln>
            <a:noFill/>
          </a:ln>
        </p:spPr>
      </p:pic>
      <p:sp>
        <p:nvSpPr>
          <p:cNvPr id="809" name="Google Shape;809;p34"/>
          <p:cNvSpPr txBox="1"/>
          <p:nvPr/>
        </p:nvSpPr>
        <p:spPr>
          <a:xfrm>
            <a:off x="3430800" y="4661789"/>
            <a:ext cx="1638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Plant 1,2 &amp; 4</a:t>
            </a:r>
            <a:endParaRPr/>
          </a:p>
        </p:txBody>
      </p:sp>
      <p:sp>
        <p:nvSpPr>
          <p:cNvPr id="2" name="Slide Number Placeholder 1">
            <a:extLst>
              <a:ext uri="{FF2B5EF4-FFF2-40B4-BE49-F238E27FC236}">
                <a16:creationId xmlns:a16="http://schemas.microsoft.com/office/drawing/2014/main" id="{4BFBDFFA-B2A5-0724-DCF4-186AF54CF9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15</a:t>
            </a:fld>
            <a:endParaRPr lang="en-US" sz="1800" b="1">
              <a:solidFill>
                <a:schemeClr val="bg1">
                  <a:lumMod val="50000"/>
                </a:schemeClr>
              </a:solidFill>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pic>
        <p:nvPicPr>
          <p:cNvPr id="814" name="Google Shape;814;p35"/>
          <p:cNvPicPr preferRelativeResize="0"/>
          <p:nvPr/>
        </p:nvPicPr>
        <p:blipFill rotWithShape="1">
          <a:blip r:embed="rId3">
            <a:alphaModFix/>
          </a:blip>
          <a:srcRect/>
          <a:stretch/>
        </p:blipFill>
        <p:spPr>
          <a:xfrm>
            <a:off x="838200" y="2247865"/>
            <a:ext cx="6408975" cy="2568163"/>
          </a:xfrm>
          <a:prstGeom prst="rect">
            <a:avLst/>
          </a:prstGeom>
          <a:noFill/>
          <a:ln>
            <a:noFill/>
          </a:ln>
        </p:spPr>
      </p:pic>
      <p:pic>
        <p:nvPicPr>
          <p:cNvPr id="815" name="Google Shape;815;p35"/>
          <p:cNvPicPr preferRelativeResize="0"/>
          <p:nvPr/>
        </p:nvPicPr>
        <p:blipFill rotWithShape="1">
          <a:blip r:embed="rId4">
            <a:alphaModFix/>
          </a:blip>
          <a:srcRect/>
          <a:stretch/>
        </p:blipFill>
        <p:spPr>
          <a:xfrm>
            <a:off x="712571" y="817268"/>
            <a:ext cx="6160877" cy="1530150"/>
          </a:xfrm>
          <a:prstGeom prst="rect">
            <a:avLst/>
          </a:prstGeom>
          <a:noFill/>
          <a:ln>
            <a:noFill/>
          </a:ln>
        </p:spPr>
      </p:pic>
      <p:sp>
        <p:nvSpPr>
          <p:cNvPr id="816" name="Google Shape;816;p35"/>
          <p:cNvSpPr txBox="1"/>
          <p:nvPr/>
        </p:nvSpPr>
        <p:spPr>
          <a:xfrm>
            <a:off x="7074000" y="1011389"/>
            <a:ext cx="954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Plant 6</a:t>
            </a:r>
            <a:endParaRPr/>
          </a:p>
        </p:txBody>
      </p:sp>
      <p:sp>
        <p:nvSpPr>
          <p:cNvPr id="817" name="Google Shape;817;p35"/>
          <p:cNvSpPr txBox="1"/>
          <p:nvPr/>
        </p:nvSpPr>
        <p:spPr>
          <a:xfrm>
            <a:off x="6734267" y="3331891"/>
            <a:ext cx="1638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Plant 7,8 &amp; 9</a:t>
            </a:r>
            <a:endParaRPr dirty="0"/>
          </a:p>
        </p:txBody>
      </p:sp>
      <p:sp>
        <p:nvSpPr>
          <p:cNvPr id="2" name="Slide Number Placeholder 1">
            <a:extLst>
              <a:ext uri="{FF2B5EF4-FFF2-40B4-BE49-F238E27FC236}">
                <a16:creationId xmlns:a16="http://schemas.microsoft.com/office/drawing/2014/main" id="{62094EF9-8453-AEF8-0243-E05A2E10B1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16</a:t>
            </a:fld>
            <a:endParaRPr lang="en-US" sz="1800" b="1">
              <a:solidFill>
                <a:schemeClr val="bg1">
                  <a:lumMod val="50000"/>
                </a:schemeClr>
              </a:solidFill>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36"/>
          <p:cNvSpPr/>
          <p:nvPr/>
        </p:nvSpPr>
        <p:spPr>
          <a:xfrm>
            <a:off x="5280828" y="2276894"/>
            <a:ext cx="2502714" cy="926396"/>
          </a:xfrm>
          <a:prstGeom prst="roundRect">
            <a:avLst>
              <a:gd name="adj" fmla="val 50000"/>
            </a:avLst>
          </a:prstGeom>
          <a:no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36"/>
          <p:cNvSpPr/>
          <p:nvPr/>
        </p:nvSpPr>
        <p:spPr>
          <a:xfrm>
            <a:off x="1416231" y="2269161"/>
            <a:ext cx="2502714" cy="926396"/>
          </a:xfrm>
          <a:prstGeom prst="roundRect">
            <a:avLst>
              <a:gd name="adj" fmla="val 50000"/>
            </a:avLst>
          </a:prstGeom>
          <a:no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36"/>
          <p:cNvSpPr txBox="1">
            <a:spLocks noGrp="1"/>
          </p:cNvSpPr>
          <p:nvPr>
            <p:ph type="title"/>
          </p:nvPr>
        </p:nvSpPr>
        <p:spPr>
          <a:xfrm>
            <a:off x="2723494" y="595507"/>
            <a:ext cx="3352000" cy="751897"/>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US" sz="3200" dirty="0">
                <a:solidFill>
                  <a:schemeClr val="dk1"/>
                </a:solidFill>
                <a:latin typeface="Times New Roman"/>
                <a:ea typeface="Times New Roman"/>
                <a:cs typeface="Times New Roman"/>
                <a:sym typeface="Times New Roman"/>
              </a:rPr>
              <a:t>Cosmetics Section</a:t>
            </a:r>
            <a:endParaRPr sz="3200" dirty="0">
              <a:latin typeface="Times New Roman"/>
              <a:ea typeface="Times New Roman"/>
              <a:cs typeface="Times New Roman"/>
              <a:sym typeface="Times New Roman"/>
            </a:endParaRPr>
          </a:p>
        </p:txBody>
      </p:sp>
      <p:grpSp>
        <p:nvGrpSpPr>
          <p:cNvPr id="825" name="Google Shape;825;p36"/>
          <p:cNvGrpSpPr/>
          <p:nvPr/>
        </p:nvGrpSpPr>
        <p:grpSpPr>
          <a:xfrm>
            <a:off x="3253891" y="1581150"/>
            <a:ext cx="2636217" cy="2484084"/>
            <a:chOff x="3030025" y="1450349"/>
            <a:chExt cx="3083933" cy="3029269"/>
          </a:xfrm>
        </p:grpSpPr>
        <p:sp>
          <p:nvSpPr>
            <p:cNvPr id="826" name="Google Shape;826;p36"/>
            <p:cNvSpPr/>
            <p:nvPr/>
          </p:nvSpPr>
          <p:spPr>
            <a:xfrm>
              <a:off x="4624374" y="3500211"/>
              <a:ext cx="1489584" cy="979407"/>
            </a:xfrm>
            <a:custGeom>
              <a:avLst/>
              <a:gdLst/>
              <a:ahLst/>
              <a:cxnLst/>
              <a:rect l="l" t="t" r="r" b="b"/>
              <a:pathLst>
                <a:path w="41180" h="27076" extrusionOk="0">
                  <a:moveTo>
                    <a:pt x="41180" y="0"/>
                  </a:moveTo>
                  <a:lnTo>
                    <a:pt x="0" y="24683"/>
                  </a:lnTo>
                  <a:lnTo>
                    <a:pt x="0" y="27076"/>
                  </a:lnTo>
                  <a:lnTo>
                    <a:pt x="41180" y="2393"/>
                  </a:lnTo>
                  <a:lnTo>
                    <a:pt x="41180" y="0"/>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7" name="Google Shape;827;p36"/>
            <p:cNvSpPr/>
            <p:nvPr/>
          </p:nvSpPr>
          <p:spPr>
            <a:xfrm>
              <a:off x="3030025" y="3459191"/>
              <a:ext cx="1594375" cy="1020426"/>
            </a:xfrm>
            <a:custGeom>
              <a:avLst/>
              <a:gdLst/>
              <a:ahLst/>
              <a:cxnLst/>
              <a:rect l="l" t="t" r="r" b="b"/>
              <a:pathLst>
                <a:path w="44077" h="28210" extrusionOk="0">
                  <a:moveTo>
                    <a:pt x="0" y="1"/>
                  </a:moveTo>
                  <a:lnTo>
                    <a:pt x="0" y="2268"/>
                  </a:lnTo>
                  <a:lnTo>
                    <a:pt x="44076" y="28210"/>
                  </a:lnTo>
                  <a:lnTo>
                    <a:pt x="44076" y="25817"/>
                  </a:lnTo>
                  <a:lnTo>
                    <a:pt x="0" y="1"/>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36"/>
            <p:cNvSpPr/>
            <p:nvPr/>
          </p:nvSpPr>
          <p:spPr>
            <a:xfrm>
              <a:off x="3030025" y="3245122"/>
              <a:ext cx="3083923" cy="1147934"/>
            </a:xfrm>
            <a:custGeom>
              <a:avLst/>
              <a:gdLst/>
              <a:ahLst/>
              <a:cxnLst/>
              <a:rect l="l" t="t" r="r" b="b"/>
              <a:pathLst>
                <a:path w="85256" h="31735" extrusionOk="0">
                  <a:moveTo>
                    <a:pt x="11586" y="0"/>
                  </a:moveTo>
                  <a:lnTo>
                    <a:pt x="0" y="5919"/>
                  </a:lnTo>
                  <a:lnTo>
                    <a:pt x="44076" y="31735"/>
                  </a:lnTo>
                  <a:lnTo>
                    <a:pt x="55032" y="25186"/>
                  </a:lnTo>
                  <a:lnTo>
                    <a:pt x="85256" y="7052"/>
                  </a:lnTo>
                  <a:lnTo>
                    <a:pt x="75055" y="1260"/>
                  </a:lnTo>
                  <a:lnTo>
                    <a:pt x="11586"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9" name="Google Shape;829;p36"/>
            <p:cNvSpPr/>
            <p:nvPr/>
          </p:nvSpPr>
          <p:spPr>
            <a:xfrm>
              <a:off x="3030025" y="3245122"/>
              <a:ext cx="3083923" cy="1147934"/>
            </a:xfrm>
            <a:custGeom>
              <a:avLst/>
              <a:gdLst/>
              <a:ahLst/>
              <a:cxnLst/>
              <a:rect l="l" t="t" r="r" b="b"/>
              <a:pathLst>
                <a:path w="85256" h="31735" fill="none" extrusionOk="0">
                  <a:moveTo>
                    <a:pt x="85256" y="7052"/>
                  </a:moveTo>
                  <a:lnTo>
                    <a:pt x="75055" y="1260"/>
                  </a:lnTo>
                  <a:lnTo>
                    <a:pt x="11586" y="0"/>
                  </a:lnTo>
                  <a:lnTo>
                    <a:pt x="0" y="5919"/>
                  </a:lnTo>
                  <a:lnTo>
                    <a:pt x="44076" y="31735"/>
                  </a:lnTo>
                  <a:lnTo>
                    <a:pt x="55032" y="25186"/>
                  </a:lnTo>
                  <a:lnTo>
                    <a:pt x="85256" y="705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0" name="Google Shape;830;p36"/>
            <p:cNvSpPr/>
            <p:nvPr/>
          </p:nvSpPr>
          <p:spPr>
            <a:xfrm>
              <a:off x="4009402" y="1732748"/>
              <a:ext cx="1735593" cy="1011311"/>
            </a:xfrm>
            <a:custGeom>
              <a:avLst/>
              <a:gdLst/>
              <a:ahLst/>
              <a:cxnLst/>
              <a:rect l="l" t="t" r="r" b="b"/>
              <a:pathLst>
                <a:path w="47981" h="27958" extrusionOk="0">
                  <a:moveTo>
                    <a:pt x="14483" y="1"/>
                  </a:moveTo>
                  <a:lnTo>
                    <a:pt x="0" y="8438"/>
                  </a:lnTo>
                  <a:lnTo>
                    <a:pt x="33372" y="27958"/>
                  </a:lnTo>
                  <a:lnTo>
                    <a:pt x="47980" y="19143"/>
                  </a:lnTo>
                  <a:lnTo>
                    <a:pt x="14483"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36"/>
            <p:cNvSpPr/>
            <p:nvPr/>
          </p:nvSpPr>
          <p:spPr>
            <a:xfrm>
              <a:off x="4533255" y="1823867"/>
              <a:ext cx="1093278" cy="687892"/>
            </a:xfrm>
            <a:custGeom>
              <a:avLst/>
              <a:gdLst/>
              <a:ahLst/>
              <a:cxnLst/>
              <a:rect l="l" t="t" r="r" b="b"/>
              <a:pathLst>
                <a:path w="30224" h="19017" extrusionOk="0">
                  <a:moveTo>
                    <a:pt x="1" y="1"/>
                  </a:moveTo>
                  <a:lnTo>
                    <a:pt x="1" y="1764"/>
                  </a:lnTo>
                  <a:lnTo>
                    <a:pt x="30224" y="19016"/>
                  </a:lnTo>
                  <a:lnTo>
                    <a:pt x="30224" y="17253"/>
                  </a:lnTo>
                  <a:lnTo>
                    <a:pt x="1" y="1"/>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2" name="Google Shape;832;p36"/>
            <p:cNvSpPr/>
            <p:nvPr/>
          </p:nvSpPr>
          <p:spPr>
            <a:xfrm>
              <a:off x="4118715" y="1823867"/>
              <a:ext cx="414573" cy="300702"/>
            </a:xfrm>
            <a:custGeom>
              <a:avLst/>
              <a:gdLst/>
              <a:ahLst/>
              <a:cxnLst/>
              <a:rect l="l" t="t" r="r" b="b"/>
              <a:pathLst>
                <a:path w="11461" h="8313" extrusionOk="0">
                  <a:moveTo>
                    <a:pt x="11461" y="1"/>
                  </a:moveTo>
                  <a:lnTo>
                    <a:pt x="1" y="6549"/>
                  </a:lnTo>
                  <a:lnTo>
                    <a:pt x="1" y="8312"/>
                  </a:lnTo>
                  <a:lnTo>
                    <a:pt x="11461" y="1764"/>
                  </a:lnTo>
                  <a:lnTo>
                    <a:pt x="11461" y="1"/>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3" name="Google Shape;833;p36"/>
            <p:cNvSpPr/>
            <p:nvPr/>
          </p:nvSpPr>
          <p:spPr>
            <a:xfrm>
              <a:off x="4009402" y="2037972"/>
              <a:ext cx="1207185" cy="1530603"/>
            </a:xfrm>
            <a:custGeom>
              <a:avLst/>
              <a:gdLst/>
              <a:ahLst/>
              <a:cxnLst/>
              <a:rect l="l" t="t" r="r" b="b"/>
              <a:pathLst>
                <a:path w="33373" h="42314" extrusionOk="0">
                  <a:moveTo>
                    <a:pt x="0" y="0"/>
                  </a:moveTo>
                  <a:lnTo>
                    <a:pt x="0" y="23424"/>
                  </a:lnTo>
                  <a:lnTo>
                    <a:pt x="33372" y="42313"/>
                  </a:lnTo>
                  <a:lnTo>
                    <a:pt x="33372" y="19394"/>
                  </a:lnTo>
                  <a:lnTo>
                    <a:pt x="0" y="0"/>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36"/>
            <p:cNvSpPr/>
            <p:nvPr/>
          </p:nvSpPr>
          <p:spPr>
            <a:xfrm>
              <a:off x="5216557" y="2365948"/>
              <a:ext cx="528444" cy="368996"/>
            </a:xfrm>
            <a:custGeom>
              <a:avLst/>
              <a:gdLst/>
              <a:ahLst/>
              <a:cxnLst/>
              <a:rect l="l" t="t" r="r" b="b"/>
              <a:pathLst>
                <a:path w="14609" h="10201" extrusionOk="0">
                  <a:moveTo>
                    <a:pt x="11586" y="0"/>
                  </a:moveTo>
                  <a:lnTo>
                    <a:pt x="0" y="7053"/>
                  </a:lnTo>
                  <a:lnTo>
                    <a:pt x="0" y="10201"/>
                  </a:lnTo>
                  <a:lnTo>
                    <a:pt x="14608" y="1638"/>
                  </a:lnTo>
                  <a:lnTo>
                    <a:pt x="11586"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36"/>
            <p:cNvSpPr/>
            <p:nvPr/>
          </p:nvSpPr>
          <p:spPr>
            <a:xfrm>
              <a:off x="4009402" y="1996952"/>
              <a:ext cx="1207185" cy="742549"/>
            </a:xfrm>
            <a:custGeom>
              <a:avLst/>
              <a:gdLst/>
              <a:ahLst/>
              <a:cxnLst/>
              <a:rect l="l" t="t" r="r" b="b"/>
              <a:pathLst>
                <a:path w="33373" h="20528" extrusionOk="0">
                  <a:moveTo>
                    <a:pt x="2897" y="1"/>
                  </a:moveTo>
                  <a:lnTo>
                    <a:pt x="0" y="1134"/>
                  </a:lnTo>
                  <a:lnTo>
                    <a:pt x="33372" y="20528"/>
                  </a:lnTo>
                  <a:lnTo>
                    <a:pt x="33372" y="17505"/>
                  </a:lnTo>
                  <a:lnTo>
                    <a:pt x="2897"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6" name="Google Shape;836;p36"/>
            <p:cNvSpPr/>
            <p:nvPr/>
          </p:nvSpPr>
          <p:spPr>
            <a:xfrm>
              <a:off x="4223508" y="1887639"/>
              <a:ext cx="1284594" cy="742549"/>
            </a:xfrm>
            <a:custGeom>
              <a:avLst/>
              <a:gdLst/>
              <a:ahLst/>
              <a:cxnLst/>
              <a:rect l="l" t="t" r="r" b="b"/>
              <a:pathLst>
                <a:path w="35513" h="20528" extrusionOk="0">
                  <a:moveTo>
                    <a:pt x="8564" y="1"/>
                  </a:moveTo>
                  <a:lnTo>
                    <a:pt x="0" y="4786"/>
                  </a:lnTo>
                  <a:lnTo>
                    <a:pt x="27453" y="20527"/>
                  </a:lnTo>
                  <a:lnTo>
                    <a:pt x="35513" y="15364"/>
                  </a:lnTo>
                  <a:lnTo>
                    <a:pt x="8564"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7" name="Google Shape;837;p36"/>
            <p:cNvSpPr/>
            <p:nvPr/>
          </p:nvSpPr>
          <p:spPr>
            <a:xfrm>
              <a:off x="4095963" y="1782883"/>
              <a:ext cx="605853" cy="1831233"/>
            </a:xfrm>
            <a:custGeom>
              <a:avLst/>
              <a:gdLst/>
              <a:ahLst/>
              <a:cxnLst/>
              <a:rect l="l" t="t" r="r" b="b"/>
              <a:pathLst>
                <a:path w="16749" h="50625" extrusionOk="0">
                  <a:moveTo>
                    <a:pt x="16749" y="0"/>
                  </a:moveTo>
                  <a:lnTo>
                    <a:pt x="0" y="9445"/>
                  </a:lnTo>
                  <a:lnTo>
                    <a:pt x="0" y="50625"/>
                  </a:lnTo>
                  <a:lnTo>
                    <a:pt x="16749" y="41558"/>
                  </a:lnTo>
                  <a:lnTo>
                    <a:pt x="16749" y="0"/>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36"/>
            <p:cNvSpPr/>
            <p:nvPr/>
          </p:nvSpPr>
          <p:spPr>
            <a:xfrm>
              <a:off x="4095963" y="1782883"/>
              <a:ext cx="605853" cy="1831233"/>
            </a:xfrm>
            <a:custGeom>
              <a:avLst/>
              <a:gdLst/>
              <a:ahLst/>
              <a:cxnLst/>
              <a:rect l="l" t="t" r="r" b="b"/>
              <a:pathLst>
                <a:path w="16749" h="50625" fill="none" extrusionOk="0">
                  <a:moveTo>
                    <a:pt x="0" y="50625"/>
                  </a:moveTo>
                  <a:lnTo>
                    <a:pt x="16749" y="41558"/>
                  </a:lnTo>
                  <a:lnTo>
                    <a:pt x="16749" y="0"/>
                  </a:lnTo>
                  <a:lnTo>
                    <a:pt x="0" y="9445"/>
                  </a:lnTo>
                  <a:lnTo>
                    <a:pt x="0" y="5062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36"/>
            <p:cNvSpPr/>
            <p:nvPr/>
          </p:nvSpPr>
          <p:spPr>
            <a:xfrm>
              <a:off x="3449086" y="1778326"/>
              <a:ext cx="646909" cy="1835791"/>
            </a:xfrm>
            <a:custGeom>
              <a:avLst/>
              <a:gdLst/>
              <a:ahLst/>
              <a:cxnLst/>
              <a:rect l="l" t="t" r="r" b="b"/>
              <a:pathLst>
                <a:path w="17884" h="50751" extrusionOk="0">
                  <a:moveTo>
                    <a:pt x="1" y="0"/>
                  </a:moveTo>
                  <a:lnTo>
                    <a:pt x="1" y="40550"/>
                  </a:lnTo>
                  <a:lnTo>
                    <a:pt x="17883" y="50751"/>
                  </a:lnTo>
                  <a:lnTo>
                    <a:pt x="17883" y="9571"/>
                  </a:lnTo>
                  <a:lnTo>
                    <a:pt x="1"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36"/>
            <p:cNvSpPr/>
            <p:nvPr/>
          </p:nvSpPr>
          <p:spPr>
            <a:xfrm>
              <a:off x="3449086" y="1778326"/>
              <a:ext cx="646909" cy="1835791"/>
            </a:xfrm>
            <a:custGeom>
              <a:avLst/>
              <a:gdLst/>
              <a:ahLst/>
              <a:cxnLst/>
              <a:rect l="l" t="t" r="r" b="b"/>
              <a:pathLst>
                <a:path w="17884" h="50751" fill="none" extrusionOk="0">
                  <a:moveTo>
                    <a:pt x="1" y="0"/>
                  </a:moveTo>
                  <a:lnTo>
                    <a:pt x="1" y="40550"/>
                  </a:lnTo>
                  <a:lnTo>
                    <a:pt x="17883" y="50751"/>
                  </a:lnTo>
                  <a:lnTo>
                    <a:pt x="17883" y="9571"/>
                  </a:lnTo>
                  <a:lnTo>
                    <a:pt x="1"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36"/>
            <p:cNvSpPr/>
            <p:nvPr/>
          </p:nvSpPr>
          <p:spPr>
            <a:xfrm>
              <a:off x="4351053" y="2056203"/>
              <a:ext cx="154891" cy="168564"/>
            </a:xfrm>
            <a:custGeom>
              <a:avLst/>
              <a:gdLst/>
              <a:ahLst/>
              <a:cxnLst/>
              <a:rect l="l" t="t" r="r" b="b"/>
              <a:pathLst>
                <a:path w="4282" h="4660" extrusionOk="0">
                  <a:moveTo>
                    <a:pt x="3023" y="0"/>
                  </a:moveTo>
                  <a:lnTo>
                    <a:pt x="2519" y="126"/>
                  </a:lnTo>
                  <a:lnTo>
                    <a:pt x="2141" y="126"/>
                  </a:lnTo>
                  <a:lnTo>
                    <a:pt x="1763" y="378"/>
                  </a:lnTo>
                  <a:lnTo>
                    <a:pt x="1260" y="630"/>
                  </a:lnTo>
                  <a:lnTo>
                    <a:pt x="630" y="1385"/>
                  </a:lnTo>
                  <a:lnTo>
                    <a:pt x="126" y="2267"/>
                  </a:lnTo>
                  <a:lnTo>
                    <a:pt x="0" y="2645"/>
                  </a:lnTo>
                  <a:lnTo>
                    <a:pt x="0" y="3148"/>
                  </a:lnTo>
                  <a:lnTo>
                    <a:pt x="0" y="3526"/>
                  </a:lnTo>
                  <a:lnTo>
                    <a:pt x="126" y="3904"/>
                  </a:lnTo>
                  <a:lnTo>
                    <a:pt x="378" y="4156"/>
                  </a:lnTo>
                  <a:lnTo>
                    <a:pt x="630" y="4408"/>
                  </a:lnTo>
                  <a:lnTo>
                    <a:pt x="882" y="4534"/>
                  </a:lnTo>
                  <a:lnTo>
                    <a:pt x="1260" y="4660"/>
                  </a:lnTo>
                  <a:lnTo>
                    <a:pt x="1763" y="4534"/>
                  </a:lnTo>
                  <a:lnTo>
                    <a:pt x="2141" y="4408"/>
                  </a:lnTo>
                  <a:lnTo>
                    <a:pt x="2519" y="4282"/>
                  </a:lnTo>
                  <a:lnTo>
                    <a:pt x="3023" y="4030"/>
                  </a:lnTo>
                  <a:lnTo>
                    <a:pt x="3652" y="3274"/>
                  </a:lnTo>
                  <a:lnTo>
                    <a:pt x="4156" y="2393"/>
                  </a:lnTo>
                  <a:lnTo>
                    <a:pt x="4282" y="1889"/>
                  </a:lnTo>
                  <a:lnTo>
                    <a:pt x="4282" y="1511"/>
                  </a:lnTo>
                  <a:lnTo>
                    <a:pt x="4282" y="1133"/>
                  </a:lnTo>
                  <a:lnTo>
                    <a:pt x="4156" y="756"/>
                  </a:lnTo>
                  <a:lnTo>
                    <a:pt x="3904" y="504"/>
                  </a:lnTo>
                  <a:lnTo>
                    <a:pt x="3652" y="252"/>
                  </a:lnTo>
                  <a:lnTo>
                    <a:pt x="3275" y="126"/>
                  </a:lnTo>
                  <a:lnTo>
                    <a:pt x="3023"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36"/>
            <p:cNvSpPr/>
            <p:nvPr/>
          </p:nvSpPr>
          <p:spPr>
            <a:xfrm>
              <a:off x="4387479" y="2078955"/>
              <a:ext cx="95712" cy="123023"/>
            </a:xfrm>
            <a:custGeom>
              <a:avLst/>
              <a:gdLst/>
              <a:ahLst/>
              <a:cxnLst/>
              <a:rect l="l" t="t" r="r" b="b"/>
              <a:pathLst>
                <a:path w="2646" h="3401" extrusionOk="0">
                  <a:moveTo>
                    <a:pt x="1890" y="1"/>
                  </a:moveTo>
                  <a:lnTo>
                    <a:pt x="2268" y="379"/>
                  </a:lnTo>
                  <a:lnTo>
                    <a:pt x="2393" y="1008"/>
                  </a:lnTo>
                  <a:lnTo>
                    <a:pt x="2268" y="1638"/>
                  </a:lnTo>
                  <a:lnTo>
                    <a:pt x="1890" y="2267"/>
                  </a:lnTo>
                  <a:lnTo>
                    <a:pt x="1386" y="2771"/>
                  </a:lnTo>
                  <a:lnTo>
                    <a:pt x="756" y="3149"/>
                  </a:lnTo>
                  <a:lnTo>
                    <a:pt x="379" y="3275"/>
                  </a:lnTo>
                  <a:lnTo>
                    <a:pt x="1" y="3149"/>
                  </a:lnTo>
                  <a:lnTo>
                    <a:pt x="1" y="3149"/>
                  </a:lnTo>
                  <a:lnTo>
                    <a:pt x="504" y="3401"/>
                  </a:lnTo>
                  <a:lnTo>
                    <a:pt x="1134" y="3275"/>
                  </a:lnTo>
                  <a:lnTo>
                    <a:pt x="1764" y="2897"/>
                  </a:lnTo>
                  <a:lnTo>
                    <a:pt x="2268" y="2393"/>
                  </a:lnTo>
                  <a:lnTo>
                    <a:pt x="2519" y="1764"/>
                  </a:lnTo>
                  <a:lnTo>
                    <a:pt x="2645" y="1134"/>
                  </a:lnTo>
                  <a:lnTo>
                    <a:pt x="2645" y="756"/>
                  </a:lnTo>
                  <a:lnTo>
                    <a:pt x="2519" y="379"/>
                  </a:lnTo>
                  <a:lnTo>
                    <a:pt x="2268" y="127"/>
                  </a:lnTo>
                  <a:lnTo>
                    <a:pt x="189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36"/>
            <p:cNvSpPr/>
            <p:nvPr/>
          </p:nvSpPr>
          <p:spPr>
            <a:xfrm>
              <a:off x="4369284" y="2078955"/>
              <a:ext cx="104792" cy="118465"/>
            </a:xfrm>
            <a:custGeom>
              <a:avLst/>
              <a:gdLst/>
              <a:ahLst/>
              <a:cxnLst/>
              <a:rect l="l" t="t" r="r" b="b"/>
              <a:pathLst>
                <a:path w="2897" h="3275" extrusionOk="0">
                  <a:moveTo>
                    <a:pt x="2015" y="1"/>
                  </a:moveTo>
                  <a:lnTo>
                    <a:pt x="1637" y="127"/>
                  </a:lnTo>
                  <a:lnTo>
                    <a:pt x="1259" y="253"/>
                  </a:lnTo>
                  <a:lnTo>
                    <a:pt x="756" y="630"/>
                  </a:lnTo>
                  <a:lnTo>
                    <a:pt x="504" y="1008"/>
                  </a:lnTo>
                  <a:lnTo>
                    <a:pt x="252" y="1386"/>
                  </a:lnTo>
                  <a:lnTo>
                    <a:pt x="126" y="2016"/>
                  </a:lnTo>
                  <a:lnTo>
                    <a:pt x="0" y="2267"/>
                  </a:lnTo>
                  <a:lnTo>
                    <a:pt x="126" y="2771"/>
                  </a:lnTo>
                  <a:lnTo>
                    <a:pt x="504" y="3149"/>
                  </a:lnTo>
                  <a:lnTo>
                    <a:pt x="882" y="3275"/>
                  </a:lnTo>
                  <a:lnTo>
                    <a:pt x="1259" y="3149"/>
                  </a:lnTo>
                  <a:lnTo>
                    <a:pt x="1511" y="3023"/>
                  </a:lnTo>
                  <a:lnTo>
                    <a:pt x="1889" y="2771"/>
                  </a:lnTo>
                  <a:lnTo>
                    <a:pt x="2393" y="2267"/>
                  </a:lnTo>
                  <a:lnTo>
                    <a:pt x="2645" y="1890"/>
                  </a:lnTo>
                  <a:lnTo>
                    <a:pt x="2771" y="1638"/>
                  </a:lnTo>
                  <a:lnTo>
                    <a:pt x="2896" y="1008"/>
                  </a:lnTo>
                  <a:lnTo>
                    <a:pt x="2771" y="379"/>
                  </a:lnTo>
                  <a:lnTo>
                    <a:pt x="2393"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36"/>
            <p:cNvSpPr/>
            <p:nvPr/>
          </p:nvSpPr>
          <p:spPr>
            <a:xfrm>
              <a:off x="3540205" y="1987873"/>
              <a:ext cx="168564" cy="296108"/>
            </a:xfrm>
            <a:custGeom>
              <a:avLst/>
              <a:gdLst/>
              <a:ahLst/>
              <a:cxnLst/>
              <a:rect l="l" t="t" r="r" b="b"/>
              <a:pathLst>
                <a:path w="4660" h="8186" extrusionOk="0">
                  <a:moveTo>
                    <a:pt x="1" y="0"/>
                  </a:moveTo>
                  <a:lnTo>
                    <a:pt x="1" y="5415"/>
                  </a:lnTo>
                  <a:lnTo>
                    <a:pt x="4660" y="8186"/>
                  </a:lnTo>
                  <a:lnTo>
                    <a:pt x="4660" y="2771"/>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36"/>
            <p:cNvSpPr/>
            <p:nvPr/>
          </p:nvSpPr>
          <p:spPr>
            <a:xfrm>
              <a:off x="3540205" y="1987873"/>
              <a:ext cx="168564" cy="296108"/>
            </a:xfrm>
            <a:custGeom>
              <a:avLst/>
              <a:gdLst/>
              <a:ahLst/>
              <a:cxnLst/>
              <a:rect l="l" t="t" r="r" b="b"/>
              <a:pathLst>
                <a:path w="4660" h="8186" fill="none" extrusionOk="0">
                  <a:moveTo>
                    <a:pt x="1" y="5415"/>
                  </a:moveTo>
                  <a:lnTo>
                    <a:pt x="1" y="0"/>
                  </a:lnTo>
                  <a:lnTo>
                    <a:pt x="4660" y="2771"/>
                  </a:lnTo>
                  <a:lnTo>
                    <a:pt x="4660" y="8186"/>
                  </a:lnTo>
                  <a:lnTo>
                    <a:pt x="1"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p36"/>
            <p:cNvSpPr/>
            <p:nvPr/>
          </p:nvSpPr>
          <p:spPr>
            <a:xfrm>
              <a:off x="3562994" y="2028857"/>
              <a:ext cx="123023" cy="214141"/>
            </a:xfrm>
            <a:custGeom>
              <a:avLst/>
              <a:gdLst/>
              <a:ahLst/>
              <a:cxnLst/>
              <a:rect l="l" t="t" r="r" b="b"/>
              <a:pathLst>
                <a:path w="3401" h="5920" extrusionOk="0">
                  <a:moveTo>
                    <a:pt x="0" y="0"/>
                  </a:moveTo>
                  <a:lnTo>
                    <a:pt x="0" y="1512"/>
                  </a:lnTo>
                  <a:lnTo>
                    <a:pt x="0" y="2141"/>
                  </a:lnTo>
                  <a:lnTo>
                    <a:pt x="0" y="2771"/>
                  </a:lnTo>
                  <a:lnTo>
                    <a:pt x="0" y="3023"/>
                  </a:lnTo>
                  <a:lnTo>
                    <a:pt x="0" y="3904"/>
                  </a:lnTo>
                  <a:lnTo>
                    <a:pt x="378" y="4156"/>
                  </a:lnTo>
                  <a:lnTo>
                    <a:pt x="1008" y="4408"/>
                  </a:lnTo>
                  <a:lnTo>
                    <a:pt x="1260" y="4534"/>
                  </a:lnTo>
                  <a:lnTo>
                    <a:pt x="1385" y="4660"/>
                  </a:lnTo>
                  <a:lnTo>
                    <a:pt x="3400" y="5919"/>
                  </a:lnTo>
                  <a:lnTo>
                    <a:pt x="3400" y="3527"/>
                  </a:lnTo>
                  <a:lnTo>
                    <a:pt x="3400" y="3275"/>
                  </a:lnTo>
                  <a:lnTo>
                    <a:pt x="3400" y="3023"/>
                  </a:lnTo>
                  <a:lnTo>
                    <a:pt x="3400" y="2393"/>
                  </a:lnTo>
                  <a:lnTo>
                    <a:pt x="3400" y="2015"/>
                  </a:lnTo>
                  <a:lnTo>
                    <a:pt x="2645" y="1512"/>
                  </a:lnTo>
                  <a:lnTo>
                    <a:pt x="2519" y="1386"/>
                  </a:lnTo>
                  <a:lnTo>
                    <a:pt x="1889" y="1008"/>
                  </a:lnTo>
                  <a:lnTo>
                    <a:pt x="1385" y="756"/>
                  </a:lnTo>
                  <a:lnTo>
                    <a:pt x="0"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36"/>
            <p:cNvSpPr/>
            <p:nvPr/>
          </p:nvSpPr>
          <p:spPr>
            <a:xfrm>
              <a:off x="3562994" y="2028857"/>
              <a:ext cx="123023" cy="214141"/>
            </a:xfrm>
            <a:custGeom>
              <a:avLst/>
              <a:gdLst/>
              <a:ahLst/>
              <a:cxnLst/>
              <a:rect l="l" t="t" r="r" b="b"/>
              <a:pathLst>
                <a:path w="3401" h="5920" fill="none" extrusionOk="0">
                  <a:moveTo>
                    <a:pt x="2645" y="1512"/>
                  </a:moveTo>
                  <a:lnTo>
                    <a:pt x="2519" y="1386"/>
                  </a:lnTo>
                  <a:lnTo>
                    <a:pt x="1889" y="1008"/>
                  </a:lnTo>
                  <a:lnTo>
                    <a:pt x="1385" y="756"/>
                  </a:lnTo>
                  <a:lnTo>
                    <a:pt x="0" y="0"/>
                  </a:lnTo>
                  <a:lnTo>
                    <a:pt x="0" y="1512"/>
                  </a:lnTo>
                  <a:lnTo>
                    <a:pt x="0" y="2141"/>
                  </a:lnTo>
                  <a:lnTo>
                    <a:pt x="0" y="2771"/>
                  </a:lnTo>
                  <a:lnTo>
                    <a:pt x="0" y="3023"/>
                  </a:lnTo>
                  <a:lnTo>
                    <a:pt x="0" y="3904"/>
                  </a:lnTo>
                  <a:lnTo>
                    <a:pt x="378" y="4156"/>
                  </a:lnTo>
                  <a:lnTo>
                    <a:pt x="1008" y="4408"/>
                  </a:lnTo>
                  <a:lnTo>
                    <a:pt x="1260" y="4534"/>
                  </a:lnTo>
                  <a:lnTo>
                    <a:pt x="1385" y="4660"/>
                  </a:lnTo>
                  <a:lnTo>
                    <a:pt x="3400" y="5919"/>
                  </a:lnTo>
                  <a:lnTo>
                    <a:pt x="3400" y="3527"/>
                  </a:lnTo>
                  <a:lnTo>
                    <a:pt x="3400" y="3275"/>
                  </a:lnTo>
                  <a:lnTo>
                    <a:pt x="3400" y="3023"/>
                  </a:lnTo>
                  <a:lnTo>
                    <a:pt x="3400" y="2393"/>
                  </a:lnTo>
                  <a:lnTo>
                    <a:pt x="3400" y="2015"/>
                  </a:lnTo>
                  <a:lnTo>
                    <a:pt x="2645" y="151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36"/>
            <p:cNvSpPr/>
            <p:nvPr/>
          </p:nvSpPr>
          <p:spPr>
            <a:xfrm>
              <a:off x="3562994" y="2078955"/>
              <a:ext cx="95676" cy="59251"/>
            </a:xfrm>
            <a:custGeom>
              <a:avLst/>
              <a:gdLst/>
              <a:ahLst/>
              <a:cxnLst/>
              <a:rect l="l" t="t" r="r" b="b"/>
              <a:pathLst>
                <a:path w="2645" h="1638" extrusionOk="0">
                  <a:moveTo>
                    <a:pt x="2519" y="1"/>
                  </a:moveTo>
                  <a:lnTo>
                    <a:pt x="0" y="1386"/>
                  </a:lnTo>
                  <a:lnTo>
                    <a:pt x="0" y="1638"/>
                  </a:lnTo>
                  <a:lnTo>
                    <a:pt x="2645" y="127"/>
                  </a:lnTo>
                  <a:lnTo>
                    <a:pt x="2519"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36"/>
            <p:cNvSpPr/>
            <p:nvPr/>
          </p:nvSpPr>
          <p:spPr>
            <a:xfrm>
              <a:off x="3562994" y="2078955"/>
              <a:ext cx="95676" cy="59251"/>
            </a:xfrm>
            <a:custGeom>
              <a:avLst/>
              <a:gdLst/>
              <a:ahLst/>
              <a:cxnLst/>
              <a:rect l="l" t="t" r="r" b="b"/>
              <a:pathLst>
                <a:path w="2645" h="1638" fill="none" extrusionOk="0">
                  <a:moveTo>
                    <a:pt x="2519" y="1"/>
                  </a:moveTo>
                  <a:lnTo>
                    <a:pt x="0" y="1386"/>
                  </a:lnTo>
                  <a:lnTo>
                    <a:pt x="0" y="1638"/>
                  </a:lnTo>
                  <a:lnTo>
                    <a:pt x="2645" y="127"/>
                  </a:lnTo>
                  <a:lnTo>
                    <a:pt x="251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36"/>
            <p:cNvSpPr/>
            <p:nvPr/>
          </p:nvSpPr>
          <p:spPr>
            <a:xfrm>
              <a:off x="3562994" y="2065282"/>
              <a:ext cx="91119" cy="63808"/>
            </a:xfrm>
            <a:custGeom>
              <a:avLst/>
              <a:gdLst/>
              <a:ahLst/>
              <a:cxnLst/>
              <a:rect l="l" t="t" r="r" b="b"/>
              <a:pathLst>
                <a:path w="2519" h="1764" extrusionOk="0">
                  <a:moveTo>
                    <a:pt x="1889" y="1"/>
                  </a:moveTo>
                  <a:lnTo>
                    <a:pt x="0" y="1134"/>
                  </a:lnTo>
                  <a:lnTo>
                    <a:pt x="0" y="1764"/>
                  </a:lnTo>
                  <a:lnTo>
                    <a:pt x="2519" y="379"/>
                  </a:lnTo>
                  <a:lnTo>
                    <a:pt x="1889"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36"/>
            <p:cNvSpPr/>
            <p:nvPr/>
          </p:nvSpPr>
          <p:spPr>
            <a:xfrm>
              <a:off x="3562994" y="2065282"/>
              <a:ext cx="91119" cy="63808"/>
            </a:xfrm>
            <a:custGeom>
              <a:avLst/>
              <a:gdLst/>
              <a:ahLst/>
              <a:cxnLst/>
              <a:rect l="l" t="t" r="r" b="b"/>
              <a:pathLst>
                <a:path w="2519" h="1764" fill="none" extrusionOk="0">
                  <a:moveTo>
                    <a:pt x="1889" y="1"/>
                  </a:moveTo>
                  <a:lnTo>
                    <a:pt x="0" y="1134"/>
                  </a:lnTo>
                  <a:lnTo>
                    <a:pt x="0" y="1764"/>
                  </a:lnTo>
                  <a:lnTo>
                    <a:pt x="2519" y="379"/>
                  </a:lnTo>
                  <a:lnTo>
                    <a:pt x="188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36"/>
            <p:cNvSpPr/>
            <p:nvPr/>
          </p:nvSpPr>
          <p:spPr>
            <a:xfrm>
              <a:off x="3562994" y="2056203"/>
              <a:ext cx="68366" cy="50135"/>
            </a:xfrm>
            <a:custGeom>
              <a:avLst/>
              <a:gdLst/>
              <a:ahLst/>
              <a:cxnLst/>
              <a:rect l="l" t="t" r="r" b="b"/>
              <a:pathLst>
                <a:path w="1890" h="1386" extrusionOk="0">
                  <a:moveTo>
                    <a:pt x="1385" y="0"/>
                  </a:moveTo>
                  <a:lnTo>
                    <a:pt x="0" y="756"/>
                  </a:lnTo>
                  <a:lnTo>
                    <a:pt x="0" y="1385"/>
                  </a:lnTo>
                  <a:lnTo>
                    <a:pt x="1889" y="252"/>
                  </a:lnTo>
                  <a:lnTo>
                    <a:pt x="13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3" name="Google Shape;853;p36"/>
            <p:cNvSpPr/>
            <p:nvPr/>
          </p:nvSpPr>
          <p:spPr>
            <a:xfrm>
              <a:off x="3562994" y="2056203"/>
              <a:ext cx="68366" cy="50135"/>
            </a:xfrm>
            <a:custGeom>
              <a:avLst/>
              <a:gdLst/>
              <a:ahLst/>
              <a:cxnLst/>
              <a:rect l="l" t="t" r="r" b="b"/>
              <a:pathLst>
                <a:path w="1890" h="1386" fill="none" extrusionOk="0">
                  <a:moveTo>
                    <a:pt x="1385" y="0"/>
                  </a:moveTo>
                  <a:lnTo>
                    <a:pt x="0" y="756"/>
                  </a:lnTo>
                  <a:lnTo>
                    <a:pt x="0" y="1385"/>
                  </a:lnTo>
                  <a:lnTo>
                    <a:pt x="1889" y="252"/>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36"/>
            <p:cNvSpPr/>
            <p:nvPr/>
          </p:nvSpPr>
          <p:spPr>
            <a:xfrm>
              <a:off x="3562994" y="2028857"/>
              <a:ext cx="50135" cy="54693"/>
            </a:xfrm>
            <a:custGeom>
              <a:avLst/>
              <a:gdLst/>
              <a:ahLst/>
              <a:cxnLst/>
              <a:rect l="l" t="t" r="r" b="b"/>
              <a:pathLst>
                <a:path w="1386" h="1512" extrusionOk="0">
                  <a:moveTo>
                    <a:pt x="0" y="0"/>
                  </a:moveTo>
                  <a:lnTo>
                    <a:pt x="0" y="1512"/>
                  </a:lnTo>
                  <a:lnTo>
                    <a:pt x="1385" y="756"/>
                  </a:lnTo>
                  <a:lnTo>
                    <a:pt x="0"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36"/>
            <p:cNvSpPr/>
            <p:nvPr/>
          </p:nvSpPr>
          <p:spPr>
            <a:xfrm>
              <a:off x="3576667" y="2115417"/>
              <a:ext cx="109349" cy="72924"/>
            </a:xfrm>
            <a:custGeom>
              <a:avLst/>
              <a:gdLst/>
              <a:ahLst/>
              <a:cxnLst/>
              <a:rect l="l" t="t" r="r" b="b"/>
              <a:pathLst>
                <a:path w="3023" h="2016" extrusionOk="0">
                  <a:moveTo>
                    <a:pt x="3022" y="0"/>
                  </a:moveTo>
                  <a:lnTo>
                    <a:pt x="0" y="1763"/>
                  </a:lnTo>
                  <a:lnTo>
                    <a:pt x="630" y="2015"/>
                  </a:lnTo>
                  <a:lnTo>
                    <a:pt x="3022" y="630"/>
                  </a:lnTo>
                  <a:lnTo>
                    <a:pt x="3022"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36"/>
            <p:cNvSpPr/>
            <p:nvPr/>
          </p:nvSpPr>
          <p:spPr>
            <a:xfrm>
              <a:off x="3576667" y="2115417"/>
              <a:ext cx="109349" cy="72924"/>
            </a:xfrm>
            <a:custGeom>
              <a:avLst/>
              <a:gdLst/>
              <a:ahLst/>
              <a:cxnLst/>
              <a:rect l="l" t="t" r="r" b="b"/>
              <a:pathLst>
                <a:path w="3023" h="2016" fill="none" extrusionOk="0">
                  <a:moveTo>
                    <a:pt x="3022" y="0"/>
                  </a:moveTo>
                  <a:lnTo>
                    <a:pt x="0" y="1763"/>
                  </a:lnTo>
                  <a:lnTo>
                    <a:pt x="630" y="2015"/>
                  </a:lnTo>
                  <a:lnTo>
                    <a:pt x="3022" y="630"/>
                  </a:lnTo>
                  <a:lnTo>
                    <a:pt x="3022"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36"/>
            <p:cNvSpPr/>
            <p:nvPr/>
          </p:nvSpPr>
          <p:spPr>
            <a:xfrm>
              <a:off x="3562994" y="2083513"/>
              <a:ext cx="123023" cy="95712"/>
            </a:xfrm>
            <a:custGeom>
              <a:avLst/>
              <a:gdLst/>
              <a:ahLst/>
              <a:cxnLst/>
              <a:rect l="l" t="t" r="r" b="b"/>
              <a:pathLst>
                <a:path w="3401" h="2646" extrusionOk="0">
                  <a:moveTo>
                    <a:pt x="2645" y="1"/>
                  </a:moveTo>
                  <a:lnTo>
                    <a:pt x="0" y="1512"/>
                  </a:lnTo>
                  <a:lnTo>
                    <a:pt x="0" y="2393"/>
                  </a:lnTo>
                  <a:lnTo>
                    <a:pt x="378" y="2645"/>
                  </a:lnTo>
                  <a:lnTo>
                    <a:pt x="3400" y="882"/>
                  </a:lnTo>
                  <a:lnTo>
                    <a:pt x="3400" y="504"/>
                  </a:lnTo>
                  <a:lnTo>
                    <a:pt x="264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36"/>
            <p:cNvSpPr/>
            <p:nvPr/>
          </p:nvSpPr>
          <p:spPr>
            <a:xfrm>
              <a:off x="3613093" y="2156401"/>
              <a:ext cx="72924" cy="86597"/>
            </a:xfrm>
            <a:custGeom>
              <a:avLst/>
              <a:gdLst/>
              <a:ahLst/>
              <a:cxnLst/>
              <a:rect l="l" t="t" r="r" b="b"/>
              <a:pathLst>
                <a:path w="2016" h="2394" extrusionOk="0">
                  <a:moveTo>
                    <a:pt x="2015" y="1"/>
                  </a:moveTo>
                  <a:lnTo>
                    <a:pt x="0" y="1134"/>
                  </a:lnTo>
                  <a:lnTo>
                    <a:pt x="2015" y="2393"/>
                  </a:lnTo>
                  <a:lnTo>
                    <a:pt x="201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9" name="Google Shape;859;p36"/>
            <p:cNvSpPr/>
            <p:nvPr/>
          </p:nvSpPr>
          <p:spPr>
            <a:xfrm>
              <a:off x="3613093" y="2156401"/>
              <a:ext cx="72924" cy="86597"/>
            </a:xfrm>
            <a:custGeom>
              <a:avLst/>
              <a:gdLst/>
              <a:ahLst/>
              <a:cxnLst/>
              <a:rect l="l" t="t" r="r" b="b"/>
              <a:pathLst>
                <a:path w="2016" h="2394" fill="none" extrusionOk="0">
                  <a:moveTo>
                    <a:pt x="2015" y="1"/>
                  </a:moveTo>
                  <a:lnTo>
                    <a:pt x="0" y="1134"/>
                  </a:lnTo>
                  <a:lnTo>
                    <a:pt x="2015" y="2393"/>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36"/>
            <p:cNvSpPr/>
            <p:nvPr/>
          </p:nvSpPr>
          <p:spPr>
            <a:xfrm>
              <a:off x="3608536" y="2147285"/>
              <a:ext cx="77481" cy="50135"/>
            </a:xfrm>
            <a:custGeom>
              <a:avLst/>
              <a:gdLst/>
              <a:ahLst/>
              <a:cxnLst/>
              <a:rect l="l" t="t" r="r" b="b"/>
              <a:pathLst>
                <a:path w="2142" h="1386" extrusionOk="0">
                  <a:moveTo>
                    <a:pt x="2141" y="1"/>
                  </a:moveTo>
                  <a:lnTo>
                    <a:pt x="1" y="1260"/>
                  </a:lnTo>
                  <a:lnTo>
                    <a:pt x="126" y="1386"/>
                  </a:lnTo>
                  <a:lnTo>
                    <a:pt x="2141" y="253"/>
                  </a:lnTo>
                  <a:lnTo>
                    <a:pt x="214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1" name="Google Shape;861;p36"/>
            <p:cNvSpPr/>
            <p:nvPr/>
          </p:nvSpPr>
          <p:spPr>
            <a:xfrm>
              <a:off x="3608536" y="2147285"/>
              <a:ext cx="77481" cy="50135"/>
            </a:xfrm>
            <a:custGeom>
              <a:avLst/>
              <a:gdLst/>
              <a:ahLst/>
              <a:cxnLst/>
              <a:rect l="l" t="t" r="r" b="b"/>
              <a:pathLst>
                <a:path w="2142" h="1386" fill="none" extrusionOk="0">
                  <a:moveTo>
                    <a:pt x="2141" y="1"/>
                  </a:moveTo>
                  <a:lnTo>
                    <a:pt x="1" y="1260"/>
                  </a:lnTo>
                  <a:lnTo>
                    <a:pt x="126" y="1386"/>
                  </a:lnTo>
                  <a:lnTo>
                    <a:pt x="2141" y="253"/>
                  </a:lnTo>
                  <a:lnTo>
                    <a:pt x="214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36"/>
            <p:cNvSpPr/>
            <p:nvPr/>
          </p:nvSpPr>
          <p:spPr>
            <a:xfrm>
              <a:off x="3599420" y="2138170"/>
              <a:ext cx="86597" cy="54729"/>
            </a:xfrm>
            <a:custGeom>
              <a:avLst/>
              <a:gdLst/>
              <a:ahLst/>
              <a:cxnLst/>
              <a:rect l="l" t="t" r="r" b="b"/>
              <a:pathLst>
                <a:path w="2394" h="1513" extrusionOk="0">
                  <a:moveTo>
                    <a:pt x="2393" y="1"/>
                  </a:moveTo>
                  <a:lnTo>
                    <a:pt x="1" y="1386"/>
                  </a:lnTo>
                  <a:lnTo>
                    <a:pt x="253" y="1512"/>
                  </a:lnTo>
                  <a:lnTo>
                    <a:pt x="2393" y="253"/>
                  </a:lnTo>
                  <a:lnTo>
                    <a:pt x="2393"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36"/>
            <p:cNvSpPr/>
            <p:nvPr/>
          </p:nvSpPr>
          <p:spPr>
            <a:xfrm>
              <a:off x="3540205" y="1987873"/>
              <a:ext cx="168564" cy="113907"/>
            </a:xfrm>
            <a:custGeom>
              <a:avLst/>
              <a:gdLst/>
              <a:ahLst/>
              <a:cxnLst/>
              <a:rect l="l" t="t" r="r" b="b"/>
              <a:pathLst>
                <a:path w="4660" h="3149" extrusionOk="0">
                  <a:moveTo>
                    <a:pt x="1" y="0"/>
                  </a:moveTo>
                  <a:lnTo>
                    <a:pt x="630" y="1133"/>
                  </a:lnTo>
                  <a:lnTo>
                    <a:pt x="4030" y="3148"/>
                  </a:lnTo>
                  <a:lnTo>
                    <a:pt x="4660" y="2771"/>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p36"/>
            <p:cNvSpPr/>
            <p:nvPr/>
          </p:nvSpPr>
          <p:spPr>
            <a:xfrm>
              <a:off x="3540205" y="2170074"/>
              <a:ext cx="168564" cy="113907"/>
            </a:xfrm>
            <a:custGeom>
              <a:avLst/>
              <a:gdLst/>
              <a:ahLst/>
              <a:cxnLst/>
              <a:rect l="l" t="t" r="r" b="b"/>
              <a:pathLst>
                <a:path w="4660" h="3149" extrusionOk="0">
                  <a:moveTo>
                    <a:pt x="630" y="0"/>
                  </a:moveTo>
                  <a:lnTo>
                    <a:pt x="1" y="378"/>
                  </a:lnTo>
                  <a:lnTo>
                    <a:pt x="4660" y="3149"/>
                  </a:lnTo>
                  <a:lnTo>
                    <a:pt x="4030" y="2015"/>
                  </a:lnTo>
                  <a:lnTo>
                    <a:pt x="630"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36"/>
            <p:cNvSpPr/>
            <p:nvPr/>
          </p:nvSpPr>
          <p:spPr>
            <a:xfrm>
              <a:off x="3562994" y="2165516"/>
              <a:ext cx="123023" cy="77481"/>
            </a:xfrm>
            <a:custGeom>
              <a:avLst/>
              <a:gdLst/>
              <a:ahLst/>
              <a:cxnLst/>
              <a:rect l="l" t="t" r="r" b="b"/>
              <a:pathLst>
                <a:path w="3401" h="2142" extrusionOk="0">
                  <a:moveTo>
                    <a:pt x="252" y="0"/>
                  </a:moveTo>
                  <a:lnTo>
                    <a:pt x="0" y="126"/>
                  </a:lnTo>
                  <a:lnTo>
                    <a:pt x="3400" y="2141"/>
                  </a:lnTo>
                  <a:lnTo>
                    <a:pt x="3400" y="1889"/>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36"/>
            <p:cNvSpPr/>
            <p:nvPr/>
          </p:nvSpPr>
          <p:spPr>
            <a:xfrm>
              <a:off x="3562994" y="2028857"/>
              <a:ext cx="9152" cy="141254"/>
            </a:xfrm>
            <a:custGeom>
              <a:avLst/>
              <a:gdLst/>
              <a:ahLst/>
              <a:cxnLst/>
              <a:rect l="l" t="t" r="r" b="b"/>
              <a:pathLst>
                <a:path w="253" h="3905" extrusionOk="0">
                  <a:moveTo>
                    <a:pt x="0" y="0"/>
                  </a:moveTo>
                  <a:lnTo>
                    <a:pt x="0" y="3904"/>
                  </a:lnTo>
                  <a:lnTo>
                    <a:pt x="252" y="3778"/>
                  </a:lnTo>
                  <a:lnTo>
                    <a:pt x="252" y="126"/>
                  </a:lnTo>
                  <a:lnTo>
                    <a:pt x="0"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7" name="Google Shape;867;p36"/>
            <p:cNvSpPr/>
            <p:nvPr/>
          </p:nvSpPr>
          <p:spPr>
            <a:xfrm>
              <a:off x="3708770" y="2078955"/>
              <a:ext cx="9115" cy="205026"/>
            </a:xfrm>
            <a:custGeom>
              <a:avLst/>
              <a:gdLst/>
              <a:ahLst/>
              <a:cxnLst/>
              <a:rect l="l" t="t" r="r" b="b"/>
              <a:pathLst>
                <a:path w="252" h="5668" extrusionOk="0">
                  <a:moveTo>
                    <a:pt x="252" y="1"/>
                  </a:moveTo>
                  <a:lnTo>
                    <a:pt x="0" y="253"/>
                  </a:lnTo>
                  <a:lnTo>
                    <a:pt x="0" y="5668"/>
                  </a:lnTo>
                  <a:lnTo>
                    <a:pt x="252" y="5542"/>
                  </a:lnTo>
                  <a:lnTo>
                    <a:pt x="252"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36"/>
            <p:cNvSpPr/>
            <p:nvPr/>
          </p:nvSpPr>
          <p:spPr>
            <a:xfrm>
              <a:off x="3540205" y="1983315"/>
              <a:ext cx="177679" cy="104792"/>
            </a:xfrm>
            <a:custGeom>
              <a:avLst/>
              <a:gdLst/>
              <a:ahLst/>
              <a:cxnLst/>
              <a:rect l="l" t="t" r="r" b="b"/>
              <a:pathLst>
                <a:path w="4912" h="2897" extrusionOk="0">
                  <a:moveTo>
                    <a:pt x="252" y="0"/>
                  </a:moveTo>
                  <a:lnTo>
                    <a:pt x="1" y="126"/>
                  </a:lnTo>
                  <a:lnTo>
                    <a:pt x="4660" y="2897"/>
                  </a:lnTo>
                  <a:lnTo>
                    <a:pt x="4912" y="2645"/>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36"/>
            <p:cNvSpPr/>
            <p:nvPr/>
          </p:nvSpPr>
          <p:spPr>
            <a:xfrm>
              <a:off x="3540205" y="2297618"/>
              <a:ext cx="168564" cy="296108"/>
            </a:xfrm>
            <a:custGeom>
              <a:avLst/>
              <a:gdLst/>
              <a:ahLst/>
              <a:cxnLst/>
              <a:rect l="l" t="t" r="r" b="b"/>
              <a:pathLst>
                <a:path w="4660" h="8186" extrusionOk="0">
                  <a:moveTo>
                    <a:pt x="1" y="0"/>
                  </a:moveTo>
                  <a:lnTo>
                    <a:pt x="1" y="5415"/>
                  </a:lnTo>
                  <a:lnTo>
                    <a:pt x="4660" y="8186"/>
                  </a:lnTo>
                  <a:lnTo>
                    <a:pt x="4660" y="2771"/>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36"/>
            <p:cNvSpPr/>
            <p:nvPr/>
          </p:nvSpPr>
          <p:spPr>
            <a:xfrm>
              <a:off x="3540205" y="2297618"/>
              <a:ext cx="168564" cy="296108"/>
            </a:xfrm>
            <a:custGeom>
              <a:avLst/>
              <a:gdLst/>
              <a:ahLst/>
              <a:cxnLst/>
              <a:rect l="l" t="t" r="r" b="b"/>
              <a:pathLst>
                <a:path w="4660" h="8186" fill="none" extrusionOk="0">
                  <a:moveTo>
                    <a:pt x="1" y="5415"/>
                  </a:moveTo>
                  <a:lnTo>
                    <a:pt x="1" y="0"/>
                  </a:lnTo>
                  <a:lnTo>
                    <a:pt x="4660" y="2771"/>
                  </a:lnTo>
                  <a:lnTo>
                    <a:pt x="4660" y="8186"/>
                  </a:lnTo>
                  <a:lnTo>
                    <a:pt x="1"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36"/>
            <p:cNvSpPr/>
            <p:nvPr/>
          </p:nvSpPr>
          <p:spPr>
            <a:xfrm>
              <a:off x="3562994" y="2338602"/>
              <a:ext cx="123023" cy="214141"/>
            </a:xfrm>
            <a:custGeom>
              <a:avLst/>
              <a:gdLst/>
              <a:ahLst/>
              <a:cxnLst/>
              <a:rect l="l" t="t" r="r" b="b"/>
              <a:pathLst>
                <a:path w="3401" h="5920" extrusionOk="0">
                  <a:moveTo>
                    <a:pt x="0" y="1"/>
                  </a:moveTo>
                  <a:lnTo>
                    <a:pt x="0" y="1512"/>
                  </a:lnTo>
                  <a:lnTo>
                    <a:pt x="0" y="2142"/>
                  </a:lnTo>
                  <a:lnTo>
                    <a:pt x="0" y="2771"/>
                  </a:lnTo>
                  <a:lnTo>
                    <a:pt x="0" y="3023"/>
                  </a:lnTo>
                  <a:lnTo>
                    <a:pt x="0" y="3905"/>
                  </a:lnTo>
                  <a:lnTo>
                    <a:pt x="378" y="4157"/>
                  </a:lnTo>
                  <a:lnTo>
                    <a:pt x="1008" y="4408"/>
                  </a:lnTo>
                  <a:lnTo>
                    <a:pt x="1260" y="4534"/>
                  </a:lnTo>
                  <a:lnTo>
                    <a:pt x="1385" y="4660"/>
                  </a:lnTo>
                  <a:lnTo>
                    <a:pt x="3400" y="5920"/>
                  </a:lnTo>
                  <a:lnTo>
                    <a:pt x="3400" y="3527"/>
                  </a:lnTo>
                  <a:lnTo>
                    <a:pt x="3400" y="3275"/>
                  </a:lnTo>
                  <a:lnTo>
                    <a:pt x="3400" y="3023"/>
                  </a:lnTo>
                  <a:lnTo>
                    <a:pt x="3400" y="2394"/>
                  </a:lnTo>
                  <a:lnTo>
                    <a:pt x="3400" y="2016"/>
                  </a:lnTo>
                  <a:lnTo>
                    <a:pt x="2645" y="1512"/>
                  </a:lnTo>
                  <a:lnTo>
                    <a:pt x="2519" y="1386"/>
                  </a:lnTo>
                  <a:lnTo>
                    <a:pt x="1889" y="1008"/>
                  </a:lnTo>
                  <a:lnTo>
                    <a:pt x="1385" y="756"/>
                  </a:ln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36"/>
            <p:cNvSpPr/>
            <p:nvPr/>
          </p:nvSpPr>
          <p:spPr>
            <a:xfrm>
              <a:off x="3562994" y="2338602"/>
              <a:ext cx="123023" cy="214141"/>
            </a:xfrm>
            <a:custGeom>
              <a:avLst/>
              <a:gdLst/>
              <a:ahLst/>
              <a:cxnLst/>
              <a:rect l="l" t="t" r="r" b="b"/>
              <a:pathLst>
                <a:path w="3401" h="5920" fill="none" extrusionOk="0">
                  <a:moveTo>
                    <a:pt x="2645" y="1512"/>
                  </a:moveTo>
                  <a:lnTo>
                    <a:pt x="2519" y="1386"/>
                  </a:lnTo>
                  <a:lnTo>
                    <a:pt x="1889" y="1008"/>
                  </a:lnTo>
                  <a:lnTo>
                    <a:pt x="1385" y="756"/>
                  </a:lnTo>
                  <a:lnTo>
                    <a:pt x="0" y="1"/>
                  </a:lnTo>
                  <a:lnTo>
                    <a:pt x="0" y="1512"/>
                  </a:lnTo>
                  <a:lnTo>
                    <a:pt x="0" y="2142"/>
                  </a:lnTo>
                  <a:lnTo>
                    <a:pt x="0" y="2771"/>
                  </a:lnTo>
                  <a:lnTo>
                    <a:pt x="0" y="3023"/>
                  </a:lnTo>
                  <a:lnTo>
                    <a:pt x="0" y="3905"/>
                  </a:lnTo>
                  <a:lnTo>
                    <a:pt x="378" y="4157"/>
                  </a:lnTo>
                  <a:lnTo>
                    <a:pt x="1008" y="4408"/>
                  </a:lnTo>
                  <a:lnTo>
                    <a:pt x="1260" y="4534"/>
                  </a:lnTo>
                  <a:lnTo>
                    <a:pt x="1385" y="4660"/>
                  </a:lnTo>
                  <a:lnTo>
                    <a:pt x="3400" y="5920"/>
                  </a:lnTo>
                  <a:lnTo>
                    <a:pt x="3400" y="3527"/>
                  </a:lnTo>
                  <a:lnTo>
                    <a:pt x="3400" y="3275"/>
                  </a:lnTo>
                  <a:lnTo>
                    <a:pt x="3400" y="3023"/>
                  </a:lnTo>
                  <a:lnTo>
                    <a:pt x="3400" y="2394"/>
                  </a:lnTo>
                  <a:lnTo>
                    <a:pt x="3400" y="2016"/>
                  </a:lnTo>
                  <a:lnTo>
                    <a:pt x="2645" y="151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36"/>
            <p:cNvSpPr/>
            <p:nvPr/>
          </p:nvSpPr>
          <p:spPr>
            <a:xfrm>
              <a:off x="3562994" y="2388737"/>
              <a:ext cx="95676" cy="59251"/>
            </a:xfrm>
            <a:custGeom>
              <a:avLst/>
              <a:gdLst/>
              <a:ahLst/>
              <a:cxnLst/>
              <a:rect l="l" t="t" r="r" b="b"/>
              <a:pathLst>
                <a:path w="2645" h="1638" extrusionOk="0">
                  <a:moveTo>
                    <a:pt x="2519" y="0"/>
                  </a:moveTo>
                  <a:lnTo>
                    <a:pt x="0" y="1385"/>
                  </a:lnTo>
                  <a:lnTo>
                    <a:pt x="0" y="1637"/>
                  </a:lnTo>
                  <a:lnTo>
                    <a:pt x="2645" y="126"/>
                  </a:lnTo>
                  <a:lnTo>
                    <a:pt x="2519"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36"/>
            <p:cNvSpPr/>
            <p:nvPr/>
          </p:nvSpPr>
          <p:spPr>
            <a:xfrm>
              <a:off x="3562994" y="2388737"/>
              <a:ext cx="95676" cy="59251"/>
            </a:xfrm>
            <a:custGeom>
              <a:avLst/>
              <a:gdLst/>
              <a:ahLst/>
              <a:cxnLst/>
              <a:rect l="l" t="t" r="r" b="b"/>
              <a:pathLst>
                <a:path w="2645" h="1638" fill="none" extrusionOk="0">
                  <a:moveTo>
                    <a:pt x="2519" y="0"/>
                  </a:moveTo>
                  <a:lnTo>
                    <a:pt x="0" y="1385"/>
                  </a:lnTo>
                  <a:lnTo>
                    <a:pt x="0" y="1637"/>
                  </a:lnTo>
                  <a:lnTo>
                    <a:pt x="2645" y="126"/>
                  </a:lnTo>
                  <a:lnTo>
                    <a:pt x="251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36"/>
            <p:cNvSpPr/>
            <p:nvPr/>
          </p:nvSpPr>
          <p:spPr>
            <a:xfrm>
              <a:off x="3562994" y="2375064"/>
              <a:ext cx="91119" cy="63808"/>
            </a:xfrm>
            <a:custGeom>
              <a:avLst/>
              <a:gdLst/>
              <a:ahLst/>
              <a:cxnLst/>
              <a:rect l="l" t="t" r="r" b="b"/>
              <a:pathLst>
                <a:path w="2519" h="1764" extrusionOk="0">
                  <a:moveTo>
                    <a:pt x="1889" y="0"/>
                  </a:moveTo>
                  <a:lnTo>
                    <a:pt x="0" y="1134"/>
                  </a:lnTo>
                  <a:lnTo>
                    <a:pt x="0" y="1763"/>
                  </a:lnTo>
                  <a:lnTo>
                    <a:pt x="2519" y="378"/>
                  </a:lnTo>
                  <a:lnTo>
                    <a:pt x="1889"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36"/>
            <p:cNvSpPr/>
            <p:nvPr/>
          </p:nvSpPr>
          <p:spPr>
            <a:xfrm>
              <a:off x="3562994" y="2375064"/>
              <a:ext cx="91119" cy="63808"/>
            </a:xfrm>
            <a:custGeom>
              <a:avLst/>
              <a:gdLst/>
              <a:ahLst/>
              <a:cxnLst/>
              <a:rect l="l" t="t" r="r" b="b"/>
              <a:pathLst>
                <a:path w="2519" h="1764" fill="none" extrusionOk="0">
                  <a:moveTo>
                    <a:pt x="1889" y="0"/>
                  </a:moveTo>
                  <a:lnTo>
                    <a:pt x="0" y="1134"/>
                  </a:lnTo>
                  <a:lnTo>
                    <a:pt x="0" y="1763"/>
                  </a:lnTo>
                  <a:lnTo>
                    <a:pt x="2519" y="378"/>
                  </a:lnTo>
                  <a:lnTo>
                    <a:pt x="188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36"/>
            <p:cNvSpPr/>
            <p:nvPr/>
          </p:nvSpPr>
          <p:spPr>
            <a:xfrm>
              <a:off x="3562994" y="2365948"/>
              <a:ext cx="68366" cy="50135"/>
            </a:xfrm>
            <a:custGeom>
              <a:avLst/>
              <a:gdLst/>
              <a:ahLst/>
              <a:cxnLst/>
              <a:rect l="l" t="t" r="r" b="b"/>
              <a:pathLst>
                <a:path w="1890" h="1386" extrusionOk="0">
                  <a:moveTo>
                    <a:pt x="1385" y="0"/>
                  </a:moveTo>
                  <a:lnTo>
                    <a:pt x="0" y="756"/>
                  </a:lnTo>
                  <a:lnTo>
                    <a:pt x="0" y="1386"/>
                  </a:lnTo>
                  <a:lnTo>
                    <a:pt x="1889" y="252"/>
                  </a:lnTo>
                  <a:lnTo>
                    <a:pt x="13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36"/>
            <p:cNvSpPr/>
            <p:nvPr/>
          </p:nvSpPr>
          <p:spPr>
            <a:xfrm>
              <a:off x="3562994" y="2365948"/>
              <a:ext cx="68366" cy="50135"/>
            </a:xfrm>
            <a:custGeom>
              <a:avLst/>
              <a:gdLst/>
              <a:ahLst/>
              <a:cxnLst/>
              <a:rect l="l" t="t" r="r" b="b"/>
              <a:pathLst>
                <a:path w="1890" h="1386" fill="none" extrusionOk="0">
                  <a:moveTo>
                    <a:pt x="1385" y="0"/>
                  </a:moveTo>
                  <a:lnTo>
                    <a:pt x="0" y="756"/>
                  </a:lnTo>
                  <a:lnTo>
                    <a:pt x="0" y="1386"/>
                  </a:lnTo>
                  <a:lnTo>
                    <a:pt x="1889" y="252"/>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9" name="Google Shape;879;p36"/>
            <p:cNvSpPr/>
            <p:nvPr/>
          </p:nvSpPr>
          <p:spPr>
            <a:xfrm>
              <a:off x="3562994" y="2338602"/>
              <a:ext cx="50135" cy="54693"/>
            </a:xfrm>
            <a:custGeom>
              <a:avLst/>
              <a:gdLst/>
              <a:ahLst/>
              <a:cxnLst/>
              <a:rect l="l" t="t" r="r" b="b"/>
              <a:pathLst>
                <a:path w="1386" h="1512" extrusionOk="0">
                  <a:moveTo>
                    <a:pt x="0" y="1"/>
                  </a:moveTo>
                  <a:lnTo>
                    <a:pt x="0" y="1512"/>
                  </a:lnTo>
                  <a:lnTo>
                    <a:pt x="1385" y="756"/>
                  </a:lnTo>
                  <a:lnTo>
                    <a:pt x="0"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36"/>
            <p:cNvSpPr/>
            <p:nvPr/>
          </p:nvSpPr>
          <p:spPr>
            <a:xfrm>
              <a:off x="3576667" y="2425163"/>
              <a:ext cx="109349" cy="72924"/>
            </a:xfrm>
            <a:custGeom>
              <a:avLst/>
              <a:gdLst/>
              <a:ahLst/>
              <a:cxnLst/>
              <a:rect l="l" t="t" r="r" b="b"/>
              <a:pathLst>
                <a:path w="3023" h="2016" extrusionOk="0">
                  <a:moveTo>
                    <a:pt x="3022" y="1"/>
                  </a:moveTo>
                  <a:lnTo>
                    <a:pt x="0" y="1764"/>
                  </a:lnTo>
                  <a:lnTo>
                    <a:pt x="630" y="2015"/>
                  </a:lnTo>
                  <a:lnTo>
                    <a:pt x="3022" y="630"/>
                  </a:lnTo>
                  <a:lnTo>
                    <a:pt x="3022"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36"/>
            <p:cNvSpPr/>
            <p:nvPr/>
          </p:nvSpPr>
          <p:spPr>
            <a:xfrm>
              <a:off x="3576667" y="2425163"/>
              <a:ext cx="109349" cy="72924"/>
            </a:xfrm>
            <a:custGeom>
              <a:avLst/>
              <a:gdLst/>
              <a:ahLst/>
              <a:cxnLst/>
              <a:rect l="l" t="t" r="r" b="b"/>
              <a:pathLst>
                <a:path w="3023" h="2016" fill="none" extrusionOk="0">
                  <a:moveTo>
                    <a:pt x="3022" y="1"/>
                  </a:moveTo>
                  <a:lnTo>
                    <a:pt x="0" y="1764"/>
                  </a:lnTo>
                  <a:lnTo>
                    <a:pt x="630" y="2015"/>
                  </a:lnTo>
                  <a:lnTo>
                    <a:pt x="3022" y="630"/>
                  </a:lnTo>
                  <a:lnTo>
                    <a:pt x="3022"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36"/>
            <p:cNvSpPr/>
            <p:nvPr/>
          </p:nvSpPr>
          <p:spPr>
            <a:xfrm>
              <a:off x="3562994" y="2393259"/>
              <a:ext cx="123023" cy="95712"/>
            </a:xfrm>
            <a:custGeom>
              <a:avLst/>
              <a:gdLst/>
              <a:ahLst/>
              <a:cxnLst/>
              <a:rect l="l" t="t" r="r" b="b"/>
              <a:pathLst>
                <a:path w="3401" h="2646" extrusionOk="0">
                  <a:moveTo>
                    <a:pt x="2645" y="1"/>
                  </a:moveTo>
                  <a:lnTo>
                    <a:pt x="0" y="1512"/>
                  </a:lnTo>
                  <a:lnTo>
                    <a:pt x="0" y="2394"/>
                  </a:lnTo>
                  <a:lnTo>
                    <a:pt x="378" y="2646"/>
                  </a:lnTo>
                  <a:lnTo>
                    <a:pt x="3400" y="883"/>
                  </a:lnTo>
                  <a:lnTo>
                    <a:pt x="3400" y="505"/>
                  </a:lnTo>
                  <a:lnTo>
                    <a:pt x="264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36"/>
            <p:cNvSpPr/>
            <p:nvPr/>
          </p:nvSpPr>
          <p:spPr>
            <a:xfrm>
              <a:off x="3613093" y="2466146"/>
              <a:ext cx="72924" cy="86597"/>
            </a:xfrm>
            <a:custGeom>
              <a:avLst/>
              <a:gdLst/>
              <a:ahLst/>
              <a:cxnLst/>
              <a:rect l="l" t="t" r="r" b="b"/>
              <a:pathLst>
                <a:path w="2016" h="2394" extrusionOk="0">
                  <a:moveTo>
                    <a:pt x="2015" y="1"/>
                  </a:moveTo>
                  <a:lnTo>
                    <a:pt x="0" y="1134"/>
                  </a:lnTo>
                  <a:lnTo>
                    <a:pt x="2015" y="2394"/>
                  </a:lnTo>
                  <a:lnTo>
                    <a:pt x="2015"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36"/>
            <p:cNvSpPr/>
            <p:nvPr/>
          </p:nvSpPr>
          <p:spPr>
            <a:xfrm>
              <a:off x="3613093" y="2466146"/>
              <a:ext cx="72924" cy="86597"/>
            </a:xfrm>
            <a:custGeom>
              <a:avLst/>
              <a:gdLst/>
              <a:ahLst/>
              <a:cxnLst/>
              <a:rect l="l" t="t" r="r" b="b"/>
              <a:pathLst>
                <a:path w="2016" h="2394" fill="none" extrusionOk="0">
                  <a:moveTo>
                    <a:pt x="2015" y="1"/>
                  </a:moveTo>
                  <a:lnTo>
                    <a:pt x="0" y="1134"/>
                  </a:lnTo>
                  <a:lnTo>
                    <a:pt x="2015" y="2394"/>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36"/>
            <p:cNvSpPr/>
            <p:nvPr/>
          </p:nvSpPr>
          <p:spPr>
            <a:xfrm>
              <a:off x="3608536" y="2457067"/>
              <a:ext cx="77481" cy="50135"/>
            </a:xfrm>
            <a:custGeom>
              <a:avLst/>
              <a:gdLst/>
              <a:ahLst/>
              <a:cxnLst/>
              <a:rect l="l" t="t" r="r" b="b"/>
              <a:pathLst>
                <a:path w="2142" h="1386" extrusionOk="0">
                  <a:moveTo>
                    <a:pt x="2141" y="0"/>
                  </a:moveTo>
                  <a:lnTo>
                    <a:pt x="1" y="1259"/>
                  </a:lnTo>
                  <a:lnTo>
                    <a:pt x="126" y="1385"/>
                  </a:lnTo>
                  <a:lnTo>
                    <a:pt x="2141" y="252"/>
                  </a:lnTo>
                  <a:lnTo>
                    <a:pt x="2141"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36"/>
            <p:cNvSpPr/>
            <p:nvPr/>
          </p:nvSpPr>
          <p:spPr>
            <a:xfrm>
              <a:off x="3608536" y="2457067"/>
              <a:ext cx="77481" cy="50135"/>
            </a:xfrm>
            <a:custGeom>
              <a:avLst/>
              <a:gdLst/>
              <a:ahLst/>
              <a:cxnLst/>
              <a:rect l="l" t="t" r="r" b="b"/>
              <a:pathLst>
                <a:path w="2142" h="1386" fill="none" extrusionOk="0">
                  <a:moveTo>
                    <a:pt x="2141" y="0"/>
                  </a:moveTo>
                  <a:lnTo>
                    <a:pt x="1" y="1259"/>
                  </a:lnTo>
                  <a:lnTo>
                    <a:pt x="126" y="1385"/>
                  </a:lnTo>
                  <a:lnTo>
                    <a:pt x="2141" y="252"/>
                  </a:lnTo>
                  <a:lnTo>
                    <a:pt x="2141"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7" name="Google Shape;887;p36"/>
            <p:cNvSpPr/>
            <p:nvPr/>
          </p:nvSpPr>
          <p:spPr>
            <a:xfrm>
              <a:off x="3599420" y="2447952"/>
              <a:ext cx="86597" cy="54693"/>
            </a:xfrm>
            <a:custGeom>
              <a:avLst/>
              <a:gdLst/>
              <a:ahLst/>
              <a:cxnLst/>
              <a:rect l="l" t="t" r="r" b="b"/>
              <a:pathLst>
                <a:path w="2394" h="1512" extrusionOk="0">
                  <a:moveTo>
                    <a:pt x="2393" y="0"/>
                  </a:moveTo>
                  <a:lnTo>
                    <a:pt x="1" y="1385"/>
                  </a:lnTo>
                  <a:lnTo>
                    <a:pt x="253" y="1511"/>
                  </a:lnTo>
                  <a:lnTo>
                    <a:pt x="2393" y="252"/>
                  </a:lnTo>
                  <a:lnTo>
                    <a:pt x="2393"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8" name="Google Shape;888;p36"/>
            <p:cNvSpPr/>
            <p:nvPr/>
          </p:nvSpPr>
          <p:spPr>
            <a:xfrm>
              <a:off x="3540205" y="2297618"/>
              <a:ext cx="168564" cy="113907"/>
            </a:xfrm>
            <a:custGeom>
              <a:avLst/>
              <a:gdLst/>
              <a:ahLst/>
              <a:cxnLst/>
              <a:rect l="l" t="t" r="r" b="b"/>
              <a:pathLst>
                <a:path w="4660" h="3149" extrusionOk="0">
                  <a:moveTo>
                    <a:pt x="1" y="0"/>
                  </a:moveTo>
                  <a:lnTo>
                    <a:pt x="630" y="1134"/>
                  </a:lnTo>
                  <a:lnTo>
                    <a:pt x="4030" y="3149"/>
                  </a:lnTo>
                  <a:lnTo>
                    <a:pt x="4660" y="2771"/>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9" name="Google Shape;889;p36"/>
            <p:cNvSpPr/>
            <p:nvPr/>
          </p:nvSpPr>
          <p:spPr>
            <a:xfrm>
              <a:off x="3540205" y="2479820"/>
              <a:ext cx="168564" cy="113907"/>
            </a:xfrm>
            <a:custGeom>
              <a:avLst/>
              <a:gdLst/>
              <a:ahLst/>
              <a:cxnLst/>
              <a:rect l="l" t="t" r="r" b="b"/>
              <a:pathLst>
                <a:path w="4660" h="3149" extrusionOk="0">
                  <a:moveTo>
                    <a:pt x="630" y="1"/>
                  </a:moveTo>
                  <a:lnTo>
                    <a:pt x="1" y="378"/>
                  </a:lnTo>
                  <a:lnTo>
                    <a:pt x="4660" y="3149"/>
                  </a:lnTo>
                  <a:lnTo>
                    <a:pt x="4030" y="2016"/>
                  </a:lnTo>
                  <a:lnTo>
                    <a:pt x="63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36"/>
            <p:cNvSpPr/>
            <p:nvPr/>
          </p:nvSpPr>
          <p:spPr>
            <a:xfrm>
              <a:off x="3562994" y="2475262"/>
              <a:ext cx="123023" cy="77481"/>
            </a:xfrm>
            <a:custGeom>
              <a:avLst/>
              <a:gdLst/>
              <a:ahLst/>
              <a:cxnLst/>
              <a:rect l="l" t="t" r="r" b="b"/>
              <a:pathLst>
                <a:path w="3401" h="2142" extrusionOk="0">
                  <a:moveTo>
                    <a:pt x="252" y="1"/>
                  </a:moveTo>
                  <a:lnTo>
                    <a:pt x="0" y="127"/>
                  </a:lnTo>
                  <a:lnTo>
                    <a:pt x="3400" y="2142"/>
                  </a:lnTo>
                  <a:lnTo>
                    <a:pt x="3400" y="1890"/>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36"/>
            <p:cNvSpPr/>
            <p:nvPr/>
          </p:nvSpPr>
          <p:spPr>
            <a:xfrm>
              <a:off x="3562994" y="2338602"/>
              <a:ext cx="9152" cy="141254"/>
            </a:xfrm>
            <a:custGeom>
              <a:avLst/>
              <a:gdLst/>
              <a:ahLst/>
              <a:cxnLst/>
              <a:rect l="l" t="t" r="r" b="b"/>
              <a:pathLst>
                <a:path w="253" h="3905" extrusionOk="0">
                  <a:moveTo>
                    <a:pt x="0" y="1"/>
                  </a:moveTo>
                  <a:lnTo>
                    <a:pt x="0" y="3905"/>
                  </a:lnTo>
                  <a:lnTo>
                    <a:pt x="252" y="3779"/>
                  </a:lnTo>
                  <a:lnTo>
                    <a:pt x="252" y="127"/>
                  </a:lnTo>
                  <a:lnTo>
                    <a:pt x="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36"/>
            <p:cNvSpPr/>
            <p:nvPr/>
          </p:nvSpPr>
          <p:spPr>
            <a:xfrm>
              <a:off x="3708770" y="2388737"/>
              <a:ext cx="9115" cy="204990"/>
            </a:xfrm>
            <a:custGeom>
              <a:avLst/>
              <a:gdLst/>
              <a:ahLst/>
              <a:cxnLst/>
              <a:rect l="l" t="t" r="r" b="b"/>
              <a:pathLst>
                <a:path w="252" h="5667" extrusionOk="0">
                  <a:moveTo>
                    <a:pt x="252" y="0"/>
                  </a:moveTo>
                  <a:lnTo>
                    <a:pt x="0" y="252"/>
                  </a:lnTo>
                  <a:lnTo>
                    <a:pt x="0" y="5667"/>
                  </a:lnTo>
                  <a:lnTo>
                    <a:pt x="252" y="5541"/>
                  </a:lnTo>
                  <a:lnTo>
                    <a:pt x="25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3" name="Google Shape;893;p36"/>
            <p:cNvSpPr/>
            <p:nvPr/>
          </p:nvSpPr>
          <p:spPr>
            <a:xfrm>
              <a:off x="3540205" y="2293061"/>
              <a:ext cx="177679" cy="104792"/>
            </a:xfrm>
            <a:custGeom>
              <a:avLst/>
              <a:gdLst/>
              <a:ahLst/>
              <a:cxnLst/>
              <a:rect l="l" t="t" r="r" b="b"/>
              <a:pathLst>
                <a:path w="4912" h="2897" extrusionOk="0">
                  <a:moveTo>
                    <a:pt x="252" y="1"/>
                  </a:moveTo>
                  <a:lnTo>
                    <a:pt x="1" y="126"/>
                  </a:lnTo>
                  <a:lnTo>
                    <a:pt x="4660" y="2897"/>
                  </a:lnTo>
                  <a:lnTo>
                    <a:pt x="4912" y="2645"/>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4" name="Google Shape;894;p36"/>
            <p:cNvSpPr/>
            <p:nvPr/>
          </p:nvSpPr>
          <p:spPr>
            <a:xfrm>
              <a:off x="4095963" y="2429721"/>
              <a:ext cx="1120624" cy="660546"/>
            </a:xfrm>
            <a:custGeom>
              <a:avLst/>
              <a:gdLst/>
              <a:ahLst/>
              <a:cxnLst/>
              <a:rect l="l" t="t" r="r" b="b"/>
              <a:pathLst>
                <a:path w="30980" h="18261" extrusionOk="0">
                  <a:moveTo>
                    <a:pt x="16497" y="0"/>
                  </a:moveTo>
                  <a:lnTo>
                    <a:pt x="0" y="9445"/>
                  </a:lnTo>
                  <a:lnTo>
                    <a:pt x="14482" y="18261"/>
                  </a:lnTo>
                  <a:lnTo>
                    <a:pt x="30979" y="8438"/>
                  </a:lnTo>
                  <a:lnTo>
                    <a:pt x="16497"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5" name="Google Shape;895;p36"/>
            <p:cNvSpPr/>
            <p:nvPr/>
          </p:nvSpPr>
          <p:spPr>
            <a:xfrm>
              <a:off x="4209835" y="2520839"/>
              <a:ext cx="482903" cy="337128"/>
            </a:xfrm>
            <a:custGeom>
              <a:avLst/>
              <a:gdLst/>
              <a:ahLst/>
              <a:cxnLst/>
              <a:rect l="l" t="t" r="r" b="b"/>
              <a:pathLst>
                <a:path w="13350" h="9320" extrusionOk="0">
                  <a:moveTo>
                    <a:pt x="13349" y="0"/>
                  </a:moveTo>
                  <a:lnTo>
                    <a:pt x="0" y="7430"/>
                  </a:lnTo>
                  <a:lnTo>
                    <a:pt x="0" y="9319"/>
                  </a:lnTo>
                  <a:lnTo>
                    <a:pt x="13349" y="1763"/>
                  </a:lnTo>
                  <a:lnTo>
                    <a:pt x="13349" y="0"/>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6" name="Google Shape;896;p36"/>
            <p:cNvSpPr/>
            <p:nvPr/>
          </p:nvSpPr>
          <p:spPr>
            <a:xfrm>
              <a:off x="4692704" y="2520839"/>
              <a:ext cx="409979" cy="300666"/>
            </a:xfrm>
            <a:custGeom>
              <a:avLst/>
              <a:gdLst/>
              <a:ahLst/>
              <a:cxnLst/>
              <a:rect l="l" t="t" r="r" b="b"/>
              <a:pathLst>
                <a:path w="11334" h="8312" extrusionOk="0">
                  <a:moveTo>
                    <a:pt x="0" y="0"/>
                  </a:moveTo>
                  <a:lnTo>
                    <a:pt x="0" y="1763"/>
                  </a:lnTo>
                  <a:lnTo>
                    <a:pt x="11334" y="8312"/>
                  </a:lnTo>
                  <a:lnTo>
                    <a:pt x="11334" y="6549"/>
                  </a:lnTo>
                  <a:lnTo>
                    <a:pt x="0" y="0"/>
                  </a:lnTo>
                  <a:close/>
                </a:path>
              </a:pathLst>
            </a:custGeom>
            <a:solidFill>
              <a:srgbClr val="8181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7" name="Google Shape;897;p36"/>
            <p:cNvSpPr/>
            <p:nvPr/>
          </p:nvSpPr>
          <p:spPr>
            <a:xfrm>
              <a:off x="4095963" y="2771370"/>
              <a:ext cx="523886" cy="1147970"/>
            </a:xfrm>
            <a:custGeom>
              <a:avLst/>
              <a:gdLst/>
              <a:ahLst/>
              <a:cxnLst/>
              <a:rect l="l" t="t" r="r" b="b"/>
              <a:pathLst>
                <a:path w="14483" h="31736" extrusionOk="0">
                  <a:moveTo>
                    <a:pt x="0" y="0"/>
                  </a:moveTo>
                  <a:lnTo>
                    <a:pt x="0" y="23298"/>
                  </a:lnTo>
                  <a:lnTo>
                    <a:pt x="14482" y="31735"/>
                  </a:lnTo>
                  <a:lnTo>
                    <a:pt x="14482" y="8690"/>
                  </a:lnTo>
                  <a:lnTo>
                    <a:pt x="0"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8" name="Google Shape;898;p36"/>
            <p:cNvSpPr/>
            <p:nvPr/>
          </p:nvSpPr>
          <p:spPr>
            <a:xfrm>
              <a:off x="4095963" y="2771370"/>
              <a:ext cx="523886" cy="1147970"/>
            </a:xfrm>
            <a:custGeom>
              <a:avLst/>
              <a:gdLst/>
              <a:ahLst/>
              <a:cxnLst/>
              <a:rect l="l" t="t" r="r" b="b"/>
              <a:pathLst>
                <a:path w="14483" h="31736" fill="none" extrusionOk="0">
                  <a:moveTo>
                    <a:pt x="14482" y="31735"/>
                  </a:moveTo>
                  <a:lnTo>
                    <a:pt x="0" y="23298"/>
                  </a:lnTo>
                  <a:lnTo>
                    <a:pt x="0" y="0"/>
                  </a:lnTo>
                  <a:lnTo>
                    <a:pt x="14482" y="8690"/>
                  </a:lnTo>
                  <a:lnTo>
                    <a:pt x="14482" y="3173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9" name="Google Shape;899;p36"/>
            <p:cNvSpPr/>
            <p:nvPr/>
          </p:nvSpPr>
          <p:spPr>
            <a:xfrm>
              <a:off x="4619816" y="2425163"/>
              <a:ext cx="1125182" cy="1494177"/>
            </a:xfrm>
            <a:custGeom>
              <a:avLst/>
              <a:gdLst/>
              <a:ahLst/>
              <a:cxnLst/>
              <a:rect l="l" t="t" r="r" b="b"/>
              <a:pathLst>
                <a:path w="31106" h="41307" extrusionOk="0">
                  <a:moveTo>
                    <a:pt x="31105" y="1"/>
                  </a:moveTo>
                  <a:lnTo>
                    <a:pt x="16497" y="8564"/>
                  </a:lnTo>
                  <a:lnTo>
                    <a:pt x="0" y="18261"/>
                  </a:lnTo>
                  <a:lnTo>
                    <a:pt x="0" y="41306"/>
                  </a:lnTo>
                  <a:lnTo>
                    <a:pt x="16497" y="31609"/>
                  </a:lnTo>
                  <a:lnTo>
                    <a:pt x="31105" y="23928"/>
                  </a:lnTo>
                  <a:lnTo>
                    <a:pt x="31105" y="1"/>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0" name="Google Shape;900;p36"/>
            <p:cNvSpPr/>
            <p:nvPr/>
          </p:nvSpPr>
          <p:spPr>
            <a:xfrm>
              <a:off x="4619816" y="2425163"/>
              <a:ext cx="1125182" cy="1494177"/>
            </a:xfrm>
            <a:custGeom>
              <a:avLst/>
              <a:gdLst/>
              <a:ahLst/>
              <a:cxnLst/>
              <a:rect l="l" t="t" r="r" b="b"/>
              <a:pathLst>
                <a:path w="31106" h="41307" fill="none" extrusionOk="0">
                  <a:moveTo>
                    <a:pt x="16497" y="8564"/>
                  </a:moveTo>
                  <a:lnTo>
                    <a:pt x="16497" y="8564"/>
                  </a:lnTo>
                  <a:lnTo>
                    <a:pt x="0" y="18261"/>
                  </a:lnTo>
                  <a:lnTo>
                    <a:pt x="0" y="41306"/>
                  </a:lnTo>
                  <a:lnTo>
                    <a:pt x="16497" y="31609"/>
                  </a:lnTo>
                  <a:lnTo>
                    <a:pt x="31105" y="23928"/>
                  </a:lnTo>
                  <a:lnTo>
                    <a:pt x="31105" y="1"/>
                  </a:lnTo>
                  <a:lnTo>
                    <a:pt x="16497" y="8564"/>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1" name="Google Shape;901;p36"/>
            <p:cNvSpPr/>
            <p:nvPr/>
          </p:nvSpPr>
          <p:spPr>
            <a:xfrm>
              <a:off x="4095963" y="2712156"/>
              <a:ext cx="523886" cy="373553"/>
            </a:xfrm>
            <a:custGeom>
              <a:avLst/>
              <a:gdLst/>
              <a:ahLst/>
              <a:cxnLst/>
              <a:rect l="l" t="t" r="r" b="b"/>
              <a:pathLst>
                <a:path w="14483" h="10327" extrusionOk="0">
                  <a:moveTo>
                    <a:pt x="2897" y="0"/>
                  </a:moveTo>
                  <a:lnTo>
                    <a:pt x="0" y="1637"/>
                  </a:lnTo>
                  <a:lnTo>
                    <a:pt x="14482" y="10327"/>
                  </a:lnTo>
                  <a:lnTo>
                    <a:pt x="14482" y="6926"/>
                  </a:lnTo>
                  <a:lnTo>
                    <a:pt x="2897"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2" name="Google Shape;902;p36"/>
            <p:cNvSpPr/>
            <p:nvPr/>
          </p:nvSpPr>
          <p:spPr>
            <a:xfrm>
              <a:off x="4624374" y="2693925"/>
              <a:ext cx="592216" cy="391784"/>
            </a:xfrm>
            <a:custGeom>
              <a:avLst/>
              <a:gdLst/>
              <a:ahLst/>
              <a:cxnLst/>
              <a:rect l="l" t="t" r="r" b="b"/>
              <a:pathLst>
                <a:path w="16372" h="10831" extrusionOk="0">
                  <a:moveTo>
                    <a:pt x="13475" y="0"/>
                  </a:moveTo>
                  <a:lnTo>
                    <a:pt x="0" y="7682"/>
                  </a:lnTo>
                  <a:lnTo>
                    <a:pt x="0" y="10831"/>
                  </a:lnTo>
                  <a:lnTo>
                    <a:pt x="16371" y="1134"/>
                  </a:lnTo>
                  <a:lnTo>
                    <a:pt x="13475" y="0"/>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3" name="Google Shape;903;p36"/>
            <p:cNvSpPr/>
            <p:nvPr/>
          </p:nvSpPr>
          <p:spPr>
            <a:xfrm>
              <a:off x="4328264" y="2584611"/>
              <a:ext cx="674219" cy="387227"/>
            </a:xfrm>
            <a:custGeom>
              <a:avLst/>
              <a:gdLst/>
              <a:ahLst/>
              <a:cxnLst/>
              <a:rect l="l" t="t" r="r" b="b"/>
              <a:pathLst>
                <a:path w="18639" h="10705" extrusionOk="0">
                  <a:moveTo>
                    <a:pt x="10075" y="0"/>
                  </a:moveTo>
                  <a:lnTo>
                    <a:pt x="1" y="5667"/>
                  </a:lnTo>
                  <a:lnTo>
                    <a:pt x="8186" y="10704"/>
                  </a:lnTo>
                  <a:lnTo>
                    <a:pt x="18638" y="4786"/>
                  </a:lnTo>
                  <a:lnTo>
                    <a:pt x="10075"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4" name="Google Shape;904;p36"/>
            <p:cNvSpPr/>
            <p:nvPr/>
          </p:nvSpPr>
          <p:spPr>
            <a:xfrm>
              <a:off x="4651684" y="2356833"/>
              <a:ext cx="564906" cy="423688"/>
            </a:xfrm>
            <a:custGeom>
              <a:avLst/>
              <a:gdLst/>
              <a:ahLst/>
              <a:cxnLst/>
              <a:rect l="l" t="t" r="r" b="b"/>
              <a:pathLst>
                <a:path w="15617" h="11713" extrusionOk="0">
                  <a:moveTo>
                    <a:pt x="9068" y="1"/>
                  </a:moveTo>
                  <a:lnTo>
                    <a:pt x="1" y="5164"/>
                  </a:lnTo>
                  <a:lnTo>
                    <a:pt x="5416" y="11712"/>
                  </a:lnTo>
                  <a:lnTo>
                    <a:pt x="9697" y="11083"/>
                  </a:lnTo>
                  <a:lnTo>
                    <a:pt x="15616" y="7556"/>
                  </a:lnTo>
                  <a:lnTo>
                    <a:pt x="9068"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5" name="Google Shape;905;p36"/>
            <p:cNvSpPr/>
            <p:nvPr/>
          </p:nvSpPr>
          <p:spPr>
            <a:xfrm>
              <a:off x="4674473" y="2406932"/>
              <a:ext cx="54693" cy="50171"/>
            </a:xfrm>
            <a:custGeom>
              <a:avLst/>
              <a:gdLst/>
              <a:ahLst/>
              <a:cxnLst/>
              <a:rect l="l" t="t" r="r" b="b"/>
              <a:pathLst>
                <a:path w="1512" h="1387" extrusionOk="0">
                  <a:moveTo>
                    <a:pt x="1512" y="1"/>
                  </a:moveTo>
                  <a:lnTo>
                    <a:pt x="0" y="882"/>
                  </a:lnTo>
                  <a:lnTo>
                    <a:pt x="1512" y="1386"/>
                  </a:lnTo>
                  <a:lnTo>
                    <a:pt x="1512" y="1"/>
                  </a:lnTo>
                  <a:close/>
                </a:path>
              </a:pathLst>
            </a:custGeom>
            <a:solidFill>
              <a:srgbClr val="F7F3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6" name="Google Shape;906;p36"/>
            <p:cNvSpPr/>
            <p:nvPr/>
          </p:nvSpPr>
          <p:spPr>
            <a:xfrm>
              <a:off x="4628932" y="2425163"/>
              <a:ext cx="232336" cy="195910"/>
            </a:xfrm>
            <a:custGeom>
              <a:avLst/>
              <a:gdLst/>
              <a:ahLst/>
              <a:cxnLst/>
              <a:rect l="l" t="t" r="r" b="b"/>
              <a:pathLst>
                <a:path w="6423" h="5416" extrusionOk="0">
                  <a:moveTo>
                    <a:pt x="6423" y="1"/>
                  </a:moveTo>
                  <a:lnTo>
                    <a:pt x="126" y="3653"/>
                  </a:lnTo>
                  <a:lnTo>
                    <a:pt x="0" y="5416"/>
                  </a:lnTo>
                  <a:lnTo>
                    <a:pt x="6423" y="1764"/>
                  </a:lnTo>
                  <a:lnTo>
                    <a:pt x="6423" y="1"/>
                  </a:lnTo>
                  <a:close/>
                </a:path>
              </a:pathLst>
            </a:custGeom>
            <a:solidFill>
              <a:srgbClr val="5E5E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7" name="Google Shape;907;p36"/>
            <p:cNvSpPr/>
            <p:nvPr/>
          </p:nvSpPr>
          <p:spPr>
            <a:xfrm>
              <a:off x="4064059" y="2967244"/>
              <a:ext cx="428246" cy="441883"/>
            </a:xfrm>
            <a:custGeom>
              <a:avLst/>
              <a:gdLst/>
              <a:ahLst/>
              <a:cxnLst/>
              <a:rect l="l" t="t" r="r" b="b"/>
              <a:pathLst>
                <a:path w="11839" h="12216" extrusionOk="0">
                  <a:moveTo>
                    <a:pt x="1" y="0"/>
                  </a:moveTo>
                  <a:lnTo>
                    <a:pt x="1" y="5541"/>
                  </a:lnTo>
                  <a:lnTo>
                    <a:pt x="11838" y="12216"/>
                  </a:lnTo>
                  <a:lnTo>
                    <a:pt x="11838" y="6675"/>
                  </a:lnTo>
                  <a:lnTo>
                    <a:pt x="1"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8" name="Google Shape;908;p36"/>
            <p:cNvSpPr/>
            <p:nvPr/>
          </p:nvSpPr>
          <p:spPr>
            <a:xfrm>
              <a:off x="4064059" y="2967244"/>
              <a:ext cx="428246" cy="441883"/>
            </a:xfrm>
            <a:custGeom>
              <a:avLst/>
              <a:gdLst/>
              <a:ahLst/>
              <a:cxnLst/>
              <a:rect l="l" t="t" r="r" b="b"/>
              <a:pathLst>
                <a:path w="11839" h="12216" fill="none" extrusionOk="0">
                  <a:moveTo>
                    <a:pt x="1" y="5541"/>
                  </a:moveTo>
                  <a:lnTo>
                    <a:pt x="1" y="0"/>
                  </a:lnTo>
                  <a:lnTo>
                    <a:pt x="11838" y="6675"/>
                  </a:lnTo>
                  <a:lnTo>
                    <a:pt x="11838" y="12216"/>
                  </a:lnTo>
                  <a:lnTo>
                    <a:pt x="1" y="554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9" name="Google Shape;909;p36"/>
            <p:cNvSpPr/>
            <p:nvPr/>
          </p:nvSpPr>
          <p:spPr>
            <a:xfrm>
              <a:off x="4086847" y="3008228"/>
              <a:ext cx="378111" cy="359916"/>
            </a:xfrm>
            <a:custGeom>
              <a:avLst/>
              <a:gdLst/>
              <a:ahLst/>
              <a:cxnLst/>
              <a:rect l="l" t="t" r="r" b="b"/>
              <a:pathLst>
                <a:path w="10453" h="9950" extrusionOk="0">
                  <a:moveTo>
                    <a:pt x="0" y="1"/>
                  </a:moveTo>
                  <a:lnTo>
                    <a:pt x="0" y="1638"/>
                  </a:lnTo>
                  <a:lnTo>
                    <a:pt x="0" y="2142"/>
                  </a:lnTo>
                  <a:lnTo>
                    <a:pt x="0" y="2897"/>
                  </a:lnTo>
                  <a:lnTo>
                    <a:pt x="0" y="3149"/>
                  </a:lnTo>
                  <a:lnTo>
                    <a:pt x="0" y="4031"/>
                  </a:lnTo>
                  <a:lnTo>
                    <a:pt x="378" y="4156"/>
                  </a:lnTo>
                  <a:lnTo>
                    <a:pt x="8060" y="8564"/>
                  </a:lnTo>
                  <a:lnTo>
                    <a:pt x="8312" y="8690"/>
                  </a:lnTo>
                  <a:lnTo>
                    <a:pt x="8438" y="8690"/>
                  </a:lnTo>
                  <a:lnTo>
                    <a:pt x="10453" y="9949"/>
                  </a:lnTo>
                  <a:lnTo>
                    <a:pt x="10453" y="7557"/>
                  </a:lnTo>
                  <a:lnTo>
                    <a:pt x="10453" y="7305"/>
                  </a:lnTo>
                  <a:lnTo>
                    <a:pt x="10453" y="7053"/>
                  </a:lnTo>
                  <a:lnTo>
                    <a:pt x="10453" y="6423"/>
                  </a:lnTo>
                  <a:lnTo>
                    <a:pt x="10453" y="5920"/>
                  </a:lnTo>
                  <a:lnTo>
                    <a:pt x="9823" y="5542"/>
                  </a:lnTo>
                  <a:lnTo>
                    <a:pt x="9571" y="5416"/>
                  </a:lnTo>
                  <a:lnTo>
                    <a:pt x="8941" y="5038"/>
                  </a:lnTo>
                  <a:lnTo>
                    <a:pt x="8438" y="4786"/>
                  </a:ln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36"/>
            <p:cNvSpPr/>
            <p:nvPr/>
          </p:nvSpPr>
          <p:spPr>
            <a:xfrm>
              <a:off x="4086847" y="3008228"/>
              <a:ext cx="378111" cy="359916"/>
            </a:xfrm>
            <a:custGeom>
              <a:avLst/>
              <a:gdLst/>
              <a:ahLst/>
              <a:cxnLst/>
              <a:rect l="l" t="t" r="r" b="b"/>
              <a:pathLst>
                <a:path w="10453" h="9950" fill="none" extrusionOk="0">
                  <a:moveTo>
                    <a:pt x="9823" y="5542"/>
                  </a:moveTo>
                  <a:lnTo>
                    <a:pt x="9571" y="5416"/>
                  </a:lnTo>
                  <a:lnTo>
                    <a:pt x="8941" y="5038"/>
                  </a:lnTo>
                  <a:lnTo>
                    <a:pt x="8438" y="4786"/>
                  </a:lnTo>
                  <a:lnTo>
                    <a:pt x="0" y="1"/>
                  </a:lnTo>
                  <a:lnTo>
                    <a:pt x="0" y="1638"/>
                  </a:lnTo>
                  <a:lnTo>
                    <a:pt x="0" y="2142"/>
                  </a:lnTo>
                  <a:lnTo>
                    <a:pt x="0" y="2897"/>
                  </a:lnTo>
                  <a:lnTo>
                    <a:pt x="0" y="3149"/>
                  </a:lnTo>
                  <a:lnTo>
                    <a:pt x="0" y="4031"/>
                  </a:lnTo>
                  <a:lnTo>
                    <a:pt x="378" y="4156"/>
                  </a:lnTo>
                  <a:lnTo>
                    <a:pt x="8060" y="8564"/>
                  </a:lnTo>
                  <a:lnTo>
                    <a:pt x="8312" y="8690"/>
                  </a:lnTo>
                  <a:lnTo>
                    <a:pt x="8438" y="8690"/>
                  </a:lnTo>
                  <a:lnTo>
                    <a:pt x="10453" y="9949"/>
                  </a:lnTo>
                  <a:lnTo>
                    <a:pt x="10453" y="7557"/>
                  </a:lnTo>
                  <a:lnTo>
                    <a:pt x="10453" y="7305"/>
                  </a:lnTo>
                  <a:lnTo>
                    <a:pt x="10453" y="7053"/>
                  </a:lnTo>
                  <a:lnTo>
                    <a:pt x="10453" y="6423"/>
                  </a:lnTo>
                  <a:lnTo>
                    <a:pt x="10453" y="5920"/>
                  </a:lnTo>
                  <a:lnTo>
                    <a:pt x="9823" y="5542"/>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1" name="Google Shape;911;p36"/>
            <p:cNvSpPr/>
            <p:nvPr/>
          </p:nvSpPr>
          <p:spPr>
            <a:xfrm>
              <a:off x="4187046" y="3067442"/>
              <a:ext cx="136696" cy="218699"/>
            </a:xfrm>
            <a:custGeom>
              <a:avLst/>
              <a:gdLst/>
              <a:ahLst/>
              <a:cxnLst/>
              <a:rect l="l" t="t" r="r" b="b"/>
              <a:pathLst>
                <a:path w="3779" h="6046" extrusionOk="0">
                  <a:moveTo>
                    <a:pt x="1" y="1"/>
                  </a:moveTo>
                  <a:lnTo>
                    <a:pt x="3527" y="5920"/>
                  </a:lnTo>
                  <a:lnTo>
                    <a:pt x="3779" y="6046"/>
                  </a:lnTo>
                  <a:lnTo>
                    <a:pt x="3779" y="6046"/>
                  </a:lnTo>
                  <a:lnTo>
                    <a:pt x="379" y="127"/>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2" name="Google Shape;912;p36"/>
            <p:cNvSpPr/>
            <p:nvPr/>
          </p:nvSpPr>
          <p:spPr>
            <a:xfrm>
              <a:off x="4187046" y="3067442"/>
              <a:ext cx="136696" cy="218699"/>
            </a:xfrm>
            <a:custGeom>
              <a:avLst/>
              <a:gdLst/>
              <a:ahLst/>
              <a:cxnLst/>
              <a:rect l="l" t="t" r="r" b="b"/>
              <a:pathLst>
                <a:path w="3779" h="6046" fill="none" extrusionOk="0">
                  <a:moveTo>
                    <a:pt x="1" y="1"/>
                  </a:moveTo>
                  <a:lnTo>
                    <a:pt x="3527" y="5920"/>
                  </a:lnTo>
                  <a:lnTo>
                    <a:pt x="3779" y="6046"/>
                  </a:lnTo>
                  <a:lnTo>
                    <a:pt x="379" y="127"/>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3" name="Google Shape;913;p36"/>
            <p:cNvSpPr/>
            <p:nvPr/>
          </p:nvSpPr>
          <p:spPr>
            <a:xfrm>
              <a:off x="4141504" y="3040132"/>
              <a:ext cx="132138" cy="218663"/>
            </a:xfrm>
            <a:custGeom>
              <a:avLst/>
              <a:gdLst/>
              <a:ahLst/>
              <a:cxnLst/>
              <a:rect l="l" t="t" r="r" b="b"/>
              <a:pathLst>
                <a:path w="3653" h="6045" extrusionOk="0">
                  <a:moveTo>
                    <a:pt x="0" y="0"/>
                  </a:moveTo>
                  <a:lnTo>
                    <a:pt x="3401" y="5793"/>
                  </a:lnTo>
                  <a:lnTo>
                    <a:pt x="3652" y="6045"/>
                  </a:lnTo>
                  <a:lnTo>
                    <a:pt x="252" y="126"/>
                  </a:lnTo>
                  <a:lnTo>
                    <a:pt x="126"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4" name="Google Shape;914;p36"/>
            <p:cNvSpPr/>
            <p:nvPr/>
          </p:nvSpPr>
          <p:spPr>
            <a:xfrm>
              <a:off x="4141504" y="3040132"/>
              <a:ext cx="132138" cy="218663"/>
            </a:xfrm>
            <a:custGeom>
              <a:avLst/>
              <a:gdLst/>
              <a:ahLst/>
              <a:cxnLst/>
              <a:rect l="l" t="t" r="r" b="b"/>
              <a:pathLst>
                <a:path w="3653" h="6045" fill="none" extrusionOk="0">
                  <a:moveTo>
                    <a:pt x="126" y="0"/>
                  </a:moveTo>
                  <a:lnTo>
                    <a:pt x="0" y="0"/>
                  </a:lnTo>
                  <a:lnTo>
                    <a:pt x="3401" y="5793"/>
                  </a:lnTo>
                  <a:lnTo>
                    <a:pt x="3652" y="6045"/>
                  </a:lnTo>
                  <a:lnTo>
                    <a:pt x="252" y="126"/>
                  </a:lnTo>
                  <a:lnTo>
                    <a:pt x="126"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5" name="Google Shape;915;p36"/>
            <p:cNvSpPr/>
            <p:nvPr/>
          </p:nvSpPr>
          <p:spPr>
            <a:xfrm>
              <a:off x="4200719" y="3072000"/>
              <a:ext cx="150369" cy="227814"/>
            </a:xfrm>
            <a:custGeom>
              <a:avLst/>
              <a:gdLst/>
              <a:ahLst/>
              <a:cxnLst/>
              <a:rect l="l" t="t" r="r" b="b"/>
              <a:pathLst>
                <a:path w="4157" h="6298" extrusionOk="0">
                  <a:moveTo>
                    <a:pt x="1" y="1"/>
                  </a:moveTo>
                  <a:lnTo>
                    <a:pt x="3401" y="5920"/>
                  </a:lnTo>
                  <a:lnTo>
                    <a:pt x="4156" y="6297"/>
                  </a:lnTo>
                  <a:lnTo>
                    <a:pt x="630" y="379"/>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6" name="Google Shape;916;p36"/>
            <p:cNvSpPr/>
            <p:nvPr/>
          </p:nvSpPr>
          <p:spPr>
            <a:xfrm>
              <a:off x="4200719" y="3072000"/>
              <a:ext cx="150369" cy="227814"/>
            </a:xfrm>
            <a:custGeom>
              <a:avLst/>
              <a:gdLst/>
              <a:ahLst/>
              <a:cxnLst/>
              <a:rect l="l" t="t" r="r" b="b"/>
              <a:pathLst>
                <a:path w="4157" h="6298" fill="none" extrusionOk="0">
                  <a:moveTo>
                    <a:pt x="1" y="1"/>
                  </a:moveTo>
                  <a:lnTo>
                    <a:pt x="3401" y="5920"/>
                  </a:lnTo>
                  <a:lnTo>
                    <a:pt x="4156" y="6297"/>
                  </a:lnTo>
                  <a:lnTo>
                    <a:pt x="630" y="379"/>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7" name="Google Shape;917;p36"/>
            <p:cNvSpPr/>
            <p:nvPr/>
          </p:nvSpPr>
          <p:spPr>
            <a:xfrm>
              <a:off x="4086847" y="3154003"/>
              <a:ext cx="72924" cy="36498"/>
            </a:xfrm>
            <a:custGeom>
              <a:avLst/>
              <a:gdLst/>
              <a:ahLst/>
              <a:cxnLst/>
              <a:rect l="l" t="t" r="r" b="b"/>
              <a:pathLst>
                <a:path w="2016" h="1009" extrusionOk="0">
                  <a:moveTo>
                    <a:pt x="0" y="1"/>
                  </a:moveTo>
                  <a:lnTo>
                    <a:pt x="2015" y="1008"/>
                  </a:lnTo>
                  <a:lnTo>
                    <a:pt x="378" y="126"/>
                  </a:lnTo>
                  <a:lnTo>
                    <a:pt x="0" y="1"/>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8" name="Google Shape;918;p36"/>
            <p:cNvSpPr/>
            <p:nvPr/>
          </p:nvSpPr>
          <p:spPr>
            <a:xfrm>
              <a:off x="4086847" y="3154003"/>
              <a:ext cx="72924" cy="36498"/>
            </a:xfrm>
            <a:custGeom>
              <a:avLst/>
              <a:gdLst/>
              <a:ahLst/>
              <a:cxnLst/>
              <a:rect l="l" t="t" r="r" b="b"/>
              <a:pathLst>
                <a:path w="2016" h="1009" fill="none" extrusionOk="0">
                  <a:moveTo>
                    <a:pt x="0" y="1"/>
                  </a:moveTo>
                  <a:lnTo>
                    <a:pt x="0" y="1"/>
                  </a:lnTo>
                  <a:lnTo>
                    <a:pt x="2015" y="1008"/>
                  </a:lnTo>
                  <a:lnTo>
                    <a:pt x="378" y="12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9" name="Google Shape;919;p36"/>
            <p:cNvSpPr/>
            <p:nvPr/>
          </p:nvSpPr>
          <p:spPr>
            <a:xfrm>
              <a:off x="4086847" y="3012786"/>
              <a:ext cx="177679" cy="236930"/>
            </a:xfrm>
            <a:custGeom>
              <a:avLst/>
              <a:gdLst/>
              <a:ahLst/>
              <a:cxnLst/>
              <a:rect l="l" t="t" r="r" b="b"/>
              <a:pathLst>
                <a:path w="4912" h="6550" extrusionOk="0">
                  <a:moveTo>
                    <a:pt x="0" y="1"/>
                  </a:moveTo>
                  <a:lnTo>
                    <a:pt x="0" y="378"/>
                  </a:lnTo>
                  <a:lnTo>
                    <a:pt x="0" y="1008"/>
                  </a:lnTo>
                  <a:lnTo>
                    <a:pt x="0" y="1260"/>
                  </a:lnTo>
                  <a:lnTo>
                    <a:pt x="0" y="1512"/>
                  </a:lnTo>
                  <a:lnTo>
                    <a:pt x="0" y="3905"/>
                  </a:lnTo>
                  <a:lnTo>
                    <a:pt x="378" y="4030"/>
                  </a:lnTo>
                  <a:lnTo>
                    <a:pt x="2015" y="4912"/>
                  </a:lnTo>
                  <a:lnTo>
                    <a:pt x="2015" y="5038"/>
                  </a:lnTo>
                  <a:lnTo>
                    <a:pt x="2267" y="5164"/>
                  </a:lnTo>
                  <a:lnTo>
                    <a:pt x="2519" y="5164"/>
                  </a:lnTo>
                  <a:lnTo>
                    <a:pt x="4912" y="6549"/>
                  </a:lnTo>
                  <a:lnTo>
                    <a:pt x="1511" y="756"/>
                  </a:lnTo>
                  <a:lnTo>
                    <a:pt x="1008" y="504"/>
                  </a:lnTo>
                  <a:lnTo>
                    <a:pt x="756" y="378"/>
                  </a:lnTo>
                  <a:lnTo>
                    <a:pt x="0"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0" name="Google Shape;920;p36"/>
            <p:cNvSpPr/>
            <p:nvPr/>
          </p:nvSpPr>
          <p:spPr>
            <a:xfrm>
              <a:off x="4086847" y="3012786"/>
              <a:ext cx="177679" cy="236930"/>
            </a:xfrm>
            <a:custGeom>
              <a:avLst/>
              <a:gdLst/>
              <a:ahLst/>
              <a:cxnLst/>
              <a:rect l="l" t="t" r="r" b="b"/>
              <a:pathLst>
                <a:path w="4912" h="6550" fill="none" extrusionOk="0">
                  <a:moveTo>
                    <a:pt x="0" y="1"/>
                  </a:moveTo>
                  <a:lnTo>
                    <a:pt x="0" y="378"/>
                  </a:lnTo>
                  <a:lnTo>
                    <a:pt x="0" y="1008"/>
                  </a:lnTo>
                  <a:lnTo>
                    <a:pt x="0" y="1260"/>
                  </a:lnTo>
                  <a:lnTo>
                    <a:pt x="0" y="1512"/>
                  </a:lnTo>
                  <a:lnTo>
                    <a:pt x="0" y="3905"/>
                  </a:lnTo>
                  <a:lnTo>
                    <a:pt x="378" y="4030"/>
                  </a:lnTo>
                  <a:lnTo>
                    <a:pt x="2015" y="4912"/>
                  </a:lnTo>
                  <a:lnTo>
                    <a:pt x="2015" y="5038"/>
                  </a:lnTo>
                  <a:lnTo>
                    <a:pt x="2267" y="5164"/>
                  </a:lnTo>
                  <a:lnTo>
                    <a:pt x="2519" y="5164"/>
                  </a:lnTo>
                  <a:lnTo>
                    <a:pt x="4912" y="6549"/>
                  </a:lnTo>
                  <a:lnTo>
                    <a:pt x="1511" y="756"/>
                  </a:lnTo>
                  <a:lnTo>
                    <a:pt x="1008" y="504"/>
                  </a:lnTo>
                  <a:lnTo>
                    <a:pt x="756" y="378"/>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1" name="Google Shape;921;p36"/>
            <p:cNvSpPr/>
            <p:nvPr/>
          </p:nvSpPr>
          <p:spPr>
            <a:xfrm>
              <a:off x="4150620" y="3044690"/>
              <a:ext cx="164006" cy="236894"/>
            </a:xfrm>
            <a:custGeom>
              <a:avLst/>
              <a:gdLst/>
              <a:ahLst/>
              <a:cxnLst/>
              <a:rect l="l" t="t" r="r" b="b"/>
              <a:pathLst>
                <a:path w="4534" h="6549" extrusionOk="0">
                  <a:moveTo>
                    <a:pt x="0" y="0"/>
                  </a:moveTo>
                  <a:lnTo>
                    <a:pt x="1008" y="630"/>
                  </a:lnTo>
                  <a:lnTo>
                    <a:pt x="252" y="126"/>
                  </a:lnTo>
                  <a:lnTo>
                    <a:pt x="0" y="0"/>
                  </a:lnTo>
                  <a:close/>
                  <a:moveTo>
                    <a:pt x="3400" y="5919"/>
                  </a:moveTo>
                  <a:lnTo>
                    <a:pt x="4534" y="6549"/>
                  </a:lnTo>
                  <a:lnTo>
                    <a:pt x="4534" y="6423"/>
                  </a:lnTo>
                  <a:lnTo>
                    <a:pt x="3400" y="5919"/>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36"/>
            <p:cNvSpPr/>
            <p:nvPr/>
          </p:nvSpPr>
          <p:spPr>
            <a:xfrm>
              <a:off x="4273607" y="3258759"/>
              <a:ext cx="41020" cy="22825"/>
            </a:xfrm>
            <a:custGeom>
              <a:avLst/>
              <a:gdLst/>
              <a:ahLst/>
              <a:cxnLst/>
              <a:rect l="l" t="t" r="r" b="b"/>
              <a:pathLst>
                <a:path w="1134" h="631" fill="none" extrusionOk="0">
                  <a:moveTo>
                    <a:pt x="0" y="1"/>
                  </a:moveTo>
                  <a:lnTo>
                    <a:pt x="1134" y="631"/>
                  </a:lnTo>
                  <a:lnTo>
                    <a:pt x="1134" y="505"/>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36"/>
            <p:cNvSpPr/>
            <p:nvPr/>
          </p:nvSpPr>
          <p:spPr>
            <a:xfrm>
              <a:off x="4150620" y="3044690"/>
              <a:ext cx="36462" cy="22789"/>
            </a:xfrm>
            <a:custGeom>
              <a:avLst/>
              <a:gdLst/>
              <a:ahLst/>
              <a:cxnLst/>
              <a:rect l="l" t="t" r="r" b="b"/>
              <a:pathLst>
                <a:path w="1008" h="630" fill="none" extrusionOk="0">
                  <a:moveTo>
                    <a:pt x="0" y="0"/>
                  </a:moveTo>
                  <a:lnTo>
                    <a:pt x="0" y="0"/>
                  </a:lnTo>
                  <a:lnTo>
                    <a:pt x="1008" y="630"/>
                  </a:lnTo>
                  <a:lnTo>
                    <a:pt x="1008" y="630"/>
                  </a:lnTo>
                  <a:lnTo>
                    <a:pt x="252" y="126"/>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36"/>
            <p:cNvSpPr/>
            <p:nvPr/>
          </p:nvSpPr>
          <p:spPr>
            <a:xfrm>
              <a:off x="4150620" y="3044690"/>
              <a:ext cx="164006" cy="232336"/>
            </a:xfrm>
            <a:custGeom>
              <a:avLst/>
              <a:gdLst/>
              <a:ahLst/>
              <a:cxnLst/>
              <a:rect l="l" t="t" r="r" b="b"/>
              <a:pathLst>
                <a:path w="4534" h="6423" extrusionOk="0">
                  <a:moveTo>
                    <a:pt x="0" y="0"/>
                  </a:moveTo>
                  <a:lnTo>
                    <a:pt x="3400" y="5919"/>
                  </a:lnTo>
                  <a:lnTo>
                    <a:pt x="4534" y="6423"/>
                  </a:lnTo>
                  <a:lnTo>
                    <a:pt x="1008" y="630"/>
                  </a:lnTo>
                  <a:lnTo>
                    <a:pt x="0"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36"/>
            <p:cNvSpPr/>
            <p:nvPr/>
          </p:nvSpPr>
          <p:spPr>
            <a:xfrm>
              <a:off x="4150620" y="3044690"/>
              <a:ext cx="164006" cy="232336"/>
            </a:xfrm>
            <a:custGeom>
              <a:avLst/>
              <a:gdLst/>
              <a:ahLst/>
              <a:cxnLst/>
              <a:rect l="l" t="t" r="r" b="b"/>
              <a:pathLst>
                <a:path w="4534" h="6423" fill="none" extrusionOk="0">
                  <a:moveTo>
                    <a:pt x="0" y="0"/>
                  </a:moveTo>
                  <a:lnTo>
                    <a:pt x="3400" y="5919"/>
                  </a:lnTo>
                  <a:lnTo>
                    <a:pt x="3400" y="5919"/>
                  </a:lnTo>
                  <a:lnTo>
                    <a:pt x="4534" y="6423"/>
                  </a:lnTo>
                  <a:lnTo>
                    <a:pt x="1008" y="630"/>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36"/>
            <p:cNvSpPr/>
            <p:nvPr/>
          </p:nvSpPr>
          <p:spPr>
            <a:xfrm>
              <a:off x="4187046" y="3067442"/>
              <a:ext cx="127580" cy="214141"/>
            </a:xfrm>
            <a:custGeom>
              <a:avLst/>
              <a:gdLst/>
              <a:ahLst/>
              <a:cxnLst/>
              <a:rect l="l" t="t" r="r" b="b"/>
              <a:pathLst>
                <a:path w="3527" h="5920" extrusionOk="0">
                  <a:moveTo>
                    <a:pt x="1" y="1"/>
                  </a:moveTo>
                  <a:lnTo>
                    <a:pt x="3527" y="5920"/>
                  </a:lnTo>
                  <a:lnTo>
                    <a:pt x="3527" y="5794"/>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36"/>
            <p:cNvSpPr/>
            <p:nvPr/>
          </p:nvSpPr>
          <p:spPr>
            <a:xfrm>
              <a:off x="4187046" y="3067442"/>
              <a:ext cx="127580" cy="214141"/>
            </a:xfrm>
            <a:custGeom>
              <a:avLst/>
              <a:gdLst/>
              <a:ahLst/>
              <a:cxnLst/>
              <a:rect l="l" t="t" r="r" b="b"/>
              <a:pathLst>
                <a:path w="3527" h="5920" fill="none" extrusionOk="0">
                  <a:moveTo>
                    <a:pt x="1" y="1"/>
                  </a:moveTo>
                  <a:lnTo>
                    <a:pt x="1" y="1"/>
                  </a:lnTo>
                  <a:lnTo>
                    <a:pt x="3527" y="5794"/>
                  </a:lnTo>
                  <a:lnTo>
                    <a:pt x="3527" y="5920"/>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36"/>
            <p:cNvSpPr/>
            <p:nvPr/>
          </p:nvSpPr>
          <p:spPr>
            <a:xfrm>
              <a:off x="4314591" y="3135772"/>
              <a:ext cx="141254" cy="223257"/>
            </a:xfrm>
            <a:custGeom>
              <a:avLst/>
              <a:gdLst/>
              <a:ahLst/>
              <a:cxnLst/>
              <a:rect l="l" t="t" r="r" b="b"/>
              <a:pathLst>
                <a:path w="3905" h="6172" extrusionOk="0">
                  <a:moveTo>
                    <a:pt x="1" y="1"/>
                  </a:moveTo>
                  <a:lnTo>
                    <a:pt x="3401" y="5920"/>
                  </a:lnTo>
                  <a:lnTo>
                    <a:pt x="3779" y="6171"/>
                  </a:lnTo>
                  <a:lnTo>
                    <a:pt x="3905" y="6171"/>
                  </a:lnTo>
                  <a:lnTo>
                    <a:pt x="505" y="379"/>
                  </a:lnTo>
                  <a:lnTo>
                    <a:pt x="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36"/>
            <p:cNvSpPr/>
            <p:nvPr/>
          </p:nvSpPr>
          <p:spPr>
            <a:xfrm>
              <a:off x="4314591" y="3135772"/>
              <a:ext cx="141254" cy="223257"/>
            </a:xfrm>
            <a:custGeom>
              <a:avLst/>
              <a:gdLst/>
              <a:ahLst/>
              <a:cxnLst/>
              <a:rect l="l" t="t" r="r" b="b"/>
              <a:pathLst>
                <a:path w="3905" h="6172" fill="none" extrusionOk="0">
                  <a:moveTo>
                    <a:pt x="1" y="1"/>
                  </a:moveTo>
                  <a:lnTo>
                    <a:pt x="3401" y="5920"/>
                  </a:lnTo>
                  <a:lnTo>
                    <a:pt x="3779" y="6171"/>
                  </a:lnTo>
                  <a:lnTo>
                    <a:pt x="3905" y="6171"/>
                  </a:lnTo>
                  <a:lnTo>
                    <a:pt x="505" y="379"/>
                  </a:lnTo>
                  <a:lnTo>
                    <a:pt x="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36"/>
            <p:cNvSpPr/>
            <p:nvPr/>
          </p:nvSpPr>
          <p:spPr>
            <a:xfrm>
              <a:off x="4351053" y="3299779"/>
              <a:ext cx="45577" cy="27346"/>
            </a:xfrm>
            <a:custGeom>
              <a:avLst/>
              <a:gdLst/>
              <a:ahLst/>
              <a:cxnLst/>
              <a:rect l="l" t="t" r="r" b="b"/>
              <a:pathLst>
                <a:path w="1260" h="756" extrusionOk="0">
                  <a:moveTo>
                    <a:pt x="0" y="0"/>
                  </a:moveTo>
                  <a:lnTo>
                    <a:pt x="756" y="504"/>
                  </a:lnTo>
                  <a:lnTo>
                    <a:pt x="1008" y="630"/>
                  </a:lnTo>
                  <a:lnTo>
                    <a:pt x="1050" y="630"/>
                  </a:lnTo>
                  <a:lnTo>
                    <a:pt x="0" y="0"/>
                  </a:lnTo>
                  <a:close/>
                  <a:moveTo>
                    <a:pt x="1050" y="630"/>
                  </a:moveTo>
                  <a:lnTo>
                    <a:pt x="1260" y="756"/>
                  </a:lnTo>
                  <a:lnTo>
                    <a:pt x="1260" y="756"/>
                  </a:lnTo>
                  <a:lnTo>
                    <a:pt x="1134" y="63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36"/>
            <p:cNvSpPr/>
            <p:nvPr/>
          </p:nvSpPr>
          <p:spPr>
            <a:xfrm>
              <a:off x="4351053" y="3299779"/>
              <a:ext cx="45577" cy="27346"/>
            </a:xfrm>
            <a:custGeom>
              <a:avLst/>
              <a:gdLst/>
              <a:ahLst/>
              <a:cxnLst/>
              <a:rect l="l" t="t" r="r" b="b"/>
              <a:pathLst>
                <a:path w="1260" h="756" fill="none" extrusionOk="0">
                  <a:moveTo>
                    <a:pt x="0" y="0"/>
                  </a:moveTo>
                  <a:lnTo>
                    <a:pt x="0" y="0"/>
                  </a:lnTo>
                  <a:lnTo>
                    <a:pt x="1260" y="756"/>
                  </a:lnTo>
                  <a:lnTo>
                    <a:pt x="1134" y="630"/>
                  </a:lnTo>
                  <a:lnTo>
                    <a:pt x="1008" y="630"/>
                  </a:lnTo>
                  <a:lnTo>
                    <a:pt x="756" y="504"/>
                  </a:lnTo>
                  <a:lnTo>
                    <a:pt x="0"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36"/>
            <p:cNvSpPr/>
            <p:nvPr/>
          </p:nvSpPr>
          <p:spPr>
            <a:xfrm>
              <a:off x="4223508" y="3085673"/>
              <a:ext cx="50135" cy="27383"/>
            </a:xfrm>
            <a:custGeom>
              <a:avLst/>
              <a:gdLst/>
              <a:ahLst/>
              <a:cxnLst/>
              <a:rect l="l" t="t" r="r" b="b"/>
              <a:pathLst>
                <a:path w="1386" h="757" fill="none" extrusionOk="0">
                  <a:moveTo>
                    <a:pt x="0" y="1"/>
                  </a:moveTo>
                  <a:lnTo>
                    <a:pt x="0" y="1"/>
                  </a:lnTo>
                  <a:lnTo>
                    <a:pt x="1385" y="756"/>
                  </a:lnTo>
                  <a:lnTo>
                    <a:pt x="1385" y="75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3" name="Google Shape;933;p36"/>
            <p:cNvSpPr/>
            <p:nvPr/>
          </p:nvSpPr>
          <p:spPr>
            <a:xfrm>
              <a:off x="4223508" y="3085673"/>
              <a:ext cx="177679" cy="241451"/>
            </a:xfrm>
            <a:custGeom>
              <a:avLst/>
              <a:gdLst/>
              <a:ahLst/>
              <a:cxnLst/>
              <a:rect l="l" t="t" r="r" b="b"/>
              <a:pathLst>
                <a:path w="4912" h="6675" extrusionOk="0">
                  <a:moveTo>
                    <a:pt x="0" y="1"/>
                  </a:moveTo>
                  <a:lnTo>
                    <a:pt x="3526" y="5919"/>
                  </a:lnTo>
                  <a:lnTo>
                    <a:pt x="4282" y="6423"/>
                  </a:lnTo>
                  <a:lnTo>
                    <a:pt x="4534" y="6549"/>
                  </a:lnTo>
                  <a:lnTo>
                    <a:pt x="4660" y="6549"/>
                  </a:lnTo>
                  <a:lnTo>
                    <a:pt x="4786" y="6675"/>
                  </a:lnTo>
                  <a:lnTo>
                    <a:pt x="4912" y="6675"/>
                  </a:lnTo>
                  <a:lnTo>
                    <a:pt x="1385" y="756"/>
                  </a:lnTo>
                  <a:lnTo>
                    <a:pt x="0"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36"/>
            <p:cNvSpPr/>
            <p:nvPr/>
          </p:nvSpPr>
          <p:spPr>
            <a:xfrm>
              <a:off x="4223508" y="3085673"/>
              <a:ext cx="177679" cy="241451"/>
            </a:xfrm>
            <a:custGeom>
              <a:avLst/>
              <a:gdLst/>
              <a:ahLst/>
              <a:cxnLst/>
              <a:rect l="l" t="t" r="r" b="b"/>
              <a:pathLst>
                <a:path w="4912" h="6675" fill="none" extrusionOk="0">
                  <a:moveTo>
                    <a:pt x="0" y="1"/>
                  </a:moveTo>
                  <a:lnTo>
                    <a:pt x="3526" y="5919"/>
                  </a:lnTo>
                  <a:lnTo>
                    <a:pt x="4282" y="6423"/>
                  </a:lnTo>
                  <a:lnTo>
                    <a:pt x="4534" y="6549"/>
                  </a:lnTo>
                  <a:lnTo>
                    <a:pt x="4660" y="6549"/>
                  </a:lnTo>
                  <a:lnTo>
                    <a:pt x="4786" y="6675"/>
                  </a:lnTo>
                  <a:lnTo>
                    <a:pt x="4912" y="6675"/>
                  </a:lnTo>
                  <a:lnTo>
                    <a:pt x="1385" y="756"/>
                  </a:lnTo>
                  <a:lnTo>
                    <a:pt x="0"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36"/>
            <p:cNvSpPr/>
            <p:nvPr/>
          </p:nvSpPr>
          <p:spPr>
            <a:xfrm>
              <a:off x="4273607" y="3113020"/>
              <a:ext cx="164006" cy="236894"/>
            </a:xfrm>
            <a:custGeom>
              <a:avLst/>
              <a:gdLst/>
              <a:ahLst/>
              <a:cxnLst/>
              <a:rect l="l" t="t" r="r" b="b"/>
              <a:pathLst>
                <a:path w="4534" h="6549" extrusionOk="0">
                  <a:moveTo>
                    <a:pt x="0" y="0"/>
                  </a:moveTo>
                  <a:lnTo>
                    <a:pt x="3527" y="5919"/>
                  </a:lnTo>
                  <a:lnTo>
                    <a:pt x="4534" y="6549"/>
                  </a:lnTo>
                  <a:lnTo>
                    <a:pt x="1134" y="630"/>
                  </a:lnTo>
                  <a:lnTo>
                    <a:pt x="0"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36"/>
            <p:cNvSpPr/>
            <p:nvPr/>
          </p:nvSpPr>
          <p:spPr>
            <a:xfrm>
              <a:off x="4332822" y="3149446"/>
              <a:ext cx="132138" cy="214141"/>
            </a:xfrm>
            <a:custGeom>
              <a:avLst/>
              <a:gdLst/>
              <a:ahLst/>
              <a:cxnLst/>
              <a:rect l="l" t="t" r="r" b="b"/>
              <a:pathLst>
                <a:path w="3653" h="5920" extrusionOk="0">
                  <a:moveTo>
                    <a:pt x="1" y="1"/>
                  </a:moveTo>
                  <a:lnTo>
                    <a:pt x="3401" y="5793"/>
                  </a:lnTo>
                  <a:lnTo>
                    <a:pt x="3653" y="5919"/>
                  </a:lnTo>
                  <a:lnTo>
                    <a:pt x="3653" y="5164"/>
                  </a:lnTo>
                  <a:lnTo>
                    <a:pt x="3653" y="4912"/>
                  </a:lnTo>
                  <a:lnTo>
                    <a:pt x="3653" y="4156"/>
                  </a:lnTo>
                  <a:lnTo>
                    <a:pt x="3653" y="3653"/>
                  </a:lnTo>
                  <a:lnTo>
                    <a:pt x="3653" y="2016"/>
                  </a:lnTo>
                  <a:lnTo>
                    <a:pt x="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36"/>
            <p:cNvSpPr/>
            <p:nvPr/>
          </p:nvSpPr>
          <p:spPr>
            <a:xfrm>
              <a:off x="4064059" y="2967244"/>
              <a:ext cx="428246" cy="255125"/>
            </a:xfrm>
            <a:custGeom>
              <a:avLst/>
              <a:gdLst/>
              <a:ahLst/>
              <a:cxnLst/>
              <a:rect l="l" t="t" r="r" b="b"/>
              <a:pathLst>
                <a:path w="11839" h="7053" extrusionOk="0">
                  <a:moveTo>
                    <a:pt x="1" y="0"/>
                  </a:moveTo>
                  <a:lnTo>
                    <a:pt x="630" y="1134"/>
                  </a:lnTo>
                  <a:lnTo>
                    <a:pt x="11083" y="7053"/>
                  </a:lnTo>
                  <a:lnTo>
                    <a:pt x="11838" y="6675"/>
                  </a:lnTo>
                  <a:lnTo>
                    <a:pt x="1"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36"/>
            <p:cNvSpPr/>
            <p:nvPr/>
          </p:nvSpPr>
          <p:spPr>
            <a:xfrm>
              <a:off x="4064059" y="3154003"/>
              <a:ext cx="428246" cy="255125"/>
            </a:xfrm>
            <a:custGeom>
              <a:avLst/>
              <a:gdLst/>
              <a:ahLst/>
              <a:cxnLst/>
              <a:rect l="l" t="t" r="r" b="b"/>
              <a:pathLst>
                <a:path w="11839" h="7053" extrusionOk="0">
                  <a:moveTo>
                    <a:pt x="630" y="1"/>
                  </a:moveTo>
                  <a:lnTo>
                    <a:pt x="1" y="378"/>
                  </a:lnTo>
                  <a:lnTo>
                    <a:pt x="11838" y="7053"/>
                  </a:lnTo>
                  <a:lnTo>
                    <a:pt x="11083" y="5919"/>
                  </a:lnTo>
                  <a:lnTo>
                    <a:pt x="63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36"/>
            <p:cNvSpPr/>
            <p:nvPr/>
          </p:nvSpPr>
          <p:spPr>
            <a:xfrm>
              <a:off x="4086847" y="3144888"/>
              <a:ext cx="378111" cy="223257"/>
            </a:xfrm>
            <a:custGeom>
              <a:avLst/>
              <a:gdLst/>
              <a:ahLst/>
              <a:cxnLst/>
              <a:rect l="l" t="t" r="r" b="b"/>
              <a:pathLst>
                <a:path w="10453" h="6172" extrusionOk="0">
                  <a:moveTo>
                    <a:pt x="252" y="1"/>
                  </a:moveTo>
                  <a:lnTo>
                    <a:pt x="0" y="253"/>
                  </a:lnTo>
                  <a:lnTo>
                    <a:pt x="10453" y="6171"/>
                  </a:lnTo>
                  <a:lnTo>
                    <a:pt x="10453" y="5919"/>
                  </a:lnTo>
                  <a:lnTo>
                    <a:pt x="252" y="1"/>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36"/>
            <p:cNvSpPr/>
            <p:nvPr/>
          </p:nvSpPr>
          <p:spPr>
            <a:xfrm>
              <a:off x="4086847" y="3008228"/>
              <a:ext cx="9152" cy="145811"/>
            </a:xfrm>
            <a:custGeom>
              <a:avLst/>
              <a:gdLst/>
              <a:ahLst/>
              <a:cxnLst/>
              <a:rect l="l" t="t" r="r" b="b"/>
              <a:pathLst>
                <a:path w="253" h="4031" extrusionOk="0">
                  <a:moveTo>
                    <a:pt x="0" y="1"/>
                  </a:moveTo>
                  <a:lnTo>
                    <a:pt x="0" y="4031"/>
                  </a:lnTo>
                  <a:lnTo>
                    <a:pt x="252" y="3779"/>
                  </a:lnTo>
                  <a:lnTo>
                    <a:pt x="252" y="127"/>
                  </a:lnTo>
                  <a:lnTo>
                    <a:pt x="0"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36"/>
            <p:cNvSpPr/>
            <p:nvPr/>
          </p:nvSpPr>
          <p:spPr>
            <a:xfrm>
              <a:off x="4492271" y="3204102"/>
              <a:ext cx="4594" cy="205026"/>
            </a:xfrm>
            <a:custGeom>
              <a:avLst/>
              <a:gdLst/>
              <a:ahLst/>
              <a:cxnLst/>
              <a:rect l="l" t="t" r="r" b="b"/>
              <a:pathLst>
                <a:path w="127" h="5668" extrusionOk="0">
                  <a:moveTo>
                    <a:pt x="126" y="1"/>
                  </a:moveTo>
                  <a:lnTo>
                    <a:pt x="0" y="127"/>
                  </a:lnTo>
                  <a:lnTo>
                    <a:pt x="0" y="5668"/>
                  </a:lnTo>
                  <a:lnTo>
                    <a:pt x="126" y="5542"/>
                  </a:lnTo>
                  <a:lnTo>
                    <a:pt x="126"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36"/>
            <p:cNvSpPr/>
            <p:nvPr/>
          </p:nvSpPr>
          <p:spPr>
            <a:xfrm>
              <a:off x="4064059" y="2962687"/>
              <a:ext cx="432804" cy="246009"/>
            </a:xfrm>
            <a:custGeom>
              <a:avLst/>
              <a:gdLst/>
              <a:ahLst/>
              <a:cxnLst/>
              <a:rect l="l" t="t" r="r" b="b"/>
              <a:pathLst>
                <a:path w="11965" h="6801" extrusionOk="0">
                  <a:moveTo>
                    <a:pt x="252" y="0"/>
                  </a:moveTo>
                  <a:lnTo>
                    <a:pt x="1" y="126"/>
                  </a:lnTo>
                  <a:lnTo>
                    <a:pt x="11838" y="6801"/>
                  </a:lnTo>
                  <a:lnTo>
                    <a:pt x="11964" y="6675"/>
                  </a:lnTo>
                  <a:lnTo>
                    <a:pt x="25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36"/>
            <p:cNvSpPr/>
            <p:nvPr/>
          </p:nvSpPr>
          <p:spPr>
            <a:xfrm>
              <a:off x="5198326" y="2848816"/>
              <a:ext cx="423688" cy="437326"/>
            </a:xfrm>
            <a:custGeom>
              <a:avLst/>
              <a:gdLst/>
              <a:ahLst/>
              <a:cxnLst/>
              <a:rect l="l" t="t" r="r" b="b"/>
              <a:pathLst>
                <a:path w="11713" h="12090" extrusionOk="0">
                  <a:moveTo>
                    <a:pt x="11712" y="0"/>
                  </a:moveTo>
                  <a:lnTo>
                    <a:pt x="0" y="6675"/>
                  </a:lnTo>
                  <a:lnTo>
                    <a:pt x="0" y="12090"/>
                  </a:lnTo>
                  <a:lnTo>
                    <a:pt x="11712" y="5415"/>
                  </a:lnTo>
                  <a:lnTo>
                    <a:pt x="1171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36"/>
            <p:cNvSpPr/>
            <p:nvPr/>
          </p:nvSpPr>
          <p:spPr>
            <a:xfrm>
              <a:off x="5198326" y="2848816"/>
              <a:ext cx="423688" cy="437326"/>
            </a:xfrm>
            <a:custGeom>
              <a:avLst/>
              <a:gdLst/>
              <a:ahLst/>
              <a:cxnLst/>
              <a:rect l="l" t="t" r="r" b="b"/>
              <a:pathLst>
                <a:path w="11713" h="12090" fill="none" extrusionOk="0">
                  <a:moveTo>
                    <a:pt x="11712" y="5415"/>
                  </a:moveTo>
                  <a:lnTo>
                    <a:pt x="11712" y="0"/>
                  </a:lnTo>
                  <a:lnTo>
                    <a:pt x="0" y="6675"/>
                  </a:lnTo>
                  <a:lnTo>
                    <a:pt x="0" y="12090"/>
                  </a:lnTo>
                  <a:lnTo>
                    <a:pt x="11712" y="5415"/>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5" name="Google Shape;945;p36"/>
            <p:cNvSpPr/>
            <p:nvPr/>
          </p:nvSpPr>
          <p:spPr>
            <a:xfrm>
              <a:off x="5221115" y="2889799"/>
              <a:ext cx="378111" cy="355359"/>
            </a:xfrm>
            <a:custGeom>
              <a:avLst/>
              <a:gdLst/>
              <a:ahLst/>
              <a:cxnLst/>
              <a:rect l="l" t="t" r="r" b="b"/>
              <a:pathLst>
                <a:path w="10453" h="9824" extrusionOk="0">
                  <a:moveTo>
                    <a:pt x="10452" y="1"/>
                  </a:moveTo>
                  <a:lnTo>
                    <a:pt x="2015" y="4660"/>
                  </a:lnTo>
                  <a:lnTo>
                    <a:pt x="1511" y="5038"/>
                  </a:lnTo>
                  <a:lnTo>
                    <a:pt x="1008" y="5290"/>
                  </a:lnTo>
                  <a:lnTo>
                    <a:pt x="756" y="5416"/>
                  </a:lnTo>
                  <a:lnTo>
                    <a:pt x="0" y="5919"/>
                  </a:lnTo>
                  <a:lnTo>
                    <a:pt x="0" y="6297"/>
                  </a:lnTo>
                  <a:lnTo>
                    <a:pt x="0" y="7053"/>
                  </a:lnTo>
                  <a:lnTo>
                    <a:pt x="0" y="7305"/>
                  </a:lnTo>
                  <a:lnTo>
                    <a:pt x="0" y="7556"/>
                  </a:lnTo>
                  <a:lnTo>
                    <a:pt x="0" y="9823"/>
                  </a:lnTo>
                  <a:lnTo>
                    <a:pt x="2015" y="8690"/>
                  </a:lnTo>
                  <a:lnTo>
                    <a:pt x="2267" y="8564"/>
                  </a:lnTo>
                  <a:lnTo>
                    <a:pt x="2393" y="8438"/>
                  </a:lnTo>
                  <a:lnTo>
                    <a:pt x="10075" y="4156"/>
                  </a:lnTo>
                  <a:lnTo>
                    <a:pt x="10452" y="3904"/>
                  </a:lnTo>
                  <a:lnTo>
                    <a:pt x="10452" y="3023"/>
                  </a:lnTo>
                  <a:lnTo>
                    <a:pt x="10452" y="2771"/>
                  </a:lnTo>
                  <a:lnTo>
                    <a:pt x="10452" y="2141"/>
                  </a:lnTo>
                  <a:lnTo>
                    <a:pt x="10452" y="1512"/>
                  </a:lnTo>
                  <a:lnTo>
                    <a:pt x="10452"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36"/>
            <p:cNvSpPr/>
            <p:nvPr/>
          </p:nvSpPr>
          <p:spPr>
            <a:xfrm>
              <a:off x="5221115" y="2889799"/>
              <a:ext cx="378111" cy="355359"/>
            </a:xfrm>
            <a:custGeom>
              <a:avLst/>
              <a:gdLst/>
              <a:ahLst/>
              <a:cxnLst/>
              <a:rect l="l" t="t" r="r" b="b"/>
              <a:pathLst>
                <a:path w="10453" h="9824" fill="none" extrusionOk="0">
                  <a:moveTo>
                    <a:pt x="756" y="5416"/>
                  </a:moveTo>
                  <a:lnTo>
                    <a:pt x="1008" y="5290"/>
                  </a:lnTo>
                  <a:lnTo>
                    <a:pt x="1511" y="5038"/>
                  </a:lnTo>
                  <a:lnTo>
                    <a:pt x="2015" y="4660"/>
                  </a:lnTo>
                  <a:lnTo>
                    <a:pt x="10452" y="1"/>
                  </a:lnTo>
                  <a:lnTo>
                    <a:pt x="10452" y="1512"/>
                  </a:lnTo>
                  <a:lnTo>
                    <a:pt x="10452" y="2141"/>
                  </a:lnTo>
                  <a:lnTo>
                    <a:pt x="10452" y="2771"/>
                  </a:lnTo>
                  <a:lnTo>
                    <a:pt x="10452" y="3023"/>
                  </a:lnTo>
                  <a:lnTo>
                    <a:pt x="10452" y="3904"/>
                  </a:lnTo>
                  <a:lnTo>
                    <a:pt x="10075" y="4156"/>
                  </a:lnTo>
                  <a:lnTo>
                    <a:pt x="2393" y="8438"/>
                  </a:lnTo>
                  <a:lnTo>
                    <a:pt x="2267" y="8564"/>
                  </a:lnTo>
                  <a:lnTo>
                    <a:pt x="2015" y="8690"/>
                  </a:lnTo>
                  <a:lnTo>
                    <a:pt x="0" y="9823"/>
                  </a:lnTo>
                  <a:lnTo>
                    <a:pt x="0" y="7556"/>
                  </a:lnTo>
                  <a:lnTo>
                    <a:pt x="0" y="7305"/>
                  </a:lnTo>
                  <a:lnTo>
                    <a:pt x="0" y="7053"/>
                  </a:lnTo>
                  <a:lnTo>
                    <a:pt x="0" y="6297"/>
                  </a:lnTo>
                  <a:lnTo>
                    <a:pt x="0" y="5919"/>
                  </a:lnTo>
                  <a:lnTo>
                    <a:pt x="756" y="5416"/>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36"/>
            <p:cNvSpPr/>
            <p:nvPr/>
          </p:nvSpPr>
          <p:spPr>
            <a:xfrm>
              <a:off x="5362297" y="2944456"/>
              <a:ext cx="136696" cy="218699"/>
            </a:xfrm>
            <a:custGeom>
              <a:avLst/>
              <a:gdLst/>
              <a:ahLst/>
              <a:cxnLst/>
              <a:rect l="l" t="t" r="r" b="b"/>
              <a:pathLst>
                <a:path w="3779" h="6046" extrusionOk="0">
                  <a:moveTo>
                    <a:pt x="3779" y="1"/>
                  </a:moveTo>
                  <a:lnTo>
                    <a:pt x="3527" y="127"/>
                  </a:lnTo>
                  <a:lnTo>
                    <a:pt x="1" y="6045"/>
                  </a:lnTo>
                  <a:lnTo>
                    <a:pt x="1" y="6045"/>
                  </a:lnTo>
                  <a:lnTo>
                    <a:pt x="379" y="5919"/>
                  </a:lnTo>
                  <a:lnTo>
                    <a:pt x="3779"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36"/>
            <p:cNvSpPr/>
            <p:nvPr/>
          </p:nvSpPr>
          <p:spPr>
            <a:xfrm>
              <a:off x="5362297" y="2944456"/>
              <a:ext cx="136696" cy="218699"/>
            </a:xfrm>
            <a:custGeom>
              <a:avLst/>
              <a:gdLst/>
              <a:ahLst/>
              <a:cxnLst/>
              <a:rect l="l" t="t" r="r" b="b"/>
              <a:pathLst>
                <a:path w="3779" h="6046" fill="none" extrusionOk="0">
                  <a:moveTo>
                    <a:pt x="3779" y="1"/>
                  </a:moveTo>
                  <a:lnTo>
                    <a:pt x="379" y="5919"/>
                  </a:lnTo>
                  <a:lnTo>
                    <a:pt x="1" y="6045"/>
                  </a:lnTo>
                  <a:lnTo>
                    <a:pt x="3527" y="127"/>
                  </a:lnTo>
                  <a:lnTo>
                    <a:pt x="3779"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36"/>
            <p:cNvSpPr/>
            <p:nvPr/>
          </p:nvSpPr>
          <p:spPr>
            <a:xfrm>
              <a:off x="5412432" y="2917146"/>
              <a:ext cx="136696" cy="218663"/>
            </a:xfrm>
            <a:custGeom>
              <a:avLst/>
              <a:gdLst/>
              <a:ahLst/>
              <a:cxnLst/>
              <a:rect l="l" t="t" r="r" b="b"/>
              <a:pathLst>
                <a:path w="3779" h="6045" extrusionOk="0">
                  <a:moveTo>
                    <a:pt x="3778" y="0"/>
                  </a:moveTo>
                  <a:lnTo>
                    <a:pt x="3652" y="126"/>
                  </a:lnTo>
                  <a:lnTo>
                    <a:pt x="3526" y="126"/>
                  </a:lnTo>
                  <a:lnTo>
                    <a:pt x="0" y="6045"/>
                  </a:lnTo>
                  <a:lnTo>
                    <a:pt x="0" y="6045"/>
                  </a:lnTo>
                  <a:lnTo>
                    <a:pt x="252" y="5919"/>
                  </a:lnTo>
                  <a:lnTo>
                    <a:pt x="3778"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36"/>
            <p:cNvSpPr/>
            <p:nvPr/>
          </p:nvSpPr>
          <p:spPr>
            <a:xfrm>
              <a:off x="5412432" y="2917146"/>
              <a:ext cx="136696" cy="218663"/>
            </a:xfrm>
            <a:custGeom>
              <a:avLst/>
              <a:gdLst/>
              <a:ahLst/>
              <a:cxnLst/>
              <a:rect l="l" t="t" r="r" b="b"/>
              <a:pathLst>
                <a:path w="3779" h="6045" fill="none" extrusionOk="0">
                  <a:moveTo>
                    <a:pt x="3652" y="126"/>
                  </a:moveTo>
                  <a:lnTo>
                    <a:pt x="3778" y="0"/>
                  </a:lnTo>
                  <a:lnTo>
                    <a:pt x="252" y="5919"/>
                  </a:lnTo>
                  <a:lnTo>
                    <a:pt x="0" y="6045"/>
                  </a:lnTo>
                  <a:lnTo>
                    <a:pt x="3526" y="126"/>
                  </a:lnTo>
                  <a:lnTo>
                    <a:pt x="3652" y="126"/>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1" name="Google Shape;951;p36"/>
            <p:cNvSpPr/>
            <p:nvPr/>
          </p:nvSpPr>
          <p:spPr>
            <a:xfrm>
              <a:off x="5339544" y="2949014"/>
              <a:ext cx="150369" cy="227814"/>
            </a:xfrm>
            <a:custGeom>
              <a:avLst/>
              <a:gdLst/>
              <a:ahLst/>
              <a:cxnLst/>
              <a:rect l="l" t="t" r="r" b="b"/>
              <a:pathLst>
                <a:path w="4157" h="6298" extrusionOk="0">
                  <a:moveTo>
                    <a:pt x="4156" y="1"/>
                  </a:moveTo>
                  <a:lnTo>
                    <a:pt x="3400" y="504"/>
                  </a:lnTo>
                  <a:lnTo>
                    <a:pt x="0" y="6297"/>
                  </a:lnTo>
                  <a:lnTo>
                    <a:pt x="630" y="5919"/>
                  </a:lnTo>
                  <a:lnTo>
                    <a:pt x="4156"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2" name="Google Shape;952;p36"/>
            <p:cNvSpPr/>
            <p:nvPr/>
          </p:nvSpPr>
          <p:spPr>
            <a:xfrm>
              <a:off x="5339544" y="2949014"/>
              <a:ext cx="150369" cy="227814"/>
            </a:xfrm>
            <a:custGeom>
              <a:avLst/>
              <a:gdLst/>
              <a:ahLst/>
              <a:cxnLst/>
              <a:rect l="l" t="t" r="r" b="b"/>
              <a:pathLst>
                <a:path w="4157" h="6298" fill="none" extrusionOk="0">
                  <a:moveTo>
                    <a:pt x="4156" y="1"/>
                  </a:moveTo>
                  <a:lnTo>
                    <a:pt x="630" y="5919"/>
                  </a:lnTo>
                  <a:lnTo>
                    <a:pt x="0" y="6297"/>
                  </a:lnTo>
                  <a:lnTo>
                    <a:pt x="3400" y="504"/>
                  </a:lnTo>
                  <a:lnTo>
                    <a:pt x="4156"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3" name="Google Shape;953;p36"/>
            <p:cNvSpPr/>
            <p:nvPr/>
          </p:nvSpPr>
          <p:spPr>
            <a:xfrm>
              <a:off x="5526304" y="3031017"/>
              <a:ext cx="72924" cy="41020"/>
            </a:xfrm>
            <a:custGeom>
              <a:avLst/>
              <a:gdLst/>
              <a:ahLst/>
              <a:cxnLst/>
              <a:rect l="l" t="t" r="r" b="b"/>
              <a:pathLst>
                <a:path w="2016" h="1134" extrusionOk="0">
                  <a:moveTo>
                    <a:pt x="2015" y="0"/>
                  </a:moveTo>
                  <a:lnTo>
                    <a:pt x="1" y="1134"/>
                  </a:lnTo>
                  <a:lnTo>
                    <a:pt x="1" y="1134"/>
                  </a:lnTo>
                  <a:lnTo>
                    <a:pt x="1638" y="252"/>
                  </a:lnTo>
                  <a:lnTo>
                    <a:pt x="2015" y="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4" name="Google Shape;954;p36"/>
            <p:cNvSpPr/>
            <p:nvPr/>
          </p:nvSpPr>
          <p:spPr>
            <a:xfrm>
              <a:off x="5526304" y="2889799"/>
              <a:ext cx="72924" cy="182237"/>
            </a:xfrm>
            <a:custGeom>
              <a:avLst/>
              <a:gdLst/>
              <a:ahLst/>
              <a:cxnLst/>
              <a:rect l="l" t="t" r="r" b="b"/>
              <a:pathLst>
                <a:path w="2016" h="5038" fill="none" extrusionOk="0">
                  <a:moveTo>
                    <a:pt x="2015" y="1"/>
                  </a:moveTo>
                  <a:lnTo>
                    <a:pt x="2015" y="1"/>
                  </a:lnTo>
                  <a:lnTo>
                    <a:pt x="2015" y="1512"/>
                  </a:lnTo>
                  <a:lnTo>
                    <a:pt x="2015" y="2141"/>
                  </a:lnTo>
                  <a:lnTo>
                    <a:pt x="2015" y="2771"/>
                  </a:lnTo>
                  <a:lnTo>
                    <a:pt x="2015" y="3023"/>
                  </a:lnTo>
                  <a:lnTo>
                    <a:pt x="2015" y="3904"/>
                  </a:lnTo>
                  <a:lnTo>
                    <a:pt x="1638" y="4156"/>
                  </a:lnTo>
                  <a:lnTo>
                    <a:pt x="1" y="5038"/>
                  </a:lnTo>
                  <a:lnTo>
                    <a:pt x="2015" y="3904"/>
                  </a:lnTo>
                  <a:lnTo>
                    <a:pt x="2015" y="1638"/>
                  </a:lnTo>
                  <a:lnTo>
                    <a:pt x="2015" y="1386"/>
                  </a:lnTo>
                  <a:lnTo>
                    <a:pt x="2015" y="1134"/>
                  </a:lnTo>
                  <a:lnTo>
                    <a:pt x="2015" y="378"/>
                  </a:lnTo>
                  <a:lnTo>
                    <a:pt x="2015"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36"/>
            <p:cNvSpPr/>
            <p:nvPr/>
          </p:nvSpPr>
          <p:spPr>
            <a:xfrm>
              <a:off x="5421548" y="2889799"/>
              <a:ext cx="177679" cy="241451"/>
            </a:xfrm>
            <a:custGeom>
              <a:avLst/>
              <a:gdLst/>
              <a:ahLst/>
              <a:cxnLst/>
              <a:rect l="l" t="t" r="r" b="b"/>
              <a:pathLst>
                <a:path w="4912" h="6675" extrusionOk="0">
                  <a:moveTo>
                    <a:pt x="4911" y="1"/>
                  </a:moveTo>
                  <a:lnTo>
                    <a:pt x="4156" y="378"/>
                  </a:lnTo>
                  <a:lnTo>
                    <a:pt x="3904" y="504"/>
                  </a:lnTo>
                  <a:lnTo>
                    <a:pt x="3526" y="756"/>
                  </a:lnTo>
                  <a:lnTo>
                    <a:pt x="0" y="6675"/>
                  </a:lnTo>
                  <a:lnTo>
                    <a:pt x="2519" y="5290"/>
                  </a:lnTo>
                  <a:lnTo>
                    <a:pt x="2771" y="5164"/>
                  </a:lnTo>
                  <a:lnTo>
                    <a:pt x="2897" y="5038"/>
                  </a:lnTo>
                  <a:lnTo>
                    <a:pt x="4534" y="4156"/>
                  </a:lnTo>
                  <a:lnTo>
                    <a:pt x="4911" y="3904"/>
                  </a:lnTo>
                  <a:lnTo>
                    <a:pt x="4911" y="3023"/>
                  </a:lnTo>
                  <a:lnTo>
                    <a:pt x="4911" y="2771"/>
                  </a:lnTo>
                  <a:lnTo>
                    <a:pt x="4911" y="2141"/>
                  </a:lnTo>
                  <a:lnTo>
                    <a:pt x="4911" y="1512"/>
                  </a:lnTo>
                  <a:lnTo>
                    <a:pt x="491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p36"/>
            <p:cNvSpPr/>
            <p:nvPr/>
          </p:nvSpPr>
          <p:spPr>
            <a:xfrm>
              <a:off x="5421548" y="2889799"/>
              <a:ext cx="177679" cy="241451"/>
            </a:xfrm>
            <a:custGeom>
              <a:avLst/>
              <a:gdLst/>
              <a:ahLst/>
              <a:cxnLst/>
              <a:rect l="l" t="t" r="r" b="b"/>
              <a:pathLst>
                <a:path w="4912" h="6675" fill="none" extrusionOk="0">
                  <a:moveTo>
                    <a:pt x="4911" y="1"/>
                  </a:moveTo>
                  <a:lnTo>
                    <a:pt x="4156" y="378"/>
                  </a:lnTo>
                  <a:lnTo>
                    <a:pt x="3904" y="504"/>
                  </a:lnTo>
                  <a:lnTo>
                    <a:pt x="3526" y="756"/>
                  </a:lnTo>
                  <a:lnTo>
                    <a:pt x="0" y="6675"/>
                  </a:lnTo>
                  <a:lnTo>
                    <a:pt x="2519" y="5290"/>
                  </a:lnTo>
                  <a:lnTo>
                    <a:pt x="2771" y="5164"/>
                  </a:lnTo>
                  <a:lnTo>
                    <a:pt x="2897" y="5038"/>
                  </a:lnTo>
                  <a:lnTo>
                    <a:pt x="2897" y="5038"/>
                  </a:lnTo>
                  <a:lnTo>
                    <a:pt x="4534" y="4156"/>
                  </a:lnTo>
                  <a:lnTo>
                    <a:pt x="4911" y="3904"/>
                  </a:lnTo>
                  <a:lnTo>
                    <a:pt x="4911" y="3023"/>
                  </a:lnTo>
                  <a:lnTo>
                    <a:pt x="4911" y="2771"/>
                  </a:lnTo>
                  <a:lnTo>
                    <a:pt x="4911" y="2141"/>
                  </a:lnTo>
                  <a:lnTo>
                    <a:pt x="4911" y="1512"/>
                  </a:lnTo>
                  <a:lnTo>
                    <a:pt x="491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7" name="Google Shape;957;p36"/>
            <p:cNvSpPr/>
            <p:nvPr/>
          </p:nvSpPr>
          <p:spPr>
            <a:xfrm>
              <a:off x="5498958" y="2921703"/>
              <a:ext cx="41056" cy="22789"/>
            </a:xfrm>
            <a:custGeom>
              <a:avLst/>
              <a:gdLst/>
              <a:ahLst/>
              <a:cxnLst/>
              <a:rect l="l" t="t" r="r" b="b"/>
              <a:pathLst>
                <a:path w="1135" h="630" extrusionOk="0">
                  <a:moveTo>
                    <a:pt x="1134" y="0"/>
                  </a:moveTo>
                  <a:lnTo>
                    <a:pt x="1" y="630"/>
                  </a:lnTo>
                  <a:lnTo>
                    <a:pt x="757" y="252"/>
                  </a:lnTo>
                  <a:lnTo>
                    <a:pt x="1134" y="0"/>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36"/>
            <p:cNvSpPr/>
            <p:nvPr/>
          </p:nvSpPr>
          <p:spPr>
            <a:xfrm>
              <a:off x="5375970" y="3135772"/>
              <a:ext cx="36498" cy="22825"/>
            </a:xfrm>
            <a:custGeom>
              <a:avLst/>
              <a:gdLst/>
              <a:ahLst/>
              <a:cxnLst/>
              <a:rect l="l" t="t" r="r" b="b"/>
              <a:pathLst>
                <a:path w="1009" h="631" fill="none" extrusionOk="0">
                  <a:moveTo>
                    <a:pt x="1008" y="1"/>
                  </a:moveTo>
                  <a:lnTo>
                    <a:pt x="1" y="630"/>
                  </a:lnTo>
                  <a:lnTo>
                    <a:pt x="1" y="630"/>
                  </a:lnTo>
                  <a:lnTo>
                    <a:pt x="1008"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36"/>
            <p:cNvSpPr/>
            <p:nvPr/>
          </p:nvSpPr>
          <p:spPr>
            <a:xfrm>
              <a:off x="5498958" y="2921703"/>
              <a:ext cx="41056" cy="22789"/>
            </a:xfrm>
            <a:custGeom>
              <a:avLst/>
              <a:gdLst/>
              <a:ahLst/>
              <a:cxnLst/>
              <a:rect l="l" t="t" r="r" b="b"/>
              <a:pathLst>
                <a:path w="1135" h="630" fill="none" extrusionOk="0">
                  <a:moveTo>
                    <a:pt x="1134" y="0"/>
                  </a:moveTo>
                  <a:lnTo>
                    <a:pt x="757" y="252"/>
                  </a:lnTo>
                  <a:lnTo>
                    <a:pt x="1" y="630"/>
                  </a:lnTo>
                  <a:lnTo>
                    <a:pt x="1" y="630"/>
                  </a:lnTo>
                  <a:lnTo>
                    <a:pt x="1134" y="0"/>
                  </a:lnTo>
                  <a:lnTo>
                    <a:pt x="1134"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0" name="Google Shape;960;p36"/>
            <p:cNvSpPr/>
            <p:nvPr/>
          </p:nvSpPr>
          <p:spPr>
            <a:xfrm>
              <a:off x="5375970" y="2921703"/>
              <a:ext cx="164042" cy="236894"/>
            </a:xfrm>
            <a:custGeom>
              <a:avLst/>
              <a:gdLst/>
              <a:ahLst/>
              <a:cxnLst/>
              <a:rect l="l" t="t" r="r" b="b"/>
              <a:pathLst>
                <a:path w="4535" h="6549" extrusionOk="0">
                  <a:moveTo>
                    <a:pt x="4534" y="0"/>
                  </a:moveTo>
                  <a:lnTo>
                    <a:pt x="3401" y="630"/>
                  </a:lnTo>
                  <a:lnTo>
                    <a:pt x="1" y="6548"/>
                  </a:lnTo>
                  <a:lnTo>
                    <a:pt x="1008" y="5919"/>
                  </a:lnTo>
                  <a:lnTo>
                    <a:pt x="4534"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1" name="Google Shape;961;p36"/>
            <p:cNvSpPr/>
            <p:nvPr/>
          </p:nvSpPr>
          <p:spPr>
            <a:xfrm>
              <a:off x="5375970" y="2921703"/>
              <a:ext cx="164042" cy="236894"/>
            </a:xfrm>
            <a:custGeom>
              <a:avLst/>
              <a:gdLst/>
              <a:ahLst/>
              <a:cxnLst/>
              <a:rect l="l" t="t" r="r" b="b"/>
              <a:pathLst>
                <a:path w="4535" h="6549" fill="none" extrusionOk="0">
                  <a:moveTo>
                    <a:pt x="4534" y="0"/>
                  </a:moveTo>
                  <a:lnTo>
                    <a:pt x="3401" y="630"/>
                  </a:lnTo>
                  <a:lnTo>
                    <a:pt x="1" y="6548"/>
                  </a:lnTo>
                  <a:lnTo>
                    <a:pt x="1008" y="5919"/>
                  </a:lnTo>
                  <a:lnTo>
                    <a:pt x="1008" y="5919"/>
                  </a:lnTo>
                  <a:lnTo>
                    <a:pt x="4534"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2" name="Google Shape;962;p36"/>
            <p:cNvSpPr/>
            <p:nvPr/>
          </p:nvSpPr>
          <p:spPr>
            <a:xfrm>
              <a:off x="5375970" y="2944456"/>
              <a:ext cx="123023" cy="214141"/>
            </a:xfrm>
            <a:custGeom>
              <a:avLst/>
              <a:gdLst/>
              <a:ahLst/>
              <a:cxnLst/>
              <a:rect l="l" t="t" r="r" b="b"/>
              <a:pathLst>
                <a:path w="3401" h="5920" extrusionOk="0">
                  <a:moveTo>
                    <a:pt x="3401" y="1"/>
                  </a:moveTo>
                  <a:lnTo>
                    <a:pt x="3401" y="1"/>
                  </a:lnTo>
                  <a:lnTo>
                    <a:pt x="1" y="5919"/>
                  </a:lnTo>
                  <a:lnTo>
                    <a:pt x="1" y="5919"/>
                  </a:lnTo>
                  <a:lnTo>
                    <a:pt x="3401" y="1"/>
                  </a:lnTo>
                  <a:lnTo>
                    <a:pt x="3401"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36"/>
            <p:cNvSpPr/>
            <p:nvPr/>
          </p:nvSpPr>
          <p:spPr>
            <a:xfrm>
              <a:off x="5375970" y="2944456"/>
              <a:ext cx="123023" cy="214141"/>
            </a:xfrm>
            <a:custGeom>
              <a:avLst/>
              <a:gdLst/>
              <a:ahLst/>
              <a:cxnLst/>
              <a:rect l="l" t="t" r="r" b="b"/>
              <a:pathLst>
                <a:path w="3401" h="5920" fill="none" extrusionOk="0">
                  <a:moveTo>
                    <a:pt x="3401" y="1"/>
                  </a:moveTo>
                  <a:lnTo>
                    <a:pt x="3401" y="1"/>
                  </a:lnTo>
                  <a:lnTo>
                    <a:pt x="1" y="5919"/>
                  </a:lnTo>
                  <a:lnTo>
                    <a:pt x="1" y="5919"/>
                  </a:lnTo>
                  <a:lnTo>
                    <a:pt x="3401" y="1"/>
                  </a:lnTo>
                  <a:lnTo>
                    <a:pt x="340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4" name="Google Shape;964;p36"/>
            <p:cNvSpPr/>
            <p:nvPr/>
          </p:nvSpPr>
          <p:spPr>
            <a:xfrm>
              <a:off x="5230194" y="3012786"/>
              <a:ext cx="145811" cy="227814"/>
            </a:xfrm>
            <a:custGeom>
              <a:avLst/>
              <a:gdLst/>
              <a:ahLst/>
              <a:cxnLst/>
              <a:rect l="l" t="t" r="r" b="b"/>
              <a:pathLst>
                <a:path w="4031" h="6298" extrusionOk="0">
                  <a:moveTo>
                    <a:pt x="4031" y="1"/>
                  </a:moveTo>
                  <a:lnTo>
                    <a:pt x="3527" y="378"/>
                  </a:lnTo>
                  <a:lnTo>
                    <a:pt x="1" y="6297"/>
                  </a:lnTo>
                  <a:lnTo>
                    <a:pt x="127" y="6171"/>
                  </a:lnTo>
                  <a:lnTo>
                    <a:pt x="505" y="5919"/>
                  </a:lnTo>
                  <a:lnTo>
                    <a:pt x="4031" y="1"/>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5" name="Google Shape;965;p36"/>
            <p:cNvSpPr/>
            <p:nvPr/>
          </p:nvSpPr>
          <p:spPr>
            <a:xfrm>
              <a:off x="5230194" y="3012786"/>
              <a:ext cx="145811" cy="227814"/>
            </a:xfrm>
            <a:custGeom>
              <a:avLst/>
              <a:gdLst/>
              <a:ahLst/>
              <a:cxnLst/>
              <a:rect l="l" t="t" r="r" b="b"/>
              <a:pathLst>
                <a:path w="4031" h="6298" fill="none" extrusionOk="0">
                  <a:moveTo>
                    <a:pt x="4031" y="1"/>
                  </a:moveTo>
                  <a:lnTo>
                    <a:pt x="3527" y="378"/>
                  </a:lnTo>
                  <a:lnTo>
                    <a:pt x="1" y="6297"/>
                  </a:lnTo>
                  <a:lnTo>
                    <a:pt x="127" y="6171"/>
                  </a:lnTo>
                  <a:lnTo>
                    <a:pt x="505" y="5919"/>
                  </a:lnTo>
                  <a:lnTo>
                    <a:pt x="4031" y="1"/>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6" name="Google Shape;966;p36"/>
            <p:cNvSpPr/>
            <p:nvPr/>
          </p:nvSpPr>
          <p:spPr>
            <a:xfrm>
              <a:off x="5294003" y="3176792"/>
              <a:ext cx="45577" cy="27346"/>
            </a:xfrm>
            <a:custGeom>
              <a:avLst/>
              <a:gdLst/>
              <a:ahLst/>
              <a:cxnLst/>
              <a:rect l="l" t="t" r="r" b="b"/>
              <a:pathLst>
                <a:path w="1260" h="756" extrusionOk="0">
                  <a:moveTo>
                    <a:pt x="1259" y="0"/>
                  </a:moveTo>
                  <a:lnTo>
                    <a:pt x="378" y="504"/>
                  </a:lnTo>
                  <a:lnTo>
                    <a:pt x="315" y="567"/>
                  </a:lnTo>
                  <a:lnTo>
                    <a:pt x="1259" y="0"/>
                  </a:lnTo>
                  <a:close/>
                  <a:moveTo>
                    <a:pt x="315" y="567"/>
                  </a:moveTo>
                  <a:lnTo>
                    <a:pt x="0" y="756"/>
                  </a:lnTo>
                  <a:lnTo>
                    <a:pt x="252" y="630"/>
                  </a:lnTo>
                  <a:lnTo>
                    <a:pt x="315" y="567"/>
                  </a:lnTo>
                  <a:close/>
                </a:path>
              </a:pathLst>
            </a:custGeom>
            <a:solidFill>
              <a:srgbClr val="F2D8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7" name="Google Shape;967;p36"/>
            <p:cNvSpPr/>
            <p:nvPr/>
          </p:nvSpPr>
          <p:spPr>
            <a:xfrm>
              <a:off x="5294003" y="3176792"/>
              <a:ext cx="45577" cy="27346"/>
            </a:xfrm>
            <a:custGeom>
              <a:avLst/>
              <a:gdLst/>
              <a:ahLst/>
              <a:cxnLst/>
              <a:rect l="l" t="t" r="r" b="b"/>
              <a:pathLst>
                <a:path w="1260" h="756" fill="none" extrusionOk="0">
                  <a:moveTo>
                    <a:pt x="1259" y="0"/>
                  </a:moveTo>
                  <a:lnTo>
                    <a:pt x="378" y="504"/>
                  </a:lnTo>
                  <a:lnTo>
                    <a:pt x="252" y="630"/>
                  </a:lnTo>
                  <a:lnTo>
                    <a:pt x="0" y="756"/>
                  </a:lnTo>
                  <a:lnTo>
                    <a:pt x="0" y="756"/>
                  </a:lnTo>
                  <a:lnTo>
                    <a:pt x="1259" y="0"/>
                  </a:lnTo>
                  <a:lnTo>
                    <a:pt x="1259"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8" name="Google Shape;968;p36"/>
            <p:cNvSpPr/>
            <p:nvPr/>
          </p:nvSpPr>
          <p:spPr>
            <a:xfrm>
              <a:off x="5412432" y="2967244"/>
              <a:ext cx="50135" cy="27346"/>
            </a:xfrm>
            <a:custGeom>
              <a:avLst/>
              <a:gdLst/>
              <a:ahLst/>
              <a:cxnLst/>
              <a:rect l="l" t="t" r="r" b="b"/>
              <a:pathLst>
                <a:path w="1386" h="756" fill="none" extrusionOk="0">
                  <a:moveTo>
                    <a:pt x="1385" y="0"/>
                  </a:moveTo>
                  <a:lnTo>
                    <a:pt x="0" y="756"/>
                  </a:lnTo>
                  <a:lnTo>
                    <a:pt x="0" y="756"/>
                  </a:lnTo>
                  <a:lnTo>
                    <a:pt x="1385" y="0"/>
                  </a:lnTo>
                  <a:lnTo>
                    <a:pt x="13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36"/>
            <p:cNvSpPr/>
            <p:nvPr/>
          </p:nvSpPr>
          <p:spPr>
            <a:xfrm>
              <a:off x="5289445" y="2967244"/>
              <a:ext cx="173122" cy="241451"/>
            </a:xfrm>
            <a:custGeom>
              <a:avLst/>
              <a:gdLst/>
              <a:ahLst/>
              <a:cxnLst/>
              <a:rect l="l" t="t" r="r" b="b"/>
              <a:pathLst>
                <a:path w="4786" h="6675" extrusionOk="0">
                  <a:moveTo>
                    <a:pt x="4785" y="0"/>
                  </a:moveTo>
                  <a:lnTo>
                    <a:pt x="3400" y="756"/>
                  </a:lnTo>
                  <a:lnTo>
                    <a:pt x="0" y="6675"/>
                  </a:lnTo>
                  <a:lnTo>
                    <a:pt x="126" y="6549"/>
                  </a:lnTo>
                  <a:lnTo>
                    <a:pt x="378" y="6423"/>
                  </a:lnTo>
                  <a:lnTo>
                    <a:pt x="504" y="6297"/>
                  </a:lnTo>
                  <a:lnTo>
                    <a:pt x="1385" y="5793"/>
                  </a:lnTo>
                  <a:lnTo>
                    <a:pt x="4785" y="0"/>
                  </a:lnTo>
                  <a:close/>
                </a:path>
              </a:pathLst>
            </a:custGeom>
            <a:solidFill>
              <a:srgbClr val="FEE4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36"/>
            <p:cNvSpPr/>
            <p:nvPr/>
          </p:nvSpPr>
          <p:spPr>
            <a:xfrm>
              <a:off x="5289445" y="2967244"/>
              <a:ext cx="173122" cy="241451"/>
            </a:xfrm>
            <a:custGeom>
              <a:avLst/>
              <a:gdLst/>
              <a:ahLst/>
              <a:cxnLst/>
              <a:rect l="l" t="t" r="r" b="b"/>
              <a:pathLst>
                <a:path w="4786" h="6675" fill="none" extrusionOk="0">
                  <a:moveTo>
                    <a:pt x="4785" y="0"/>
                  </a:moveTo>
                  <a:lnTo>
                    <a:pt x="3400" y="756"/>
                  </a:lnTo>
                  <a:lnTo>
                    <a:pt x="0" y="6675"/>
                  </a:lnTo>
                  <a:lnTo>
                    <a:pt x="126" y="6549"/>
                  </a:lnTo>
                  <a:lnTo>
                    <a:pt x="126" y="6549"/>
                  </a:lnTo>
                  <a:lnTo>
                    <a:pt x="378" y="6423"/>
                  </a:lnTo>
                  <a:lnTo>
                    <a:pt x="504" y="6297"/>
                  </a:lnTo>
                  <a:lnTo>
                    <a:pt x="1385" y="5793"/>
                  </a:lnTo>
                  <a:lnTo>
                    <a:pt x="4785" y="0"/>
                  </a:lnTo>
                </a:path>
              </a:pathLst>
            </a:cu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36"/>
            <p:cNvSpPr/>
            <p:nvPr/>
          </p:nvSpPr>
          <p:spPr>
            <a:xfrm>
              <a:off x="5248425" y="2994555"/>
              <a:ext cx="164042" cy="232372"/>
            </a:xfrm>
            <a:custGeom>
              <a:avLst/>
              <a:gdLst/>
              <a:ahLst/>
              <a:cxnLst/>
              <a:rect l="l" t="t" r="r" b="b"/>
              <a:pathLst>
                <a:path w="4535" h="6424" extrusionOk="0">
                  <a:moveTo>
                    <a:pt x="4534" y="1"/>
                  </a:moveTo>
                  <a:lnTo>
                    <a:pt x="3527" y="505"/>
                  </a:lnTo>
                  <a:lnTo>
                    <a:pt x="1" y="6423"/>
                  </a:lnTo>
                  <a:lnTo>
                    <a:pt x="1134" y="5920"/>
                  </a:lnTo>
                  <a:lnTo>
                    <a:pt x="4534" y="1"/>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36"/>
            <p:cNvSpPr/>
            <p:nvPr/>
          </p:nvSpPr>
          <p:spPr>
            <a:xfrm>
              <a:off x="5221115" y="3026459"/>
              <a:ext cx="136696" cy="218699"/>
            </a:xfrm>
            <a:custGeom>
              <a:avLst/>
              <a:gdLst/>
              <a:ahLst/>
              <a:cxnLst/>
              <a:rect l="l" t="t" r="r" b="b"/>
              <a:pathLst>
                <a:path w="3779" h="6046" extrusionOk="0">
                  <a:moveTo>
                    <a:pt x="3778" y="0"/>
                  </a:moveTo>
                  <a:lnTo>
                    <a:pt x="0" y="2141"/>
                  </a:lnTo>
                  <a:lnTo>
                    <a:pt x="0" y="3652"/>
                  </a:lnTo>
                  <a:lnTo>
                    <a:pt x="0" y="4282"/>
                  </a:lnTo>
                  <a:lnTo>
                    <a:pt x="0" y="4912"/>
                  </a:lnTo>
                  <a:lnTo>
                    <a:pt x="0" y="5164"/>
                  </a:lnTo>
                  <a:lnTo>
                    <a:pt x="0" y="6045"/>
                  </a:lnTo>
                  <a:lnTo>
                    <a:pt x="252" y="5919"/>
                  </a:lnTo>
                  <a:lnTo>
                    <a:pt x="3778" y="0"/>
                  </a:lnTo>
                  <a:close/>
                </a:path>
              </a:pathLst>
            </a:custGeom>
            <a:solidFill>
              <a:srgbClr val="FDD8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3" name="Google Shape;973;p36"/>
            <p:cNvSpPr/>
            <p:nvPr/>
          </p:nvSpPr>
          <p:spPr>
            <a:xfrm>
              <a:off x="5198326" y="2848816"/>
              <a:ext cx="423688" cy="255125"/>
            </a:xfrm>
            <a:custGeom>
              <a:avLst/>
              <a:gdLst/>
              <a:ahLst/>
              <a:cxnLst/>
              <a:rect l="l" t="t" r="r" b="b"/>
              <a:pathLst>
                <a:path w="11713" h="7053" extrusionOk="0">
                  <a:moveTo>
                    <a:pt x="11712" y="0"/>
                  </a:moveTo>
                  <a:lnTo>
                    <a:pt x="0" y="6675"/>
                  </a:lnTo>
                  <a:lnTo>
                    <a:pt x="630" y="7052"/>
                  </a:lnTo>
                  <a:lnTo>
                    <a:pt x="11082" y="1134"/>
                  </a:lnTo>
                  <a:lnTo>
                    <a:pt x="1171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36"/>
            <p:cNvSpPr/>
            <p:nvPr/>
          </p:nvSpPr>
          <p:spPr>
            <a:xfrm>
              <a:off x="5198326" y="3031017"/>
              <a:ext cx="423688" cy="255125"/>
            </a:xfrm>
            <a:custGeom>
              <a:avLst/>
              <a:gdLst/>
              <a:ahLst/>
              <a:cxnLst/>
              <a:rect l="l" t="t" r="r" b="b"/>
              <a:pathLst>
                <a:path w="11713" h="7053" extrusionOk="0">
                  <a:moveTo>
                    <a:pt x="11082" y="0"/>
                  </a:moveTo>
                  <a:lnTo>
                    <a:pt x="630" y="5919"/>
                  </a:lnTo>
                  <a:lnTo>
                    <a:pt x="0" y="7053"/>
                  </a:lnTo>
                  <a:lnTo>
                    <a:pt x="11712" y="378"/>
                  </a:lnTo>
                  <a:lnTo>
                    <a:pt x="11082" y="0"/>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36"/>
            <p:cNvSpPr/>
            <p:nvPr/>
          </p:nvSpPr>
          <p:spPr>
            <a:xfrm>
              <a:off x="5221115" y="3026459"/>
              <a:ext cx="378111" cy="218699"/>
            </a:xfrm>
            <a:custGeom>
              <a:avLst/>
              <a:gdLst/>
              <a:ahLst/>
              <a:cxnLst/>
              <a:rect l="l" t="t" r="r" b="b"/>
              <a:pathLst>
                <a:path w="10453" h="6046" extrusionOk="0">
                  <a:moveTo>
                    <a:pt x="10326" y="0"/>
                  </a:moveTo>
                  <a:lnTo>
                    <a:pt x="0" y="5793"/>
                  </a:lnTo>
                  <a:lnTo>
                    <a:pt x="0" y="6045"/>
                  </a:lnTo>
                  <a:lnTo>
                    <a:pt x="10452" y="126"/>
                  </a:lnTo>
                  <a:lnTo>
                    <a:pt x="10326"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6" name="Google Shape;976;p36"/>
            <p:cNvSpPr/>
            <p:nvPr/>
          </p:nvSpPr>
          <p:spPr>
            <a:xfrm>
              <a:off x="5594634" y="2889799"/>
              <a:ext cx="4594" cy="141254"/>
            </a:xfrm>
            <a:custGeom>
              <a:avLst/>
              <a:gdLst/>
              <a:ahLst/>
              <a:cxnLst/>
              <a:rect l="l" t="t" r="r" b="b"/>
              <a:pathLst>
                <a:path w="127" h="3905" extrusionOk="0">
                  <a:moveTo>
                    <a:pt x="126" y="1"/>
                  </a:moveTo>
                  <a:lnTo>
                    <a:pt x="0" y="126"/>
                  </a:lnTo>
                  <a:lnTo>
                    <a:pt x="0" y="3778"/>
                  </a:lnTo>
                  <a:lnTo>
                    <a:pt x="126" y="3904"/>
                  </a:lnTo>
                  <a:lnTo>
                    <a:pt x="126"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7" name="Google Shape;977;p36"/>
            <p:cNvSpPr/>
            <p:nvPr/>
          </p:nvSpPr>
          <p:spPr>
            <a:xfrm>
              <a:off x="5189211" y="3081116"/>
              <a:ext cx="9152" cy="205026"/>
            </a:xfrm>
            <a:custGeom>
              <a:avLst/>
              <a:gdLst/>
              <a:ahLst/>
              <a:cxnLst/>
              <a:rect l="l" t="t" r="r" b="b"/>
              <a:pathLst>
                <a:path w="253" h="5668" extrusionOk="0">
                  <a:moveTo>
                    <a:pt x="1" y="1"/>
                  </a:moveTo>
                  <a:lnTo>
                    <a:pt x="1" y="5542"/>
                  </a:lnTo>
                  <a:lnTo>
                    <a:pt x="252" y="5668"/>
                  </a:lnTo>
                  <a:lnTo>
                    <a:pt x="252" y="253"/>
                  </a:lnTo>
                  <a:lnTo>
                    <a:pt x="1" y="1"/>
                  </a:lnTo>
                  <a:close/>
                </a:path>
              </a:pathLst>
            </a:custGeom>
            <a:solidFill>
              <a:srgbClr val="E5E5E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36"/>
            <p:cNvSpPr/>
            <p:nvPr/>
          </p:nvSpPr>
          <p:spPr>
            <a:xfrm>
              <a:off x="5189211" y="2839700"/>
              <a:ext cx="432804" cy="250567"/>
            </a:xfrm>
            <a:custGeom>
              <a:avLst/>
              <a:gdLst/>
              <a:ahLst/>
              <a:cxnLst/>
              <a:rect l="l" t="t" r="r" b="b"/>
              <a:pathLst>
                <a:path w="11965" h="6927" extrusionOk="0">
                  <a:moveTo>
                    <a:pt x="11712" y="0"/>
                  </a:moveTo>
                  <a:lnTo>
                    <a:pt x="1" y="6675"/>
                  </a:lnTo>
                  <a:lnTo>
                    <a:pt x="252" y="6927"/>
                  </a:lnTo>
                  <a:lnTo>
                    <a:pt x="11964" y="252"/>
                  </a:lnTo>
                  <a:lnTo>
                    <a:pt x="11712" y="0"/>
                  </a:ln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9" name="Google Shape;979;p36"/>
            <p:cNvSpPr/>
            <p:nvPr/>
          </p:nvSpPr>
          <p:spPr>
            <a:xfrm>
              <a:off x="3449086" y="1450349"/>
              <a:ext cx="1252726" cy="674219"/>
            </a:xfrm>
            <a:custGeom>
              <a:avLst/>
              <a:gdLst/>
              <a:ahLst/>
              <a:cxnLst/>
              <a:rect l="l" t="t" r="r" b="b"/>
              <a:pathLst>
                <a:path w="34632" h="18639" extrusionOk="0">
                  <a:moveTo>
                    <a:pt x="17883" y="0"/>
                  </a:moveTo>
                  <a:lnTo>
                    <a:pt x="1" y="9067"/>
                  </a:lnTo>
                  <a:lnTo>
                    <a:pt x="17883" y="18638"/>
                  </a:lnTo>
                  <a:lnTo>
                    <a:pt x="34632" y="9193"/>
                  </a:lnTo>
                  <a:lnTo>
                    <a:pt x="17883" y="0"/>
                  </a:lnTo>
                  <a:close/>
                </a:path>
              </a:pathLst>
            </a:cu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0" name="Google Shape;980;p36"/>
            <p:cNvSpPr/>
            <p:nvPr/>
          </p:nvSpPr>
          <p:spPr>
            <a:xfrm>
              <a:off x="5047992" y="2024299"/>
              <a:ext cx="191353" cy="410015"/>
            </a:xfrm>
            <a:custGeom>
              <a:avLst/>
              <a:gdLst/>
              <a:ahLst/>
              <a:cxnLst/>
              <a:rect l="l" t="t" r="r" b="b"/>
              <a:pathLst>
                <a:path w="5290" h="11335" extrusionOk="0">
                  <a:moveTo>
                    <a:pt x="5290" y="1"/>
                  </a:moveTo>
                  <a:lnTo>
                    <a:pt x="1" y="3149"/>
                  </a:lnTo>
                  <a:lnTo>
                    <a:pt x="1" y="11334"/>
                  </a:lnTo>
                  <a:lnTo>
                    <a:pt x="5290" y="8312"/>
                  </a:lnTo>
                  <a:lnTo>
                    <a:pt x="5290" y="1"/>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36"/>
            <p:cNvSpPr/>
            <p:nvPr/>
          </p:nvSpPr>
          <p:spPr>
            <a:xfrm>
              <a:off x="4765592" y="1974200"/>
              <a:ext cx="282435" cy="460114"/>
            </a:xfrm>
            <a:custGeom>
              <a:avLst/>
              <a:gdLst/>
              <a:ahLst/>
              <a:cxnLst/>
              <a:rect l="l" t="t" r="r" b="b"/>
              <a:pathLst>
                <a:path w="7808" h="12720" extrusionOk="0">
                  <a:moveTo>
                    <a:pt x="0" y="0"/>
                  </a:moveTo>
                  <a:lnTo>
                    <a:pt x="0" y="8312"/>
                  </a:lnTo>
                  <a:lnTo>
                    <a:pt x="7808" y="12719"/>
                  </a:lnTo>
                  <a:lnTo>
                    <a:pt x="7808" y="4534"/>
                  </a:lnTo>
                  <a:lnTo>
                    <a:pt x="0" y="0"/>
                  </a:lnTo>
                  <a:close/>
                </a:path>
              </a:pathLst>
            </a:cu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36"/>
            <p:cNvSpPr/>
            <p:nvPr/>
          </p:nvSpPr>
          <p:spPr>
            <a:xfrm>
              <a:off x="4765592" y="1864850"/>
              <a:ext cx="473751" cy="273356"/>
            </a:xfrm>
            <a:custGeom>
              <a:avLst/>
              <a:gdLst/>
              <a:ahLst/>
              <a:cxnLst/>
              <a:rect l="l" t="t" r="r" b="b"/>
              <a:pathLst>
                <a:path w="13097" h="7557" extrusionOk="0">
                  <a:moveTo>
                    <a:pt x="5289" y="1"/>
                  </a:moveTo>
                  <a:lnTo>
                    <a:pt x="0" y="3023"/>
                  </a:lnTo>
                  <a:lnTo>
                    <a:pt x="7808" y="7557"/>
                  </a:lnTo>
                  <a:lnTo>
                    <a:pt x="13097" y="4409"/>
                  </a:lnTo>
                  <a:lnTo>
                    <a:pt x="5289" y="1"/>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36"/>
            <p:cNvSpPr/>
            <p:nvPr/>
          </p:nvSpPr>
          <p:spPr>
            <a:xfrm>
              <a:off x="5180095" y="1746421"/>
              <a:ext cx="214141" cy="742549"/>
            </a:xfrm>
            <a:custGeom>
              <a:avLst/>
              <a:gdLst/>
              <a:ahLst/>
              <a:cxnLst/>
              <a:rect l="l" t="t" r="r" b="b"/>
              <a:pathLst>
                <a:path w="5920" h="20528" extrusionOk="0">
                  <a:moveTo>
                    <a:pt x="1" y="1"/>
                  </a:moveTo>
                  <a:lnTo>
                    <a:pt x="1" y="18765"/>
                  </a:lnTo>
                  <a:lnTo>
                    <a:pt x="1" y="19142"/>
                  </a:lnTo>
                  <a:lnTo>
                    <a:pt x="253" y="19520"/>
                  </a:lnTo>
                  <a:lnTo>
                    <a:pt x="504" y="19772"/>
                  </a:lnTo>
                  <a:lnTo>
                    <a:pt x="882" y="20024"/>
                  </a:lnTo>
                  <a:lnTo>
                    <a:pt x="1386" y="20276"/>
                  </a:lnTo>
                  <a:lnTo>
                    <a:pt x="1890" y="20402"/>
                  </a:lnTo>
                  <a:lnTo>
                    <a:pt x="3023" y="20528"/>
                  </a:lnTo>
                  <a:lnTo>
                    <a:pt x="4031" y="20402"/>
                  </a:lnTo>
                  <a:lnTo>
                    <a:pt x="4660" y="20276"/>
                  </a:lnTo>
                  <a:lnTo>
                    <a:pt x="5038" y="20024"/>
                  </a:lnTo>
                  <a:lnTo>
                    <a:pt x="5416" y="19772"/>
                  </a:lnTo>
                  <a:lnTo>
                    <a:pt x="5668" y="19520"/>
                  </a:lnTo>
                  <a:lnTo>
                    <a:pt x="5920" y="19142"/>
                  </a:lnTo>
                  <a:lnTo>
                    <a:pt x="5920" y="18890"/>
                  </a:lnTo>
                  <a:lnTo>
                    <a:pt x="5920" y="379"/>
                  </a:lnTo>
                  <a:lnTo>
                    <a:pt x="5794" y="630"/>
                  </a:lnTo>
                  <a:lnTo>
                    <a:pt x="5542" y="882"/>
                  </a:lnTo>
                  <a:lnTo>
                    <a:pt x="5164" y="1260"/>
                  </a:lnTo>
                  <a:lnTo>
                    <a:pt x="4660" y="1386"/>
                  </a:lnTo>
                  <a:lnTo>
                    <a:pt x="4156" y="1638"/>
                  </a:lnTo>
                  <a:lnTo>
                    <a:pt x="3023" y="1764"/>
                  </a:lnTo>
                  <a:lnTo>
                    <a:pt x="1890" y="1638"/>
                  </a:lnTo>
                  <a:lnTo>
                    <a:pt x="1386" y="1386"/>
                  </a:lnTo>
                  <a:lnTo>
                    <a:pt x="882" y="1260"/>
                  </a:lnTo>
                  <a:lnTo>
                    <a:pt x="504" y="882"/>
                  </a:lnTo>
                  <a:lnTo>
                    <a:pt x="253" y="630"/>
                  </a:lnTo>
                  <a:lnTo>
                    <a:pt x="127" y="253"/>
                  </a:lnTo>
                  <a:lnTo>
                    <a:pt x="1" y="1"/>
                  </a:lnTo>
                  <a:close/>
                </a:path>
              </a:pathLst>
            </a:custGeom>
            <a:solidFill>
              <a:srgbClr val="F2505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36"/>
            <p:cNvSpPr/>
            <p:nvPr/>
          </p:nvSpPr>
          <p:spPr>
            <a:xfrm>
              <a:off x="5180095" y="1682649"/>
              <a:ext cx="214141" cy="127580"/>
            </a:xfrm>
            <a:custGeom>
              <a:avLst/>
              <a:gdLst/>
              <a:ahLst/>
              <a:cxnLst/>
              <a:rect l="l" t="t" r="r" b="b"/>
              <a:pathLst>
                <a:path w="5920" h="3527" extrusionOk="0">
                  <a:moveTo>
                    <a:pt x="3023" y="1"/>
                  </a:moveTo>
                  <a:lnTo>
                    <a:pt x="1890" y="127"/>
                  </a:lnTo>
                  <a:lnTo>
                    <a:pt x="1386" y="253"/>
                  </a:lnTo>
                  <a:lnTo>
                    <a:pt x="882" y="504"/>
                  </a:lnTo>
                  <a:lnTo>
                    <a:pt x="504" y="756"/>
                  </a:lnTo>
                  <a:lnTo>
                    <a:pt x="253" y="1134"/>
                  </a:lnTo>
                  <a:lnTo>
                    <a:pt x="127" y="1386"/>
                  </a:lnTo>
                  <a:lnTo>
                    <a:pt x="1" y="1764"/>
                  </a:lnTo>
                  <a:lnTo>
                    <a:pt x="127" y="2016"/>
                  </a:lnTo>
                  <a:lnTo>
                    <a:pt x="253" y="2393"/>
                  </a:lnTo>
                  <a:lnTo>
                    <a:pt x="504" y="2645"/>
                  </a:lnTo>
                  <a:lnTo>
                    <a:pt x="882" y="3023"/>
                  </a:lnTo>
                  <a:lnTo>
                    <a:pt x="1386" y="3149"/>
                  </a:lnTo>
                  <a:lnTo>
                    <a:pt x="1890" y="3401"/>
                  </a:lnTo>
                  <a:lnTo>
                    <a:pt x="3023" y="3527"/>
                  </a:lnTo>
                  <a:lnTo>
                    <a:pt x="4156" y="3401"/>
                  </a:lnTo>
                  <a:lnTo>
                    <a:pt x="4660" y="3149"/>
                  </a:lnTo>
                  <a:lnTo>
                    <a:pt x="5164" y="3023"/>
                  </a:lnTo>
                  <a:lnTo>
                    <a:pt x="5542" y="2645"/>
                  </a:lnTo>
                  <a:lnTo>
                    <a:pt x="5794" y="2393"/>
                  </a:lnTo>
                  <a:lnTo>
                    <a:pt x="5920" y="2016"/>
                  </a:lnTo>
                  <a:lnTo>
                    <a:pt x="5920" y="1764"/>
                  </a:lnTo>
                  <a:lnTo>
                    <a:pt x="5920" y="1386"/>
                  </a:lnTo>
                  <a:lnTo>
                    <a:pt x="5794" y="1134"/>
                  </a:lnTo>
                  <a:lnTo>
                    <a:pt x="5542" y="756"/>
                  </a:lnTo>
                  <a:lnTo>
                    <a:pt x="5164" y="504"/>
                  </a:lnTo>
                  <a:lnTo>
                    <a:pt x="4660" y="253"/>
                  </a:lnTo>
                  <a:lnTo>
                    <a:pt x="4156" y="127"/>
                  </a:lnTo>
                  <a:lnTo>
                    <a:pt x="3023" y="1"/>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36"/>
            <p:cNvSpPr/>
            <p:nvPr/>
          </p:nvSpPr>
          <p:spPr>
            <a:xfrm>
              <a:off x="5198326" y="1700880"/>
              <a:ext cx="177679" cy="91155"/>
            </a:xfrm>
            <a:custGeom>
              <a:avLst/>
              <a:gdLst/>
              <a:ahLst/>
              <a:cxnLst/>
              <a:rect l="l" t="t" r="r" b="b"/>
              <a:pathLst>
                <a:path w="4912" h="2520" extrusionOk="0">
                  <a:moveTo>
                    <a:pt x="2519" y="0"/>
                  </a:moveTo>
                  <a:lnTo>
                    <a:pt x="1512" y="126"/>
                  </a:lnTo>
                  <a:lnTo>
                    <a:pt x="630" y="504"/>
                  </a:lnTo>
                  <a:lnTo>
                    <a:pt x="252" y="882"/>
                  </a:lnTo>
                  <a:lnTo>
                    <a:pt x="0" y="1260"/>
                  </a:lnTo>
                  <a:lnTo>
                    <a:pt x="252" y="1638"/>
                  </a:lnTo>
                  <a:lnTo>
                    <a:pt x="630" y="2015"/>
                  </a:lnTo>
                  <a:lnTo>
                    <a:pt x="1512" y="2393"/>
                  </a:lnTo>
                  <a:lnTo>
                    <a:pt x="2519" y="2519"/>
                  </a:lnTo>
                  <a:lnTo>
                    <a:pt x="3527" y="2393"/>
                  </a:lnTo>
                  <a:lnTo>
                    <a:pt x="4408" y="2015"/>
                  </a:lnTo>
                  <a:lnTo>
                    <a:pt x="4786" y="1638"/>
                  </a:lnTo>
                  <a:lnTo>
                    <a:pt x="4912" y="1260"/>
                  </a:lnTo>
                  <a:lnTo>
                    <a:pt x="4786" y="882"/>
                  </a:lnTo>
                  <a:lnTo>
                    <a:pt x="4408" y="504"/>
                  </a:lnTo>
                  <a:lnTo>
                    <a:pt x="3527" y="126"/>
                  </a:lnTo>
                  <a:lnTo>
                    <a:pt x="2519"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36"/>
            <p:cNvSpPr/>
            <p:nvPr/>
          </p:nvSpPr>
          <p:spPr>
            <a:xfrm>
              <a:off x="5161900" y="2270272"/>
              <a:ext cx="109349" cy="273356"/>
            </a:xfrm>
            <a:custGeom>
              <a:avLst/>
              <a:gdLst/>
              <a:ahLst/>
              <a:cxnLst/>
              <a:rect l="l" t="t" r="r" b="b"/>
              <a:pathLst>
                <a:path w="3023" h="7557" extrusionOk="0">
                  <a:moveTo>
                    <a:pt x="0" y="1"/>
                  </a:moveTo>
                  <a:lnTo>
                    <a:pt x="0" y="6675"/>
                  </a:lnTo>
                  <a:lnTo>
                    <a:pt x="126" y="6927"/>
                  </a:lnTo>
                  <a:lnTo>
                    <a:pt x="378" y="7305"/>
                  </a:lnTo>
                  <a:lnTo>
                    <a:pt x="882" y="7431"/>
                  </a:lnTo>
                  <a:lnTo>
                    <a:pt x="1511" y="7557"/>
                  </a:lnTo>
                  <a:lnTo>
                    <a:pt x="2015" y="7431"/>
                  </a:lnTo>
                  <a:lnTo>
                    <a:pt x="2519" y="7305"/>
                  </a:lnTo>
                  <a:lnTo>
                    <a:pt x="2896" y="6927"/>
                  </a:lnTo>
                  <a:lnTo>
                    <a:pt x="3022" y="6675"/>
                  </a:lnTo>
                  <a:lnTo>
                    <a:pt x="3022" y="1"/>
                  </a:lnTo>
                  <a:lnTo>
                    <a:pt x="2896" y="253"/>
                  </a:lnTo>
                  <a:lnTo>
                    <a:pt x="2645" y="631"/>
                  </a:lnTo>
                  <a:lnTo>
                    <a:pt x="2141" y="756"/>
                  </a:lnTo>
                  <a:lnTo>
                    <a:pt x="1511" y="882"/>
                  </a:lnTo>
                  <a:lnTo>
                    <a:pt x="1007" y="756"/>
                  </a:lnTo>
                  <a:lnTo>
                    <a:pt x="504" y="631"/>
                  </a:lnTo>
                  <a:lnTo>
                    <a:pt x="126" y="253"/>
                  </a:lnTo>
                  <a:lnTo>
                    <a:pt x="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36"/>
            <p:cNvSpPr/>
            <p:nvPr/>
          </p:nvSpPr>
          <p:spPr>
            <a:xfrm>
              <a:off x="5161900" y="2238404"/>
              <a:ext cx="109349" cy="63808"/>
            </a:xfrm>
            <a:custGeom>
              <a:avLst/>
              <a:gdLst/>
              <a:ahLst/>
              <a:cxnLst/>
              <a:rect l="l" t="t" r="r" b="b"/>
              <a:pathLst>
                <a:path w="3023" h="1764" extrusionOk="0">
                  <a:moveTo>
                    <a:pt x="1007" y="0"/>
                  </a:moveTo>
                  <a:lnTo>
                    <a:pt x="504" y="252"/>
                  </a:lnTo>
                  <a:lnTo>
                    <a:pt x="126" y="504"/>
                  </a:lnTo>
                  <a:lnTo>
                    <a:pt x="0" y="882"/>
                  </a:lnTo>
                  <a:lnTo>
                    <a:pt x="126" y="1134"/>
                  </a:lnTo>
                  <a:lnTo>
                    <a:pt x="504" y="1512"/>
                  </a:lnTo>
                  <a:lnTo>
                    <a:pt x="1007" y="1637"/>
                  </a:lnTo>
                  <a:lnTo>
                    <a:pt x="1511" y="1763"/>
                  </a:lnTo>
                  <a:lnTo>
                    <a:pt x="2141" y="1637"/>
                  </a:lnTo>
                  <a:lnTo>
                    <a:pt x="2645" y="1512"/>
                  </a:lnTo>
                  <a:lnTo>
                    <a:pt x="2896" y="1134"/>
                  </a:lnTo>
                  <a:lnTo>
                    <a:pt x="3022" y="882"/>
                  </a:lnTo>
                  <a:lnTo>
                    <a:pt x="2896" y="504"/>
                  </a:lnTo>
                  <a:lnTo>
                    <a:pt x="2645" y="252"/>
                  </a:lnTo>
                  <a:lnTo>
                    <a:pt x="2141"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36"/>
            <p:cNvSpPr/>
            <p:nvPr/>
          </p:nvSpPr>
          <p:spPr>
            <a:xfrm>
              <a:off x="5180095" y="2256635"/>
              <a:ext cx="72924" cy="27346"/>
            </a:xfrm>
            <a:custGeom>
              <a:avLst/>
              <a:gdLst/>
              <a:ahLst/>
              <a:cxnLst/>
              <a:rect l="l" t="t" r="r" b="b"/>
              <a:pathLst>
                <a:path w="2016" h="756" extrusionOk="0">
                  <a:moveTo>
                    <a:pt x="630" y="0"/>
                  </a:moveTo>
                  <a:lnTo>
                    <a:pt x="253" y="126"/>
                  </a:lnTo>
                  <a:lnTo>
                    <a:pt x="1" y="378"/>
                  </a:lnTo>
                  <a:lnTo>
                    <a:pt x="253" y="504"/>
                  </a:lnTo>
                  <a:lnTo>
                    <a:pt x="630" y="630"/>
                  </a:lnTo>
                  <a:lnTo>
                    <a:pt x="1008" y="756"/>
                  </a:lnTo>
                  <a:lnTo>
                    <a:pt x="1512" y="630"/>
                  </a:lnTo>
                  <a:lnTo>
                    <a:pt x="1890" y="504"/>
                  </a:lnTo>
                  <a:lnTo>
                    <a:pt x="2016" y="378"/>
                  </a:lnTo>
                  <a:lnTo>
                    <a:pt x="1890" y="126"/>
                  </a:lnTo>
                  <a:lnTo>
                    <a:pt x="1512" y="0"/>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36"/>
            <p:cNvSpPr/>
            <p:nvPr/>
          </p:nvSpPr>
          <p:spPr>
            <a:xfrm>
              <a:off x="5280330" y="2010626"/>
              <a:ext cx="72924" cy="514807"/>
            </a:xfrm>
            <a:custGeom>
              <a:avLst/>
              <a:gdLst/>
              <a:ahLst/>
              <a:cxnLst/>
              <a:rect l="l" t="t" r="r" b="b"/>
              <a:pathLst>
                <a:path w="2016" h="14232" extrusionOk="0">
                  <a:moveTo>
                    <a:pt x="0" y="1"/>
                  </a:moveTo>
                  <a:lnTo>
                    <a:pt x="0" y="13601"/>
                  </a:lnTo>
                  <a:lnTo>
                    <a:pt x="126" y="13853"/>
                  </a:lnTo>
                  <a:lnTo>
                    <a:pt x="378" y="14105"/>
                  </a:lnTo>
                  <a:lnTo>
                    <a:pt x="630" y="14231"/>
                  </a:lnTo>
                  <a:lnTo>
                    <a:pt x="1385" y="14231"/>
                  </a:lnTo>
                  <a:lnTo>
                    <a:pt x="1763" y="14105"/>
                  </a:lnTo>
                  <a:lnTo>
                    <a:pt x="2015" y="13853"/>
                  </a:lnTo>
                  <a:lnTo>
                    <a:pt x="2015" y="13601"/>
                  </a:lnTo>
                  <a:lnTo>
                    <a:pt x="2015" y="253"/>
                  </a:lnTo>
                  <a:lnTo>
                    <a:pt x="1763" y="504"/>
                  </a:lnTo>
                  <a:lnTo>
                    <a:pt x="1385" y="630"/>
                  </a:lnTo>
                  <a:lnTo>
                    <a:pt x="630" y="630"/>
                  </a:lnTo>
                  <a:lnTo>
                    <a:pt x="378" y="504"/>
                  </a:lnTo>
                  <a:lnTo>
                    <a:pt x="126" y="253"/>
                  </a:ln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36"/>
            <p:cNvSpPr/>
            <p:nvPr/>
          </p:nvSpPr>
          <p:spPr>
            <a:xfrm>
              <a:off x="5280330" y="1992431"/>
              <a:ext cx="72924" cy="41020"/>
            </a:xfrm>
            <a:custGeom>
              <a:avLst/>
              <a:gdLst/>
              <a:ahLst/>
              <a:cxnLst/>
              <a:rect l="l" t="t" r="r" b="b"/>
              <a:pathLst>
                <a:path w="2016" h="1134" extrusionOk="0">
                  <a:moveTo>
                    <a:pt x="630" y="0"/>
                  </a:moveTo>
                  <a:lnTo>
                    <a:pt x="378" y="126"/>
                  </a:lnTo>
                  <a:lnTo>
                    <a:pt x="126" y="378"/>
                  </a:lnTo>
                  <a:lnTo>
                    <a:pt x="0" y="504"/>
                  </a:lnTo>
                  <a:lnTo>
                    <a:pt x="126" y="756"/>
                  </a:lnTo>
                  <a:lnTo>
                    <a:pt x="378" y="1007"/>
                  </a:lnTo>
                  <a:lnTo>
                    <a:pt x="630" y="1133"/>
                  </a:lnTo>
                  <a:lnTo>
                    <a:pt x="1385" y="1133"/>
                  </a:lnTo>
                  <a:lnTo>
                    <a:pt x="1763" y="1007"/>
                  </a:lnTo>
                  <a:lnTo>
                    <a:pt x="2015" y="756"/>
                  </a:lnTo>
                  <a:lnTo>
                    <a:pt x="2015" y="504"/>
                  </a:lnTo>
                  <a:lnTo>
                    <a:pt x="2015" y="378"/>
                  </a:lnTo>
                  <a:lnTo>
                    <a:pt x="1763" y="126"/>
                  </a:lnTo>
                  <a:lnTo>
                    <a:pt x="1385"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36"/>
            <p:cNvSpPr/>
            <p:nvPr/>
          </p:nvSpPr>
          <p:spPr>
            <a:xfrm>
              <a:off x="5289445" y="2001510"/>
              <a:ext cx="54693" cy="22825"/>
            </a:xfrm>
            <a:custGeom>
              <a:avLst/>
              <a:gdLst/>
              <a:ahLst/>
              <a:cxnLst/>
              <a:rect l="l" t="t" r="r" b="b"/>
              <a:pathLst>
                <a:path w="1512" h="631" extrusionOk="0">
                  <a:moveTo>
                    <a:pt x="504" y="1"/>
                  </a:moveTo>
                  <a:lnTo>
                    <a:pt x="252" y="127"/>
                  </a:lnTo>
                  <a:lnTo>
                    <a:pt x="0" y="253"/>
                  </a:lnTo>
                  <a:lnTo>
                    <a:pt x="252" y="505"/>
                  </a:lnTo>
                  <a:lnTo>
                    <a:pt x="504" y="631"/>
                  </a:lnTo>
                  <a:lnTo>
                    <a:pt x="1133" y="631"/>
                  </a:lnTo>
                  <a:lnTo>
                    <a:pt x="1385" y="505"/>
                  </a:lnTo>
                  <a:lnTo>
                    <a:pt x="1511" y="253"/>
                  </a:lnTo>
                  <a:lnTo>
                    <a:pt x="1385" y="127"/>
                  </a:lnTo>
                  <a:lnTo>
                    <a:pt x="1133" y="1"/>
                  </a:lnTo>
                  <a:close/>
                </a:path>
              </a:pathLst>
            </a:custGeom>
            <a:solidFill>
              <a:srgbClr val="3333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92" name="Google Shape;992;p36"/>
          <p:cNvSpPr txBox="1"/>
          <p:nvPr/>
        </p:nvSpPr>
        <p:spPr>
          <a:xfrm>
            <a:off x="1783021" y="2539826"/>
            <a:ext cx="188560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4475C9"/>
                </a:solidFill>
                <a:latin typeface="Times New Roman"/>
                <a:ea typeface="Times New Roman"/>
                <a:cs typeface="Times New Roman"/>
                <a:sym typeface="Times New Roman"/>
              </a:rPr>
              <a:t>Raw Materials</a:t>
            </a:r>
            <a:endParaRPr dirty="0">
              <a:solidFill>
                <a:srgbClr val="4475C9"/>
              </a:solidFill>
            </a:endParaRPr>
          </a:p>
        </p:txBody>
      </p:sp>
      <p:sp>
        <p:nvSpPr>
          <p:cNvPr id="993" name="Google Shape;993;p36"/>
          <p:cNvSpPr txBox="1"/>
          <p:nvPr/>
        </p:nvSpPr>
        <p:spPr>
          <a:xfrm>
            <a:off x="5598971" y="2532304"/>
            <a:ext cx="193587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4475C9"/>
                </a:solidFill>
                <a:latin typeface="Times New Roman"/>
                <a:ea typeface="Times New Roman"/>
                <a:cs typeface="Times New Roman"/>
                <a:sym typeface="Times New Roman"/>
              </a:rPr>
              <a:t>Finished Product</a:t>
            </a:r>
            <a:endParaRPr dirty="0">
              <a:solidFill>
                <a:srgbClr val="4475C9"/>
              </a:solidFill>
            </a:endParaRPr>
          </a:p>
        </p:txBody>
      </p:sp>
      <p:sp>
        <p:nvSpPr>
          <p:cNvPr id="174" name="Slide Number Placeholder 1">
            <a:extLst>
              <a:ext uri="{FF2B5EF4-FFF2-40B4-BE49-F238E27FC236}">
                <a16:creationId xmlns:a16="http://schemas.microsoft.com/office/drawing/2014/main" id="{C511E705-A9DA-4659-8983-CF0283F383E1}"/>
              </a:ext>
            </a:extLst>
          </p:cNvPr>
          <p:cNvSpPr txBox="1">
            <a:spLocks/>
          </p:cNvSpPr>
          <p:nvPr/>
        </p:nvSpPr>
        <p:spPr>
          <a:xfrm>
            <a:off x="8472458" y="4663217"/>
            <a:ext cx="548700" cy="393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0000000-1234-1234-1234-123412341234}" type="slidenum">
              <a:rPr lang="en-US" b="1" smtClean="0">
                <a:solidFill>
                  <a:schemeClr val="bg1">
                    <a:lumMod val="50000"/>
                  </a:schemeClr>
                </a:solidFill>
              </a:rPr>
              <a:pPr algn="r"/>
              <a:t>17</a:t>
            </a:fld>
            <a:endParaRPr lang="en-US" b="1" dirty="0">
              <a:solidFill>
                <a:schemeClr val="bg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25"/>
                                        </p:tgtEl>
                                        <p:attrNameLst>
                                          <p:attrName>style.visibility</p:attrName>
                                        </p:attrNameLst>
                                      </p:cBhvr>
                                      <p:to>
                                        <p:strVal val="visible"/>
                                      </p:to>
                                    </p:set>
                                    <p:anim calcmode="lin" valueType="num">
                                      <p:cBhvr additive="base">
                                        <p:cTn id="11" dur="500"/>
                                        <p:tgtEl>
                                          <p:spTgt spid="825"/>
                                        </p:tgtEl>
                                        <p:attrNameLst>
                                          <p:attrName>ppt_y</p:attrName>
                                        </p:attrNameLst>
                                      </p:cBhvr>
                                      <p:tavLst>
                                        <p:tav tm="0">
                                          <p:val>
                                            <p:strVal val="#ppt_y+1"/>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823"/>
                                        </p:tgtEl>
                                        <p:attrNameLst>
                                          <p:attrName>style.visibility</p:attrName>
                                        </p:attrNameLst>
                                      </p:cBhvr>
                                      <p:to>
                                        <p:strVal val="visible"/>
                                      </p:to>
                                    </p:set>
                                    <p:anim calcmode="lin" valueType="num">
                                      <p:cBhvr additive="base">
                                        <p:cTn id="14" dur="500"/>
                                        <p:tgtEl>
                                          <p:spTgt spid="823"/>
                                        </p:tgtEl>
                                        <p:attrNameLst>
                                          <p:attrName>ppt_y</p:attrName>
                                        </p:attrNameLst>
                                      </p:cBhvr>
                                      <p:tavLst>
                                        <p:tav tm="0">
                                          <p:val>
                                            <p:strVal val="#ppt_y+1"/>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22"/>
                                        </p:tgtEl>
                                        <p:attrNameLst>
                                          <p:attrName>style.visibility</p:attrName>
                                        </p:attrNameLst>
                                      </p:cBhvr>
                                      <p:to>
                                        <p:strVal val="visible"/>
                                      </p:to>
                                    </p:set>
                                    <p:anim calcmode="lin" valueType="num">
                                      <p:cBhvr additive="base">
                                        <p:cTn id="17" dur="500"/>
                                        <p:tgtEl>
                                          <p:spTgt spid="82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9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98;p37">
            <a:extLst>
              <a:ext uri="{FF2B5EF4-FFF2-40B4-BE49-F238E27FC236}">
                <a16:creationId xmlns:a16="http://schemas.microsoft.com/office/drawing/2014/main" id="{19DB53B7-B02E-54DA-DBAD-0DE53C609FC9}"/>
              </a:ext>
            </a:extLst>
          </p:cNvPr>
          <p:cNvSpPr txBox="1"/>
          <p:nvPr/>
        </p:nvSpPr>
        <p:spPr>
          <a:xfrm>
            <a:off x="858236" y="4732256"/>
            <a:ext cx="1774801" cy="369332"/>
          </a:xfrm>
          <a:prstGeom prst="rect">
            <a:avLst/>
          </a:prstGeom>
          <a:solidFill>
            <a:schemeClr val="bg1">
              <a:lumMod val="75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For Powder</a:t>
            </a:r>
            <a:endParaRPr dirty="0"/>
          </a:p>
        </p:txBody>
      </p:sp>
      <p:sp>
        <p:nvSpPr>
          <p:cNvPr id="4" name="Google Shape;999;p37">
            <a:extLst>
              <a:ext uri="{FF2B5EF4-FFF2-40B4-BE49-F238E27FC236}">
                <a16:creationId xmlns:a16="http://schemas.microsoft.com/office/drawing/2014/main" id="{680EA0F5-8D02-BB34-D000-491E6D60B039}"/>
              </a:ext>
            </a:extLst>
          </p:cNvPr>
          <p:cNvSpPr txBox="1"/>
          <p:nvPr/>
        </p:nvSpPr>
        <p:spPr>
          <a:xfrm>
            <a:off x="6538800" y="4737999"/>
            <a:ext cx="1958400" cy="369332"/>
          </a:xfrm>
          <a:prstGeom prst="rect">
            <a:avLst/>
          </a:prstGeom>
          <a:solidFill>
            <a:schemeClr val="bg1">
              <a:lumMod val="75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For Tibet Snow</a:t>
            </a:r>
            <a:endParaRPr dirty="0"/>
          </a:p>
        </p:txBody>
      </p:sp>
      <p:sp>
        <p:nvSpPr>
          <p:cNvPr id="5" name="Google Shape;1000;p37">
            <a:extLst>
              <a:ext uri="{FF2B5EF4-FFF2-40B4-BE49-F238E27FC236}">
                <a16:creationId xmlns:a16="http://schemas.microsoft.com/office/drawing/2014/main" id="{BFD69CC1-A0D0-5140-A286-97A279FD3FB1}"/>
              </a:ext>
            </a:extLst>
          </p:cNvPr>
          <p:cNvSpPr txBox="1"/>
          <p:nvPr/>
        </p:nvSpPr>
        <p:spPr>
          <a:xfrm>
            <a:off x="2754499" y="50132"/>
            <a:ext cx="2963445" cy="107717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dirty="0">
                <a:solidFill>
                  <a:srgbClr val="000000"/>
                </a:solidFill>
                <a:latin typeface="Times New Roman"/>
                <a:ea typeface="Times New Roman"/>
                <a:cs typeface="Times New Roman"/>
                <a:sym typeface="Times New Roman"/>
              </a:rPr>
              <a:t>Production </a:t>
            </a:r>
          </a:p>
          <a:p>
            <a:pPr marL="0" marR="0" lvl="0" indent="0" algn="ctr" rtl="0">
              <a:lnSpc>
                <a:spcPct val="100000"/>
              </a:lnSpc>
              <a:spcBef>
                <a:spcPts val="0"/>
              </a:spcBef>
              <a:spcAft>
                <a:spcPts val="0"/>
              </a:spcAft>
              <a:buNone/>
            </a:pPr>
            <a:r>
              <a:rPr lang="en-US" sz="3200" b="1" i="0" u="none" strike="noStrike" cap="none" dirty="0">
                <a:solidFill>
                  <a:srgbClr val="000000"/>
                </a:solidFill>
                <a:latin typeface="Times New Roman"/>
                <a:ea typeface="Times New Roman"/>
                <a:cs typeface="Times New Roman"/>
                <a:sym typeface="Times New Roman"/>
              </a:rPr>
              <a:t>Processes</a:t>
            </a:r>
            <a:endParaRPr dirty="0"/>
          </a:p>
        </p:txBody>
      </p:sp>
      <p:sp>
        <p:nvSpPr>
          <p:cNvPr id="6" name="Google Shape;1001;p37">
            <a:extLst>
              <a:ext uri="{FF2B5EF4-FFF2-40B4-BE49-F238E27FC236}">
                <a16:creationId xmlns:a16="http://schemas.microsoft.com/office/drawing/2014/main" id="{91B95EA4-CF4C-C58B-138B-9DA3AFB87F7D}"/>
              </a:ext>
            </a:extLst>
          </p:cNvPr>
          <p:cNvSpPr txBox="1"/>
          <p:nvPr/>
        </p:nvSpPr>
        <p:spPr>
          <a:xfrm>
            <a:off x="1225602" y="550827"/>
            <a:ext cx="1101600" cy="307777"/>
          </a:xfrm>
          <a:prstGeom prst="rect">
            <a:avLst/>
          </a:prstGeom>
          <a:solidFill>
            <a:schemeClr val="bg1">
              <a:lumMod val="7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Mixing</a:t>
            </a:r>
            <a:endParaRPr/>
          </a:p>
        </p:txBody>
      </p:sp>
      <p:sp>
        <p:nvSpPr>
          <p:cNvPr id="7" name="Google Shape;1002;p37">
            <a:extLst>
              <a:ext uri="{FF2B5EF4-FFF2-40B4-BE49-F238E27FC236}">
                <a16:creationId xmlns:a16="http://schemas.microsoft.com/office/drawing/2014/main" id="{F9C899DD-C173-6626-A02A-41705CFC7943}"/>
              </a:ext>
            </a:extLst>
          </p:cNvPr>
          <p:cNvSpPr txBox="1"/>
          <p:nvPr/>
        </p:nvSpPr>
        <p:spPr>
          <a:xfrm>
            <a:off x="1218900" y="1196386"/>
            <a:ext cx="1101600" cy="307777"/>
          </a:xfrm>
          <a:prstGeom prst="rect">
            <a:avLst/>
          </a:prstGeom>
          <a:solidFill>
            <a:schemeClr val="bg1">
              <a:lumMod val="7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Filling</a:t>
            </a:r>
            <a:endParaRPr/>
          </a:p>
        </p:txBody>
      </p:sp>
      <p:sp>
        <p:nvSpPr>
          <p:cNvPr id="8" name="Google Shape;1003;p37">
            <a:extLst>
              <a:ext uri="{FF2B5EF4-FFF2-40B4-BE49-F238E27FC236}">
                <a16:creationId xmlns:a16="http://schemas.microsoft.com/office/drawing/2014/main" id="{A9584508-B012-C2DB-0379-787BA3D782F0}"/>
              </a:ext>
            </a:extLst>
          </p:cNvPr>
          <p:cNvSpPr txBox="1"/>
          <p:nvPr/>
        </p:nvSpPr>
        <p:spPr>
          <a:xfrm>
            <a:off x="1225602" y="1814813"/>
            <a:ext cx="1101600" cy="307777"/>
          </a:xfrm>
          <a:prstGeom prst="rect">
            <a:avLst/>
          </a:prstGeom>
          <a:solidFill>
            <a:schemeClr val="bg1">
              <a:lumMod val="7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Capping</a:t>
            </a:r>
            <a:endParaRPr/>
          </a:p>
        </p:txBody>
      </p:sp>
      <p:sp>
        <p:nvSpPr>
          <p:cNvPr id="9" name="Google Shape;1004;p37">
            <a:extLst>
              <a:ext uri="{FF2B5EF4-FFF2-40B4-BE49-F238E27FC236}">
                <a16:creationId xmlns:a16="http://schemas.microsoft.com/office/drawing/2014/main" id="{2A5A310F-61BE-9A56-CAFE-FB4D168F6219}"/>
              </a:ext>
            </a:extLst>
          </p:cNvPr>
          <p:cNvSpPr txBox="1"/>
          <p:nvPr/>
        </p:nvSpPr>
        <p:spPr>
          <a:xfrm>
            <a:off x="1225602" y="2419726"/>
            <a:ext cx="1101600" cy="307777"/>
          </a:xfrm>
          <a:prstGeom prst="rect">
            <a:avLst/>
          </a:prstGeom>
          <a:solidFill>
            <a:schemeClr val="bg1">
              <a:lumMod val="7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chemeClr val="lt1"/>
                </a:solidFill>
                <a:latin typeface="Times New Roman"/>
                <a:ea typeface="Times New Roman"/>
                <a:cs typeface="Times New Roman"/>
                <a:sym typeface="Times New Roman"/>
              </a:rPr>
              <a:t>Sealing</a:t>
            </a:r>
            <a:endParaRPr dirty="0"/>
          </a:p>
        </p:txBody>
      </p:sp>
      <p:sp>
        <p:nvSpPr>
          <p:cNvPr id="10" name="Google Shape;1005;p37">
            <a:extLst>
              <a:ext uri="{FF2B5EF4-FFF2-40B4-BE49-F238E27FC236}">
                <a16:creationId xmlns:a16="http://schemas.microsoft.com/office/drawing/2014/main" id="{772883D1-323A-322E-7DDA-BD4490C266BD}"/>
              </a:ext>
            </a:extLst>
          </p:cNvPr>
          <p:cNvSpPr txBox="1"/>
          <p:nvPr/>
        </p:nvSpPr>
        <p:spPr>
          <a:xfrm>
            <a:off x="1218900" y="3056654"/>
            <a:ext cx="1101600" cy="307777"/>
          </a:xfrm>
          <a:prstGeom prst="rect">
            <a:avLst/>
          </a:prstGeom>
          <a:solidFill>
            <a:schemeClr val="bg1">
              <a:lumMod val="7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chemeClr val="lt1"/>
                </a:solidFill>
                <a:latin typeface="Times New Roman"/>
                <a:ea typeface="Times New Roman"/>
                <a:cs typeface="Times New Roman"/>
                <a:sym typeface="Times New Roman"/>
              </a:rPr>
              <a:t>Checking</a:t>
            </a:r>
            <a:endParaRPr dirty="0"/>
          </a:p>
        </p:txBody>
      </p:sp>
      <p:sp>
        <p:nvSpPr>
          <p:cNvPr id="11" name="Google Shape;1006;p37">
            <a:extLst>
              <a:ext uri="{FF2B5EF4-FFF2-40B4-BE49-F238E27FC236}">
                <a16:creationId xmlns:a16="http://schemas.microsoft.com/office/drawing/2014/main" id="{5FBF4ADD-A9FD-972B-D80C-315331BE5341}"/>
              </a:ext>
            </a:extLst>
          </p:cNvPr>
          <p:cNvSpPr txBox="1"/>
          <p:nvPr/>
        </p:nvSpPr>
        <p:spPr>
          <a:xfrm>
            <a:off x="1210356" y="3693582"/>
            <a:ext cx="1101600" cy="307777"/>
          </a:xfrm>
          <a:prstGeom prst="rect">
            <a:avLst/>
          </a:prstGeom>
          <a:solidFill>
            <a:schemeClr val="bg1">
              <a:lumMod val="7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Boxing</a:t>
            </a:r>
            <a:endParaRPr/>
          </a:p>
        </p:txBody>
      </p:sp>
      <p:sp>
        <p:nvSpPr>
          <p:cNvPr id="12" name="Google Shape;1007;p37">
            <a:extLst>
              <a:ext uri="{FF2B5EF4-FFF2-40B4-BE49-F238E27FC236}">
                <a16:creationId xmlns:a16="http://schemas.microsoft.com/office/drawing/2014/main" id="{11EB0999-9653-ACCD-5B15-4E6EB3B6FAA2}"/>
              </a:ext>
            </a:extLst>
          </p:cNvPr>
          <p:cNvSpPr txBox="1"/>
          <p:nvPr/>
        </p:nvSpPr>
        <p:spPr>
          <a:xfrm>
            <a:off x="1194837" y="4332179"/>
            <a:ext cx="1101600" cy="307777"/>
          </a:xfrm>
          <a:prstGeom prst="rect">
            <a:avLst/>
          </a:prstGeom>
          <a:solidFill>
            <a:schemeClr val="bg1">
              <a:lumMod val="75000"/>
            </a:schemeClr>
          </a:solidFill>
          <a:ln w="9525" cap="flat" cmpd="sng">
            <a:no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chemeClr val="lt1"/>
                </a:solidFill>
                <a:latin typeface="Times New Roman"/>
                <a:ea typeface="Times New Roman"/>
                <a:cs typeface="Times New Roman"/>
                <a:sym typeface="Times New Roman"/>
              </a:rPr>
              <a:t>Taping</a:t>
            </a:r>
            <a:endParaRPr dirty="0"/>
          </a:p>
        </p:txBody>
      </p:sp>
      <p:sp>
        <p:nvSpPr>
          <p:cNvPr id="13" name="Google Shape;1008;p37">
            <a:extLst>
              <a:ext uri="{FF2B5EF4-FFF2-40B4-BE49-F238E27FC236}">
                <a16:creationId xmlns:a16="http://schemas.microsoft.com/office/drawing/2014/main" id="{340DA439-6627-182C-AC11-4C86ECFA6B9D}"/>
              </a:ext>
            </a:extLst>
          </p:cNvPr>
          <p:cNvSpPr/>
          <p:nvPr/>
        </p:nvSpPr>
        <p:spPr>
          <a:xfrm>
            <a:off x="1690500" y="874763"/>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 name="Google Shape;1009;p37">
            <a:extLst>
              <a:ext uri="{FF2B5EF4-FFF2-40B4-BE49-F238E27FC236}">
                <a16:creationId xmlns:a16="http://schemas.microsoft.com/office/drawing/2014/main" id="{C904E34F-279D-BB57-D85E-FAABD7EAB005}"/>
              </a:ext>
            </a:extLst>
          </p:cNvPr>
          <p:cNvSpPr/>
          <p:nvPr/>
        </p:nvSpPr>
        <p:spPr>
          <a:xfrm>
            <a:off x="1690500" y="1525628"/>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 name="Google Shape;1010;p37">
            <a:extLst>
              <a:ext uri="{FF2B5EF4-FFF2-40B4-BE49-F238E27FC236}">
                <a16:creationId xmlns:a16="http://schemas.microsoft.com/office/drawing/2014/main" id="{1D3CBC8F-C652-DE17-4654-28709A192E98}"/>
              </a:ext>
            </a:extLst>
          </p:cNvPr>
          <p:cNvSpPr/>
          <p:nvPr/>
        </p:nvSpPr>
        <p:spPr>
          <a:xfrm>
            <a:off x="1686228" y="2117559"/>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011;p37">
            <a:extLst>
              <a:ext uri="{FF2B5EF4-FFF2-40B4-BE49-F238E27FC236}">
                <a16:creationId xmlns:a16="http://schemas.microsoft.com/office/drawing/2014/main" id="{CF4B5165-015D-1C8E-6D31-BC1534919176}"/>
              </a:ext>
            </a:extLst>
          </p:cNvPr>
          <p:cNvSpPr/>
          <p:nvPr/>
        </p:nvSpPr>
        <p:spPr>
          <a:xfrm>
            <a:off x="1666437" y="2771022"/>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 name="Google Shape;1012;p37">
            <a:extLst>
              <a:ext uri="{FF2B5EF4-FFF2-40B4-BE49-F238E27FC236}">
                <a16:creationId xmlns:a16="http://schemas.microsoft.com/office/drawing/2014/main" id="{28D7B2CE-2406-4164-68E3-FE9AF5EBFBDC}"/>
              </a:ext>
            </a:extLst>
          </p:cNvPr>
          <p:cNvSpPr/>
          <p:nvPr/>
        </p:nvSpPr>
        <p:spPr>
          <a:xfrm>
            <a:off x="1681956" y="3404529"/>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 name="Google Shape;1013;p37">
            <a:extLst>
              <a:ext uri="{FF2B5EF4-FFF2-40B4-BE49-F238E27FC236}">
                <a16:creationId xmlns:a16="http://schemas.microsoft.com/office/drawing/2014/main" id="{8A519B83-F1A3-C1D5-0D69-80CF5741751A}"/>
              </a:ext>
            </a:extLst>
          </p:cNvPr>
          <p:cNvSpPr/>
          <p:nvPr/>
        </p:nvSpPr>
        <p:spPr>
          <a:xfrm>
            <a:off x="1666437" y="4022824"/>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 name="Google Shape;1014;p37">
            <a:extLst>
              <a:ext uri="{FF2B5EF4-FFF2-40B4-BE49-F238E27FC236}">
                <a16:creationId xmlns:a16="http://schemas.microsoft.com/office/drawing/2014/main" id="{77DC8823-582D-057F-5E2E-FF66A729F10B}"/>
              </a:ext>
            </a:extLst>
          </p:cNvPr>
          <p:cNvSpPr txBox="1"/>
          <p:nvPr/>
        </p:nvSpPr>
        <p:spPr>
          <a:xfrm>
            <a:off x="3023022" y="1873152"/>
            <a:ext cx="2268000"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chemeClr val="lt1"/>
                </a:solidFill>
                <a:latin typeface="Times New Roman"/>
                <a:ea typeface="Times New Roman"/>
                <a:cs typeface="Times New Roman"/>
                <a:sym typeface="Times New Roman"/>
              </a:rPr>
              <a:t>Labelling of Glass Container</a:t>
            </a:r>
            <a:endParaRPr dirty="0"/>
          </a:p>
        </p:txBody>
      </p:sp>
      <p:sp>
        <p:nvSpPr>
          <p:cNvPr id="20" name="Google Shape;1015;p37">
            <a:extLst>
              <a:ext uri="{FF2B5EF4-FFF2-40B4-BE49-F238E27FC236}">
                <a16:creationId xmlns:a16="http://schemas.microsoft.com/office/drawing/2014/main" id="{9AC6C041-9C3D-B325-00CA-2D7EAF27C1EA}"/>
              </a:ext>
            </a:extLst>
          </p:cNvPr>
          <p:cNvSpPr txBox="1"/>
          <p:nvPr/>
        </p:nvSpPr>
        <p:spPr>
          <a:xfrm>
            <a:off x="3025758" y="2474382"/>
            <a:ext cx="2234124"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Shrink Wrapping Machine</a:t>
            </a:r>
            <a:endParaRPr/>
          </a:p>
        </p:txBody>
      </p:sp>
      <p:sp>
        <p:nvSpPr>
          <p:cNvPr id="21" name="Google Shape;1016;p37">
            <a:extLst>
              <a:ext uri="{FF2B5EF4-FFF2-40B4-BE49-F238E27FC236}">
                <a16:creationId xmlns:a16="http://schemas.microsoft.com/office/drawing/2014/main" id="{F4D92BC0-7D16-D04B-EBE9-B918B4FA5262}"/>
              </a:ext>
            </a:extLst>
          </p:cNvPr>
          <p:cNvSpPr/>
          <p:nvPr/>
        </p:nvSpPr>
        <p:spPr>
          <a:xfrm>
            <a:off x="4077822" y="2171767"/>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 name="Google Shape;1017;p37">
            <a:extLst>
              <a:ext uri="{FF2B5EF4-FFF2-40B4-BE49-F238E27FC236}">
                <a16:creationId xmlns:a16="http://schemas.microsoft.com/office/drawing/2014/main" id="{60A7DF5D-DECB-14E0-7E01-9D3FD2473081}"/>
              </a:ext>
            </a:extLst>
          </p:cNvPr>
          <p:cNvSpPr txBox="1"/>
          <p:nvPr/>
        </p:nvSpPr>
        <p:spPr>
          <a:xfrm>
            <a:off x="5851358" y="559962"/>
            <a:ext cx="3053700"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Mixing</a:t>
            </a:r>
            <a:endParaRPr/>
          </a:p>
        </p:txBody>
      </p:sp>
      <p:sp>
        <p:nvSpPr>
          <p:cNvPr id="23" name="Google Shape;1018;p37">
            <a:extLst>
              <a:ext uri="{FF2B5EF4-FFF2-40B4-BE49-F238E27FC236}">
                <a16:creationId xmlns:a16="http://schemas.microsoft.com/office/drawing/2014/main" id="{42424B37-0F4A-4139-019A-CB384CB0F509}"/>
              </a:ext>
            </a:extLst>
          </p:cNvPr>
          <p:cNvSpPr txBox="1"/>
          <p:nvPr/>
        </p:nvSpPr>
        <p:spPr>
          <a:xfrm>
            <a:off x="5867400" y="1132607"/>
            <a:ext cx="3053700"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Filling</a:t>
            </a:r>
            <a:endParaRPr/>
          </a:p>
        </p:txBody>
      </p:sp>
      <p:sp>
        <p:nvSpPr>
          <p:cNvPr id="24" name="Google Shape;1019;p37">
            <a:extLst>
              <a:ext uri="{FF2B5EF4-FFF2-40B4-BE49-F238E27FC236}">
                <a16:creationId xmlns:a16="http://schemas.microsoft.com/office/drawing/2014/main" id="{5293868A-205C-C548-BE3B-2649828B23F1}"/>
              </a:ext>
            </a:extLst>
          </p:cNvPr>
          <p:cNvSpPr txBox="1"/>
          <p:nvPr/>
        </p:nvSpPr>
        <p:spPr>
          <a:xfrm>
            <a:off x="5867400" y="1783560"/>
            <a:ext cx="3053700"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Capping</a:t>
            </a:r>
            <a:endParaRPr/>
          </a:p>
        </p:txBody>
      </p:sp>
      <p:sp>
        <p:nvSpPr>
          <p:cNvPr id="25" name="Google Shape;1020;p37">
            <a:extLst>
              <a:ext uri="{FF2B5EF4-FFF2-40B4-BE49-F238E27FC236}">
                <a16:creationId xmlns:a16="http://schemas.microsoft.com/office/drawing/2014/main" id="{54186B96-A037-FA2C-4CF7-17ED56340F59}"/>
              </a:ext>
            </a:extLst>
          </p:cNvPr>
          <p:cNvSpPr txBox="1"/>
          <p:nvPr/>
        </p:nvSpPr>
        <p:spPr>
          <a:xfrm>
            <a:off x="5867400" y="2402765"/>
            <a:ext cx="3081600"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Shrink Wrapping of Seals</a:t>
            </a:r>
            <a:endParaRPr/>
          </a:p>
        </p:txBody>
      </p:sp>
      <p:sp>
        <p:nvSpPr>
          <p:cNvPr id="26" name="Google Shape;1021;p37">
            <a:extLst>
              <a:ext uri="{FF2B5EF4-FFF2-40B4-BE49-F238E27FC236}">
                <a16:creationId xmlns:a16="http://schemas.microsoft.com/office/drawing/2014/main" id="{C7A8BFA3-11D9-9E7A-85B0-BC340282F370}"/>
              </a:ext>
            </a:extLst>
          </p:cNvPr>
          <p:cNvSpPr txBox="1"/>
          <p:nvPr/>
        </p:nvSpPr>
        <p:spPr>
          <a:xfrm>
            <a:off x="5867400" y="3060654"/>
            <a:ext cx="3112200"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Individual Boxing</a:t>
            </a:r>
            <a:endParaRPr/>
          </a:p>
        </p:txBody>
      </p:sp>
      <p:sp>
        <p:nvSpPr>
          <p:cNvPr id="27" name="Google Shape;1022;p37">
            <a:extLst>
              <a:ext uri="{FF2B5EF4-FFF2-40B4-BE49-F238E27FC236}">
                <a16:creationId xmlns:a16="http://schemas.microsoft.com/office/drawing/2014/main" id="{3419F9CA-21DE-A409-EE44-F71BC01C4C9F}"/>
              </a:ext>
            </a:extLst>
          </p:cNvPr>
          <p:cNvSpPr txBox="1"/>
          <p:nvPr/>
        </p:nvSpPr>
        <p:spPr>
          <a:xfrm>
            <a:off x="5867400" y="3675024"/>
            <a:ext cx="3112200"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Shrink Wrapping of a pack of 6 Boxes</a:t>
            </a:r>
            <a:endParaRPr/>
          </a:p>
        </p:txBody>
      </p:sp>
      <p:sp>
        <p:nvSpPr>
          <p:cNvPr id="28" name="Google Shape;1023;p37">
            <a:extLst>
              <a:ext uri="{FF2B5EF4-FFF2-40B4-BE49-F238E27FC236}">
                <a16:creationId xmlns:a16="http://schemas.microsoft.com/office/drawing/2014/main" id="{5EA89E6B-684E-D37D-1D14-838222086357}"/>
              </a:ext>
            </a:extLst>
          </p:cNvPr>
          <p:cNvSpPr txBox="1"/>
          <p:nvPr/>
        </p:nvSpPr>
        <p:spPr>
          <a:xfrm>
            <a:off x="5867400" y="4291151"/>
            <a:ext cx="3149502" cy="307777"/>
          </a:xfrm>
          <a:prstGeom prst="rect">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Packing in Cartoons</a:t>
            </a:r>
            <a:endParaRPr/>
          </a:p>
        </p:txBody>
      </p:sp>
      <p:sp>
        <p:nvSpPr>
          <p:cNvPr id="29" name="Google Shape;1024;p37">
            <a:extLst>
              <a:ext uri="{FF2B5EF4-FFF2-40B4-BE49-F238E27FC236}">
                <a16:creationId xmlns:a16="http://schemas.microsoft.com/office/drawing/2014/main" id="{B936221E-C7D8-9C0F-D92D-531C80569D2E}"/>
              </a:ext>
            </a:extLst>
          </p:cNvPr>
          <p:cNvSpPr/>
          <p:nvPr/>
        </p:nvSpPr>
        <p:spPr>
          <a:xfrm>
            <a:off x="7340929" y="852922"/>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 name="Google Shape;1025;p37">
            <a:extLst>
              <a:ext uri="{FF2B5EF4-FFF2-40B4-BE49-F238E27FC236}">
                <a16:creationId xmlns:a16="http://schemas.microsoft.com/office/drawing/2014/main" id="{D245BB0B-0C22-071C-A633-305C12AFA416}"/>
              </a:ext>
            </a:extLst>
          </p:cNvPr>
          <p:cNvSpPr/>
          <p:nvPr/>
        </p:nvSpPr>
        <p:spPr>
          <a:xfrm>
            <a:off x="7346100" y="1455951"/>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 name="Google Shape;1026;p37">
            <a:extLst>
              <a:ext uri="{FF2B5EF4-FFF2-40B4-BE49-F238E27FC236}">
                <a16:creationId xmlns:a16="http://schemas.microsoft.com/office/drawing/2014/main" id="{71E9DD31-8578-F1FD-0DA7-2B81148C9AC1}"/>
              </a:ext>
            </a:extLst>
          </p:cNvPr>
          <p:cNvSpPr/>
          <p:nvPr/>
        </p:nvSpPr>
        <p:spPr>
          <a:xfrm>
            <a:off x="7362951" y="2106728"/>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 name="Google Shape;1027;p37">
            <a:extLst>
              <a:ext uri="{FF2B5EF4-FFF2-40B4-BE49-F238E27FC236}">
                <a16:creationId xmlns:a16="http://schemas.microsoft.com/office/drawing/2014/main" id="{E9CC67B3-7C7D-37EA-7FE4-5D1A2FCFA5AF}"/>
              </a:ext>
            </a:extLst>
          </p:cNvPr>
          <p:cNvSpPr/>
          <p:nvPr/>
        </p:nvSpPr>
        <p:spPr>
          <a:xfrm>
            <a:off x="7346100" y="2734049"/>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 name="Google Shape;1028;p37">
            <a:extLst>
              <a:ext uri="{FF2B5EF4-FFF2-40B4-BE49-F238E27FC236}">
                <a16:creationId xmlns:a16="http://schemas.microsoft.com/office/drawing/2014/main" id="{B36E24F6-FDF3-DC2E-07D4-615A35472724}"/>
              </a:ext>
            </a:extLst>
          </p:cNvPr>
          <p:cNvSpPr/>
          <p:nvPr/>
        </p:nvSpPr>
        <p:spPr>
          <a:xfrm>
            <a:off x="7353300" y="3367839"/>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 name="Google Shape;1029;p37">
            <a:extLst>
              <a:ext uri="{FF2B5EF4-FFF2-40B4-BE49-F238E27FC236}">
                <a16:creationId xmlns:a16="http://schemas.microsoft.com/office/drawing/2014/main" id="{6D6A92AA-C3D0-CB51-C73C-CC74F900897C}"/>
              </a:ext>
            </a:extLst>
          </p:cNvPr>
          <p:cNvSpPr/>
          <p:nvPr/>
        </p:nvSpPr>
        <p:spPr>
          <a:xfrm>
            <a:off x="7359600" y="3967983"/>
            <a:ext cx="158400" cy="307777"/>
          </a:xfrm>
          <a:prstGeom prst="downArrow">
            <a:avLst>
              <a:gd name="adj1" fmla="val 50000"/>
              <a:gd name="adj2" fmla="val 50000"/>
            </a:avLst>
          </a:prstGeom>
          <a:solidFill>
            <a:schemeClr val="bg1">
              <a:lumMod val="75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 name="Slide Number Placeholder 34">
            <a:extLst>
              <a:ext uri="{FF2B5EF4-FFF2-40B4-BE49-F238E27FC236}">
                <a16:creationId xmlns:a16="http://schemas.microsoft.com/office/drawing/2014/main" id="{4E49F93A-05E1-3DE3-9D22-6CB92C765A9D}"/>
              </a:ext>
            </a:extLst>
          </p:cNvPr>
          <p:cNvSpPr>
            <a:spLocks noGrp="1"/>
          </p:cNvSpPr>
          <p:nvPr>
            <p:ph type="sldNum" sz="quarter" idx="7"/>
          </p:nvPr>
        </p:nvSpPr>
        <p:spPr/>
        <p:txBody>
          <a:bodyPr/>
          <a:lstStyle/>
          <a:p>
            <a:fld id="{B6F15528-21DE-4FAA-801E-634DDDAF4B2B}" type="slidenum">
              <a:rPr lang="en-US" smtClean="0"/>
              <a:t>18</a:t>
            </a:fld>
            <a:endParaRPr lang="en-US"/>
          </a:p>
        </p:txBody>
      </p:sp>
    </p:spTree>
    <p:extLst>
      <p:ext uri="{BB962C8B-B14F-4D97-AF65-F5344CB8AC3E}">
        <p14:creationId xmlns:p14="http://schemas.microsoft.com/office/powerpoint/2010/main" val="3805494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7" name="Google Shape;1037;p38"/>
          <p:cNvSpPr txBox="1"/>
          <p:nvPr/>
        </p:nvSpPr>
        <p:spPr>
          <a:xfrm>
            <a:off x="6267158" y="2387084"/>
            <a:ext cx="2167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Ground Floor</a:t>
            </a:r>
            <a:endParaRPr dirty="0"/>
          </a:p>
        </p:txBody>
      </p:sp>
      <p:sp>
        <p:nvSpPr>
          <p:cNvPr id="2" name="Slide Number Placeholder 1">
            <a:extLst>
              <a:ext uri="{FF2B5EF4-FFF2-40B4-BE49-F238E27FC236}">
                <a16:creationId xmlns:a16="http://schemas.microsoft.com/office/drawing/2014/main" id="{185D1848-E87D-8A6E-79E1-6D9CCB3F94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19</a:t>
            </a:fld>
            <a:endParaRPr lang="en-US" sz="1800" b="1">
              <a:solidFill>
                <a:schemeClr val="bg1">
                  <a:lumMod val="50000"/>
                </a:schemeClr>
              </a:solidFill>
              <a:latin typeface="+mj-lt"/>
            </a:endParaRPr>
          </a:p>
        </p:txBody>
      </p:sp>
      <p:pic>
        <p:nvPicPr>
          <p:cNvPr id="4" name="Picture 3">
            <a:extLst>
              <a:ext uri="{FF2B5EF4-FFF2-40B4-BE49-F238E27FC236}">
                <a16:creationId xmlns:a16="http://schemas.microsoft.com/office/drawing/2014/main" id="{CFF3B3F5-B083-4FAF-BC1A-D0E266FA6A76}"/>
              </a:ext>
            </a:extLst>
          </p:cNvPr>
          <p:cNvPicPr>
            <a:picLocks noChangeAspect="1"/>
          </p:cNvPicPr>
          <p:nvPr/>
        </p:nvPicPr>
        <p:blipFill>
          <a:blip r:embed="rId3"/>
          <a:stretch>
            <a:fillRect/>
          </a:stretch>
        </p:blipFill>
        <p:spPr>
          <a:xfrm>
            <a:off x="1600200" y="-6350"/>
            <a:ext cx="3917901"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pic>
        <p:nvPicPr>
          <p:cNvPr id="1042" name="Google Shape;1042;p39"/>
          <p:cNvPicPr preferRelativeResize="0"/>
          <p:nvPr/>
        </p:nvPicPr>
        <p:blipFill rotWithShape="1">
          <a:blip r:embed="rId3">
            <a:alphaModFix/>
          </a:blip>
          <a:srcRect/>
          <a:stretch/>
        </p:blipFill>
        <p:spPr>
          <a:xfrm>
            <a:off x="1333500" y="742950"/>
            <a:ext cx="6477000" cy="3457575"/>
          </a:xfrm>
          <a:prstGeom prst="rect">
            <a:avLst/>
          </a:prstGeom>
          <a:noFill/>
          <a:ln>
            <a:noFill/>
          </a:ln>
        </p:spPr>
      </p:pic>
      <p:sp>
        <p:nvSpPr>
          <p:cNvPr id="1043" name="Google Shape;1043;p39"/>
          <p:cNvSpPr txBox="1"/>
          <p:nvPr/>
        </p:nvSpPr>
        <p:spPr>
          <a:xfrm>
            <a:off x="3581400" y="4293885"/>
            <a:ext cx="1260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First Floor</a:t>
            </a:r>
            <a:endParaRPr dirty="0"/>
          </a:p>
        </p:txBody>
      </p:sp>
      <p:sp>
        <p:nvSpPr>
          <p:cNvPr id="2" name="Slide Number Placeholder 1">
            <a:extLst>
              <a:ext uri="{FF2B5EF4-FFF2-40B4-BE49-F238E27FC236}">
                <a16:creationId xmlns:a16="http://schemas.microsoft.com/office/drawing/2014/main" id="{19AC99C7-1F71-5665-B786-0B2CC6C003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z="1800" b="1" smtClean="0">
                <a:solidFill>
                  <a:schemeClr val="bg1">
                    <a:lumMod val="50000"/>
                  </a:schemeClr>
                </a:solidFill>
                <a:latin typeface="+mj-lt"/>
              </a:rPr>
              <a:t>20</a:t>
            </a:fld>
            <a:endParaRPr lang="en-US" sz="1800" b="1" dirty="0">
              <a:solidFill>
                <a:schemeClr val="bg1">
                  <a:lumMod val="50000"/>
                </a:schemeClr>
              </a:solidFill>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080770" cy="5143500"/>
            <a:chOff x="0" y="0"/>
            <a:chExt cx="1080770" cy="5143500"/>
          </a:xfrm>
        </p:grpSpPr>
        <p:sp>
          <p:nvSpPr>
            <p:cNvPr id="3" name="object 3"/>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4" name="object 4"/>
            <p:cNvSpPr/>
            <p:nvPr/>
          </p:nvSpPr>
          <p:spPr>
            <a:xfrm>
              <a:off x="143256" y="3127247"/>
              <a:ext cx="361315" cy="1477010"/>
            </a:xfrm>
            <a:custGeom>
              <a:avLst/>
              <a:gdLst/>
              <a:ahLst/>
              <a:cxnLst/>
              <a:rect l="l" t="t" r="r" b="b"/>
              <a:pathLst>
                <a:path w="361315" h="1477010">
                  <a:moveTo>
                    <a:pt x="36576" y="1458468"/>
                  </a:moveTo>
                  <a:lnTo>
                    <a:pt x="35128" y="1451356"/>
                  </a:lnTo>
                  <a:lnTo>
                    <a:pt x="31216" y="1445539"/>
                  </a:lnTo>
                  <a:lnTo>
                    <a:pt x="25400" y="1441627"/>
                  </a:lnTo>
                  <a:lnTo>
                    <a:pt x="18288" y="1440180"/>
                  </a:lnTo>
                  <a:lnTo>
                    <a:pt x="11163" y="1441627"/>
                  </a:lnTo>
                  <a:lnTo>
                    <a:pt x="5346" y="1445539"/>
                  </a:lnTo>
                  <a:lnTo>
                    <a:pt x="1435" y="1451356"/>
                  </a:lnTo>
                  <a:lnTo>
                    <a:pt x="0" y="1458468"/>
                  </a:lnTo>
                  <a:lnTo>
                    <a:pt x="1435" y="1465592"/>
                  </a:lnTo>
                  <a:lnTo>
                    <a:pt x="5346" y="1471409"/>
                  </a:lnTo>
                  <a:lnTo>
                    <a:pt x="11163" y="1475320"/>
                  </a:lnTo>
                  <a:lnTo>
                    <a:pt x="18288" y="1476756"/>
                  </a:lnTo>
                  <a:lnTo>
                    <a:pt x="25400" y="1475320"/>
                  </a:lnTo>
                  <a:lnTo>
                    <a:pt x="31216" y="1471409"/>
                  </a:lnTo>
                  <a:lnTo>
                    <a:pt x="35128" y="1465592"/>
                  </a:lnTo>
                  <a:lnTo>
                    <a:pt x="36576" y="1458468"/>
                  </a:lnTo>
                  <a:close/>
                </a:path>
                <a:path w="361315" h="1477010">
                  <a:moveTo>
                    <a:pt x="36576" y="1098804"/>
                  </a:moveTo>
                  <a:lnTo>
                    <a:pt x="35128" y="1091692"/>
                  </a:lnTo>
                  <a:lnTo>
                    <a:pt x="31216" y="1085875"/>
                  </a:lnTo>
                  <a:lnTo>
                    <a:pt x="25400" y="1081963"/>
                  </a:lnTo>
                  <a:lnTo>
                    <a:pt x="18288" y="1080516"/>
                  </a:lnTo>
                  <a:lnTo>
                    <a:pt x="11163" y="1081963"/>
                  </a:lnTo>
                  <a:lnTo>
                    <a:pt x="5346" y="1085875"/>
                  </a:lnTo>
                  <a:lnTo>
                    <a:pt x="1435" y="1091692"/>
                  </a:lnTo>
                  <a:lnTo>
                    <a:pt x="0" y="1098804"/>
                  </a:lnTo>
                  <a:lnTo>
                    <a:pt x="1435" y="1105928"/>
                  </a:lnTo>
                  <a:lnTo>
                    <a:pt x="5346" y="1111745"/>
                  </a:lnTo>
                  <a:lnTo>
                    <a:pt x="11163" y="1115656"/>
                  </a:lnTo>
                  <a:lnTo>
                    <a:pt x="18288" y="1117092"/>
                  </a:lnTo>
                  <a:lnTo>
                    <a:pt x="25400" y="1115656"/>
                  </a:lnTo>
                  <a:lnTo>
                    <a:pt x="31216" y="1111745"/>
                  </a:lnTo>
                  <a:lnTo>
                    <a:pt x="35128" y="1105928"/>
                  </a:lnTo>
                  <a:lnTo>
                    <a:pt x="36576" y="1098804"/>
                  </a:lnTo>
                  <a:close/>
                </a:path>
                <a:path w="361315" h="1477010">
                  <a:moveTo>
                    <a:pt x="36576" y="739140"/>
                  </a:moveTo>
                  <a:lnTo>
                    <a:pt x="35128" y="732002"/>
                  </a:lnTo>
                  <a:lnTo>
                    <a:pt x="31216" y="726186"/>
                  </a:lnTo>
                  <a:lnTo>
                    <a:pt x="25400" y="722287"/>
                  </a:lnTo>
                  <a:lnTo>
                    <a:pt x="18288" y="720852"/>
                  </a:lnTo>
                  <a:lnTo>
                    <a:pt x="11163" y="722287"/>
                  </a:lnTo>
                  <a:lnTo>
                    <a:pt x="5346" y="726186"/>
                  </a:lnTo>
                  <a:lnTo>
                    <a:pt x="1435" y="732002"/>
                  </a:lnTo>
                  <a:lnTo>
                    <a:pt x="0" y="739140"/>
                  </a:lnTo>
                  <a:lnTo>
                    <a:pt x="1435" y="746264"/>
                  </a:lnTo>
                  <a:lnTo>
                    <a:pt x="5346" y="752081"/>
                  </a:lnTo>
                  <a:lnTo>
                    <a:pt x="11163" y="755992"/>
                  </a:lnTo>
                  <a:lnTo>
                    <a:pt x="18288" y="757428"/>
                  </a:lnTo>
                  <a:lnTo>
                    <a:pt x="25400" y="755992"/>
                  </a:lnTo>
                  <a:lnTo>
                    <a:pt x="31216" y="752081"/>
                  </a:lnTo>
                  <a:lnTo>
                    <a:pt x="35128" y="746264"/>
                  </a:lnTo>
                  <a:lnTo>
                    <a:pt x="36576" y="739140"/>
                  </a:lnTo>
                  <a:close/>
                </a:path>
                <a:path w="361315" h="1477010">
                  <a:moveTo>
                    <a:pt x="36576" y="369074"/>
                  </a:moveTo>
                  <a:lnTo>
                    <a:pt x="28384" y="361188"/>
                  </a:lnTo>
                  <a:lnTo>
                    <a:pt x="8191" y="361188"/>
                  </a:lnTo>
                  <a:lnTo>
                    <a:pt x="0" y="369074"/>
                  </a:lnTo>
                  <a:lnTo>
                    <a:pt x="0" y="378714"/>
                  </a:lnTo>
                  <a:lnTo>
                    <a:pt x="0" y="388366"/>
                  </a:lnTo>
                  <a:lnTo>
                    <a:pt x="8191" y="396240"/>
                  </a:lnTo>
                  <a:lnTo>
                    <a:pt x="28384" y="396240"/>
                  </a:lnTo>
                  <a:lnTo>
                    <a:pt x="36576" y="388366"/>
                  </a:lnTo>
                  <a:lnTo>
                    <a:pt x="36576" y="369074"/>
                  </a:lnTo>
                  <a:close/>
                </a:path>
                <a:path w="361315" h="1477010">
                  <a:moveTo>
                    <a:pt x="36576" y="18288"/>
                  </a:moveTo>
                  <a:lnTo>
                    <a:pt x="35128" y="11150"/>
                  </a:lnTo>
                  <a:lnTo>
                    <a:pt x="31216" y="5346"/>
                  </a:lnTo>
                  <a:lnTo>
                    <a:pt x="25400" y="1435"/>
                  </a:lnTo>
                  <a:lnTo>
                    <a:pt x="18288" y="0"/>
                  </a:lnTo>
                  <a:lnTo>
                    <a:pt x="11163" y="1435"/>
                  </a:lnTo>
                  <a:lnTo>
                    <a:pt x="5346" y="5334"/>
                  </a:lnTo>
                  <a:lnTo>
                    <a:pt x="1435" y="11150"/>
                  </a:lnTo>
                  <a:lnTo>
                    <a:pt x="0" y="18288"/>
                  </a:lnTo>
                  <a:lnTo>
                    <a:pt x="1435" y="25438"/>
                  </a:lnTo>
                  <a:lnTo>
                    <a:pt x="5346" y="31242"/>
                  </a:lnTo>
                  <a:lnTo>
                    <a:pt x="11163" y="35153"/>
                  </a:lnTo>
                  <a:lnTo>
                    <a:pt x="18288" y="36576"/>
                  </a:lnTo>
                  <a:lnTo>
                    <a:pt x="25400" y="35153"/>
                  </a:lnTo>
                  <a:lnTo>
                    <a:pt x="31216" y="31254"/>
                  </a:lnTo>
                  <a:lnTo>
                    <a:pt x="35128" y="25438"/>
                  </a:lnTo>
                  <a:lnTo>
                    <a:pt x="36576" y="18288"/>
                  </a:lnTo>
                  <a:close/>
                </a:path>
                <a:path w="361315" h="1477010">
                  <a:moveTo>
                    <a:pt x="361188" y="1458468"/>
                  </a:moveTo>
                  <a:lnTo>
                    <a:pt x="359740" y="1451356"/>
                  </a:lnTo>
                  <a:lnTo>
                    <a:pt x="355828" y="1445539"/>
                  </a:lnTo>
                  <a:lnTo>
                    <a:pt x="350012" y="1441627"/>
                  </a:lnTo>
                  <a:lnTo>
                    <a:pt x="342900" y="1440180"/>
                  </a:lnTo>
                  <a:lnTo>
                    <a:pt x="335775" y="1441627"/>
                  </a:lnTo>
                  <a:lnTo>
                    <a:pt x="329958" y="1445539"/>
                  </a:lnTo>
                  <a:lnTo>
                    <a:pt x="326047" y="1451356"/>
                  </a:lnTo>
                  <a:lnTo>
                    <a:pt x="324612" y="1458468"/>
                  </a:lnTo>
                  <a:lnTo>
                    <a:pt x="326047" y="1465592"/>
                  </a:lnTo>
                  <a:lnTo>
                    <a:pt x="329958" y="1471409"/>
                  </a:lnTo>
                  <a:lnTo>
                    <a:pt x="335775" y="1475320"/>
                  </a:lnTo>
                  <a:lnTo>
                    <a:pt x="342900" y="1476756"/>
                  </a:lnTo>
                  <a:lnTo>
                    <a:pt x="350012" y="1475320"/>
                  </a:lnTo>
                  <a:lnTo>
                    <a:pt x="355828" y="1471409"/>
                  </a:lnTo>
                  <a:lnTo>
                    <a:pt x="359740" y="1465592"/>
                  </a:lnTo>
                  <a:lnTo>
                    <a:pt x="361188" y="1458468"/>
                  </a:lnTo>
                  <a:close/>
                </a:path>
                <a:path w="361315" h="1477010">
                  <a:moveTo>
                    <a:pt x="361188" y="1098804"/>
                  </a:moveTo>
                  <a:lnTo>
                    <a:pt x="359740" y="1091692"/>
                  </a:lnTo>
                  <a:lnTo>
                    <a:pt x="355828" y="1085875"/>
                  </a:lnTo>
                  <a:lnTo>
                    <a:pt x="350012" y="1081963"/>
                  </a:lnTo>
                  <a:lnTo>
                    <a:pt x="342900" y="1080516"/>
                  </a:lnTo>
                  <a:lnTo>
                    <a:pt x="335775" y="1081963"/>
                  </a:lnTo>
                  <a:lnTo>
                    <a:pt x="329958" y="1085875"/>
                  </a:lnTo>
                  <a:lnTo>
                    <a:pt x="326047" y="1091692"/>
                  </a:lnTo>
                  <a:lnTo>
                    <a:pt x="324612" y="1098804"/>
                  </a:lnTo>
                  <a:lnTo>
                    <a:pt x="326047" y="1105928"/>
                  </a:lnTo>
                  <a:lnTo>
                    <a:pt x="329958" y="1111745"/>
                  </a:lnTo>
                  <a:lnTo>
                    <a:pt x="335775" y="1115656"/>
                  </a:lnTo>
                  <a:lnTo>
                    <a:pt x="342900" y="1117092"/>
                  </a:lnTo>
                  <a:lnTo>
                    <a:pt x="350012" y="1115656"/>
                  </a:lnTo>
                  <a:lnTo>
                    <a:pt x="355828" y="1111745"/>
                  </a:lnTo>
                  <a:lnTo>
                    <a:pt x="359740" y="1105928"/>
                  </a:lnTo>
                  <a:lnTo>
                    <a:pt x="361188" y="1098804"/>
                  </a:lnTo>
                  <a:close/>
                </a:path>
                <a:path w="361315" h="1477010">
                  <a:moveTo>
                    <a:pt x="361188" y="739140"/>
                  </a:moveTo>
                  <a:lnTo>
                    <a:pt x="359740" y="732002"/>
                  </a:lnTo>
                  <a:lnTo>
                    <a:pt x="355828" y="726186"/>
                  </a:lnTo>
                  <a:lnTo>
                    <a:pt x="350012" y="722287"/>
                  </a:lnTo>
                  <a:lnTo>
                    <a:pt x="342900" y="720852"/>
                  </a:lnTo>
                  <a:lnTo>
                    <a:pt x="335775" y="722287"/>
                  </a:lnTo>
                  <a:lnTo>
                    <a:pt x="329958" y="726186"/>
                  </a:lnTo>
                  <a:lnTo>
                    <a:pt x="326047" y="732002"/>
                  </a:lnTo>
                  <a:lnTo>
                    <a:pt x="324612" y="739140"/>
                  </a:lnTo>
                  <a:lnTo>
                    <a:pt x="326047" y="746264"/>
                  </a:lnTo>
                  <a:lnTo>
                    <a:pt x="329958" y="752081"/>
                  </a:lnTo>
                  <a:lnTo>
                    <a:pt x="335775" y="755992"/>
                  </a:lnTo>
                  <a:lnTo>
                    <a:pt x="342900" y="757428"/>
                  </a:lnTo>
                  <a:lnTo>
                    <a:pt x="350012" y="755992"/>
                  </a:lnTo>
                  <a:lnTo>
                    <a:pt x="355828" y="752081"/>
                  </a:lnTo>
                  <a:lnTo>
                    <a:pt x="359740" y="746264"/>
                  </a:lnTo>
                  <a:lnTo>
                    <a:pt x="361188" y="739140"/>
                  </a:lnTo>
                  <a:close/>
                </a:path>
                <a:path w="361315" h="1477010">
                  <a:moveTo>
                    <a:pt x="361188" y="369074"/>
                  </a:moveTo>
                  <a:lnTo>
                    <a:pt x="352996" y="361188"/>
                  </a:lnTo>
                  <a:lnTo>
                    <a:pt x="332803" y="361188"/>
                  </a:lnTo>
                  <a:lnTo>
                    <a:pt x="324612" y="369074"/>
                  </a:lnTo>
                  <a:lnTo>
                    <a:pt x="324612" y="378714"/>
                  </a:lnTo>
                  <a:lnTo>
                    <a:pt x="324612" y="388366"/>
                  </a:lnTo>
                  <a:lnTo>
                    <a:pt x="332803" y="396240"/>
                  </a:lnTo>
                  <a:lnTo>
                    <a:pt x="352996" y="396240"/>
                  </a:lnTo>
                  <a:lnTo>
                    <a:pt x="361188" y="388366"/>
                  </a:lnTo>
                  <a:lnTo>
                    <a:pt x="361188" y="369074"/>
                  </a:lnTo>
                  <a:close/>
                </a:path>
                <a:path w="361315" h="1477010">
                  <a:moveTo>
                    <a:pt x="361188" y="18288"/>
                  </a:moveTo>
                  <a:lnTo>
                    <a:pt x="359740" y="11150"/>
                  </a:lnTo>
                  <a:lnTo>
                    <a:pt x="355828" y="5346"/>
                  </a:lnTo>
                  <a:lnTo>
                    <a:pt x="350012" y="1435"/>
                  </a:lnTo>
                  <a:lnTo>
                    <a:pt x="342900" y="0"/>
                  </a:lnTo>
                  <a:lnTo>
                    <a:pt x="335775" y="1435"/>
                  </a:lnTo>
                  <a:lnTo>
                    <a:pt x="329958" y="5334"/>
                  </a:lnTo>
                  <a:lnTo>
                    <a:pt x="326047" y="11150"/>
                  </a:lnTo>
                  <a:lnTo>
                    <a:pt x="324612" y="18288"/>
                  </a:lnTo>
                  <a:lnTo>
                    <a:pt x="326047" y="25438"/>
                  </a:lnTo>
                  <a:lnTo>
                    <a:pt x="329958" y="31242"/>
                  </a:lnTo>
                  <a:lnTo>
                    <a:pt x="335775" y="35153"/>
                  </a:lnTo>
                  <a:lnTo>
                    <a:pt x="342900" y="36576"/>
                  </a:lnTo>
                  <a:lnTo>
                    <a:pt x="350012" y="35153"/>
                  </a:lnTo>
                  <a:lnTo>
                    <a:pt x="355828" y="31254"/>
                  </a:lnTo>
                  <a:lnTo>
                    <a:pt x="359740" y="25438"/>
                  </a:lnTo>
                  <a:lnTo>
                    <a:pt x="361188" y="18288"/>
                  </a:lnTo>
                  <a:close/>
                </a:path>
              </a:pathLst>
            </a:custGeom>
            <a:solidFill>
              <a:srgbClr val="181818"/>
            </a:solidFill>
          </p:spPr>
          <p:txBody>
            <a:bodyPr wrap="square" lIns="0" tIns="0" rIns="0" bIns="0" rtlCol="0"/>
            <a:lstStyle/>
            <a:p>
              <a:endParaRPr/>
            </a:p>
          </p:txBody>
        </p:sp>
        <p:sp>
          <p:nvSpPr>
            <p:cNvPr id="5" name="object 5"/>
            <p:cNvSpPr/>
            <p:nvPr/>
          </p:nvSpPr>
          <p:spPr>
            <a:xfrm>
              <a:off x="359663" y="179831"/>
              <a:ext cx="721360" cy="719455"/>
            </a:xfrm>
            <a:custGeom>
              <a:avLst/>
              <a:gdLst/>
              <a:ahLst/>
              <a:cxnLst/>
              <a:rect l="l" t="t" r="r" b="b"/>
              <a:pathLst>
                <a:path w="721360" h="719455">
                  <a:moveTo>
                    <a:pt x="720852" y="0"/>
                  </a:moveTo>
                  <a:lnTo>
                    <a:pt x="0" y="0"/>
                  </a:lnTo>
                  <a:lnTo>
                    <a:pt x="0" y="719327"/>
                  </a:lnTo>
                  <a:lnTo>
                    <a:pt x="720852" y="719327"/>
                  </a:lnTo>
                  <a:lnTo>
                    <a:pt x="720852" y="0"/>
                  </a:lnTo>
                  <a:close/>
                </a:path>
              </a:pathLst>
            </a:custGeom>
            <a:solidFill>
              <a:srgbClr val="4475C9"/>
            </a:solidFill>
          </p:spPr>
          <p:txBody>
            <a:bodyPr wrap="square" lIns="0" tIns="0" rIns="0" bIns="0" rtlCol="0"/>
            <a:lstStyle/>
            <a:p>
              <a:endParaRPr dirty="0"/>
            </a:p>
          </p:txBody>
        </p:sp>
      </p:grpSp>
      <p:grpSp>
        <p:nvGrpSpPr>
          <p:cNvPr id="6" name="object 6"/>
          <p:cNvGrpSpPr/>
          <p:nvPr/>
        </p:nvGrpSpPr>
        <p:grpSpPr>
          <a:xfrm>
            <a:off x="7339393" y="0"/>
            <a:ext cx="1804670" cy="5148580"/>
            <a:chOff x="7339393" y="0"/>
            <a:chExt cx="1804670" cy="5148580"/>
          </a:xfrm>
        </p:grpSpPr>
        <p:sp>
          <p:nvSpPr>
            <p:cNvPr id="7" name="object 7"/>
            <p:cNvSpPr/>
            <p:nvPr/>
          </p:nvSpPr>
          <p:spPr>
            <a:xfrm>
              <a:off x="8496300" y="0"/>
              <a:ext cx="647700" cy="4874260"/>
            </a:xfrm>
            <a:custGeom>
              <a:avLst/>
              <a:gdLst/>
              <a:ahLst/>
              <a:cxnLst/>
              <a:rect l="l" t="t" r="r" b="b"/>
              <a:pathLst>
                <a:path w="647700" h="4874260">
                  <a:moveTo>
                    <a:pt x="0" y="4873752"/>
                  </a:moveTo>
                  <a:lnTo>
                    <a:pt x="647700" y="4873752"/>
                  </a:lnTo>
                  <a:lnTo>
                    <a:pt x="647700" y="0"/>
                  </a:lnTo>
                  <a:lnTo>
                    <a:pt x="0" y="0"/>
                  </a:lnTo>
                  <a:lnTo>
                    <a:pt x="0" y="4873752"/>
                  </a:lnTo>
                  <a:close/>
                </a:path>
              </a:pathLst>
            </a:custGeom>
            <a:solidFill>
              <a:srgbClr val="D2D2D2"/>
            </a:solidFill>
          </p:spPr>
          <p:txBody>
            <a:bodyPr wrap="square" lIns="0" tIns="0" rIns="0" bIns="0" rtlCol="0"/>
            <a:lstStyle/>
            <a:p>
              <a:endParaRPr/>
            </a:p>
          </p:txBody>
        </p:sp>
        <p:sp>
          <p:nvSpPr>
            <p:cNvPr id="8" name="object 8"/>
            <p:cNvSpPr/>
            <p:nvPr/>
          </p:nvSpPr>
          <p:spPr>
            <a:xfrm>
              <a:off x="8639556" y="539495"/>
              <a:ext cx="360045" cy="1477010"/>
            </a:xfrm>
            <a:custGeom>
              <a:avLst/>
              <a:gdLst/>
              <a:ahLst/>
              <a:cxnLst/>
              <a:rect l="l" t="t" r="r" b="b"/>
              <a:pathLst>
                <a:path w="360045" h="1477010">
                  <a:moveTo>
                    <a:pt x="36576" y="1458468"/>
                  </a:moveTo>
                  <a:lnTo>
                    <a:pt x="35140" y="1451330"/>
                  </a:lnTo>
                  <a:lnTo>
                    <a:pt x="31242" y="1445514"/>
                  </a:lnTo>
                  <a:lnTo>
                    <a:pt x="25425" y="1441615"/>
                  </a:lnTo>
                  <a:lnTo>
                    <a:pt x="18288" y="1440180"/>
                  </a:lnTo>
                  <a:lnTo>
                    <a:pt x="11137" y="1441615"/>
                  </a:lnTo>
                  <a:lnTo>
                    <a:pt x="5321" y="1445514"/>
                  </a:lnTo>
                  <a:lnTo>
                    <a:pt x="1422" y="1451330"/>
                  </a:lnTo>
                  <a:lnTo>
                    <a:pt x="0" y="1458468"/>
                  </a:lnTo>
                  <a:lnTo>
                    <a:pt x="1422" y="1465618"/>
                  </a:lnTo>
                  <a:lnTo>
                    <a:pt x="5334" y="1471422"/>
                  </a:lnTo>
                  <a:lnTo>
                    <a:pt x="11137" y="1475333"/>
                  </a:lnTo>
                  <a:lnTo>
                    <a:pt x="18288" y="1476756"/>
                  </a:lnTo>
                  <a:lnTo>
                    <a:pt x="25425" y="1475333"/>
                  </a:lnTo>
                  <a:lnTo>
                    <a:pt x="31242" y="1471422"/>
                  </a:lnTo>
                  <a:lnTo>
                    <a:pt x="35140" y="1465618"/>
                  </a:lnTo>
                  <a:lnTo>
                    <a:pt x="36576" y="1458468"/>
                  </a:lnTo>
                  <a:close/>
                </a:path>
                <a:path w="360045" h="1477010">
                  <a:moveTo>
                    <a:pt x="36576" y="1088390"/>
                  </a:moveTo>
                  <a:lnTo>
                    <a:pt x="28448" y="1080516"/>
                  </a:lnTo>
                  <a:lnTo>
                    <a:pt x="8128" y="1080516"/>
                  </a:lnTo>
                  <a:lnTo>
                    <a:pt x="0" y="1088390"/>
                  </a:lnTo>
                  <a:lnTo>
                    <a:pt x="0" y="1098042"/>
                  </a:lnTo>
                  <a:lnTo>
                    <a:pt x="0" y="1107694"/>
                  </a:lnTo>
                  <a:lnTo>
                    <a:pt x="8128" y="1115568"/>
                  </a:lnTo>
                  <a:lnTo>
                    <a:pt x="28448" y="1115568"/>
                  </a:lnTo>
                  <a:lnTo>
                    <a:pt x="36576" y="1107694"/>
                  </a:lnTo>
                  <a:lnTo>
                    <a:pt x="36576" y="1088390"/>
                  </a:lnTo>
                  <a:close/>
                </a:path>
                <a:path w="360045" h="1477010">
                  <a:moveTo>
                    <a:pt x="359664" y="367792"/>
                  </a:moveTo>
                  <a:lnTo>
                    <a:pt x="351790" y="359664"/>
                  </a:lnTo>
                  <a:lnTo>
                    <a:pt x="332486" y="359664"/>
                  </a:lnTo>
                  <a:lnTo>
                    <a:pt x="324612" y="367792"/>
                  </a:lnTo>
                  <a:lnTo>
                    <a:pt x="324612" y="377952"/>
                  </a:lnTo>
                  <a:lnTo>
                    <a:pt x="324612" y="388112"/>
                  </a:lnTo>
                  <a:lnTo>
                    <a:pt x="332486" y="396240"/>
                  </a:lnTo>
                  <a:lnTo>
                    <a:pt x="351790" y="396240"/>
                  </a:lnTo>
                  <a:lnTo>
                    <a:pt x="359664" y="388112"/>
                  </a:lnTo>
                  <a:lnTo>
                    <a:pt x="359664" y="367792"/>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sp>
          <p:nvSpPr>
            <p:cNvPr id="9" name="object 9"/>
            <p:cNvSpPr/>
            <p:nvPr/>
          </p:nvSpPr>
          <p:spPr>
            <a:xfrm>
              <a:off x="7344156" y="4873751"/>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endParaRPr/>
            </a:p>
          </p:txBody>
        </p:sp>
        <p:sp>
          <p:nvSpPr>
            <p:cNvPr id="10" name="object 10"/>
            <p:cNvSpPr/>
            <p:nvPr/>
          </p:nvSpPr>
          <p:spPr>
            <a:xfrm>
              <a:off x="7344156" y="0"/>
              <a:ext cx="719455" cy="539750"/>
            </a:xfrm>
            <a:custGeom>
              <a:avLst/>
              <a:gdLst/>
              <a:ahLst/>
              <a:cxnLst/>
              <a:rect l="l" t="t" r="r" b="b"/>
              <a:pathLst>
                <a:path w="719454" h="539750">
                  <a:moveTo>
                    <a:pt x="0" y="539496"/>
                  </a:moveTo>
                  <a:lnTo>
                    <a:pt x="719327" y="539496"/>
                  </a:lnTo>
                  <a:lnTo>
                    <a:pt x="719327" y="0"/>
                  </a:lnTo>
                </a:path>
                <a:path w="719454" h="539750">
                  <a:moveTo>
                    <a:pt x="0" y="0"/>
                  </a:moveTo>
                  <a:lnTo>
                    <a:pt x="0" y="539496"/>
                  </a:lnTo>
                </a:path>
              </a:pathLst>
            </a:custGeom>
            <a:ln w="9525">
              <a:solidFill>
                <a:srgbClr val="181818"/>
              </a:solidFill>
            </a:ln>
          </p:spPr>
          <p:txBody>
            <a:bodyPr wrap="square" lIns="0" tIns="0" rIns="0" bIns="0" rtlCol="0"/>
            <a:lstStyle/>
            <a:p>
              <a:endParaRPr/>
            </a:p>
          </p:txBody>
        </p:sp>
      </p:grpSp>
      <p:sp>
        <p:nvSpPr>
          <p:cNvPr id="11" name="object 11"/>
          <p:cNvSpPr/>
          <p:nvPr/>
        </p:nvSpPr>
        <p:spPr>
          <a:xfrm>
            <a:off x="8639556" y="539495"/>
            <a:ext cx="36830" cy="36830"/>
          </a:xfrm>
          <a:custGeom>
            <a:avLst/>
            <a:gdLst/>
            <a:ahLst/>
            <a:cxnLst/>
            <a:rect l="l" t="t" r="r" b="b"/>
            <a:pathLst>
              <a:path w="36829" h="36829">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12" name="object 12"/>
          <p:cNvSpPr/>
          <p:nvPr/>
        </p:nvSpPr>
        <p:spPr>
          <a:xfrm>
            <a:off x="8639556" y="899160"/>
            <a:ext cx="36830" cy="36830"/>
          </a:xfrm>
          <a:custGeom>
            <a:avLst/>
            <a:gdLst/>
            <a:ahLst/>
            <a:cxnLst/>
            <a:rect l="l" t="t" r="r" b="b"/>
            <a:pathLst>
              <a:path w="36829" h="36830">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13" name="object 13"/>
          <p:cNvSpPr/>
          <p:nvPr/>
        </p:nvSpPr>
        <p:spPr>
          <a:xfrm>
            <a:off x="8639556" y="1258824"/>
            <a:ext cx="36830" cy="36830"/>
          </a:xfrm>
          <a:custGeom>
            <a:avLst/>
            <a:gdLst/>
            <a:ahLst/>
            <a:cxnLst/>
            <a:rect l="l" t="t" r="r" b="b"/>
            <a:pathLst>
              <a:path w="36829" h="36830">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14" name="object 14"/>
          <p:cNvSpPr/>
          <p:nvPr/>
        </p:nvSpPr>
        <p:spPr>
          <a:xfrm>
            <a:off x="8964168" y="1258824"/>
            <a:ext cx="35560" cy="36830"/>
          </a:xfrm>
          <a:custGeom>
            <a:avLst/>
            <a:gdLst/>
            <a:ahLst/>
            <a:cxnLst/>
            <a:rect l="l" t="t" r="r" b="b"/>
            <a:pathLst>
              <a:path w="35559" h="36830">
                <a:moveTo>
                  <a:pt x="27177" y="0"/>
                </a:moveTo>
                <a:lnTo>
                  <a:pt x="7874" y="0"/>
                </a:lnTo>
                <a:lnTo>
                  <a:pt x="0" y="8127"/>
                </a:lnTo>
                <a:lnTo>
                  <a:pt x="0" y="18287"/>
                </a:lnTo>
                <a:lnTo>
                  <a:pt x="0" y="28448"/>
                </a:lnTo>
                <a:lnTo>
                  <a:pt x="7874" y="36575"/>
                </a:lnTo>
                <a:lnTo>
                  <a:pt x="27177" y="36575"/>
                </a:lnTo>
                <a:lnTo>
                  <a:pt x="35051" y="28448"/>
                </a:lnTo>
                <a:lnTo>
                  <a:pt x="35051" y="8127"/>
                </a:lnTo>
                <a:lnTo>
                  <a:pt x="27177" y="0"/>
                </a:lnTo>
                <a:close/>
              </a:path>
            </a:pathLst>
          </a:custGeom>
          <a:solidFill>
            <a:srgbClr val="181818"/>
          </a:solidFill>
        </p:spPr>
        <p:txBody>
          <a:bodyPr wrap="square" lIns="0" tIns="0" rIns="0" bIns="0" rtlCol="0"/>
          <a:lstStyle/>
          <a:p>
            <a:endParaRPr/>
          </a:p>
        </p:txBody>
      </p:sp>
      <p:sp>
        <p:nvSpPr>
          <p:cNvPr id="15" name="object 15"/>
          <p:cNvSpPr/>
          <p:nvPr/>
        </p:nvSpPr>
        <p:spPr>
          <a:xfrm>
            <a:off x="8964168" y="1620011"/>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16" name="object 16"/>
          <p:cNvSpPr/>
          <p:nvPr/>
        </p:nvSpPr>
        <p:spPr>
          <a:xfrm>
            <a:off x="8964168" y="1979676"/>
            <a:ext cx="35560" cy="36830"/>
          </a:xfrm>
          <a:custGeom>
            <a:avLst/>
            <a:gdLst/>
            <a:ahLst/>
            <a:cxnLst/>
            <a:rect l="l" t="t" r="r" b="b"/>
            <a:pathLst>
              <a:path w="35559" h="36830">
                <a:moveTo>
                  <a:pt x="27177" y="0"/>
                </a:moveTo>
                <a:lnTo>
                  <a:pt x="7874" y="0"/>
                </a:lnTo>
                <a:lnTo>
                  <a:pt x="0" y="8128"/>
                </a:lnTo>
                <a:lnTo>
                  <a:pt x="0" y="18287"/>
                </a:lnTo>
                <a:lnTo>
                  <a:pt x="0" y="28448"/>
                </a:lnTo>
                <a:lnTo>
                  <a:pt x="7874" y="36575"/>
                </a:lnTo>
                <a:lnTo>
                  <a:pt x="27177" y="36575"/>
                </a:lnTo>
                <a:lnTo>
                  <a:pt x="35051" y="28448"/>
                </a:lnTo>
                <a:lnTo>
                  <a:pt x="35051" y="8128"/>
                </a:lnTo>
                <a:lnTo>
                  <a:pt x="27177" y="0"/>
                </a:lnTo>
                <a:close/>
              </a:path>
            </a:pathLst>
          </a:custGeom>
          <a:solidFill>
            <a:srgbClr val="181818"/>
          </a:solidFill>
        </p:spPr>
        <p:txBody>
          <a:bodyPr wrap="square" lIns="0" tIns="0" rIns="0" bIns="0" rtlCol="0"/>
          <a:lstStyle/>
          <a:p>
            <a:endParaRPr/>
          </a:p>
        </p:txBody>
      </p:sp>
      <p:sp>
        <p:nvSpPr>
          <p:cNvPr id="17" name="object 17"/>
          <p:cNvSpPr/>
          <p:nvPr/>
        </p:nvSpPr>
        <p:spPr>
          <a:xfrm>
            <a:off x="6083808" y="4604003"/>
            <a:ext cx="539750" cy="539750"/>
          </a:xfrm>
          <a:custGeom>
            <a:avLst/>
            <a:gdLst/>
            <a:ahLst/>
            <a:cxnLst/>
            <a:rect l="l" t="t" r="r" b="b"/>
            <a:pathLst>
              <a:path w="539750" h="539750">
                <a:moveTo>
                  <a:pt x="539495" y="0"/>
                </a:moveTo>
                <a:lnTo>
                  <a:pt x="0" y="0"/>
                </a:lnTo>
                <a:lnTo>
                  <a:pt x="0" y="539496"/>
                </a:lnTo>
                <a:lnTo>
                  <a:pt x="539495" y="539496"/>
                </a:lnTo>
                <a:lnTo>
                  <a:pt x="539495" y="0"/>
                </a:lnTo>
                <a:close/>
              </a:path>
            </a:pathLst>
          </a:custGeom>
          <a:solidFill>
            <a:srgbClr val="4475C9"/>
          </a:solidFill>
        </p:spPr>
        <p:txBody>
          <a:bodyPr wrap="square" lIns="0" tIns="0" rIns="0" bIns="0" rtlCol="0"/>
          <a:lstStyle/>
          <a:p>
            <a:endParaRPr/>
          </a:p>
        </p:txBody>
      </p:sp>
      <p:sp>
        <p:nvSpPr>
          <p:cNvPr id="18" name="object 18"/>
          <p:cNvSpPr/>
          <p:nvPr/>
        </p:nvSpPr>
        <p:spPr>
          <a:xfrm>
            <a:off x="5724144"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9" name="object 19"/>
          <p:cNvSpPr/>
          <p:nvPr/>
        </p:nvSpPr>
        <p:spPr>
          <a:xfrm>
            <a:off x="5364479"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21" name="object 21"/>
          <p:cNvSpPr txBox="1"/>
          <p:nvPr/>
        </p:nvSpPr>
        <p:spPr>
          <a:xfrm>
            <a:off x="1211012" y="1882459"/>
            <a:ext cx="6899147" cy="689291"/>
          </a:xfrm>
          <a:prstGeom prst="rect">
            <a:avLst/>
          </a:prstGeom>
        </p:spPr>
        <p:txBody>
          <a:bodyPr vert="horz" wrap="square" lIns="0" tIns="12065" rIns="0" bIns="0" rtlCol="0">
            <a:spAutoFit/>
          </a:bodyPr>
          <a:lstStyle/>
          <a:p>
            <a:pPr marL="12700" marR="5080" algn="ctr">
              <a:lnSpc>
                <a:spcPct val="100000"/>
              </a:lnSpc>
              <a:spcBef>
                <a:spcPts val="95"/>
              </a:spcBef>
            </a:pPr>
            <a:r>
              <a:rPr sz="4400" b="1" spc="-110" dirty="0">
                <a:solidFill>
                  <a:srgbClr val="181818"/>
                </a:solidFill>
                <a:latin typeface="+mj-lt"/>
                <a:cs typeface="Verdana"/>
              </a:rPr>
              <a:t>Qua</a:t>
            </a:r>
            <a:r>
              <a:rPr sz="4400" b="1" spc="-70" dirty="0">
                <a:solidFill>
                  <a:srgbClr val="181818"/>
                </a:solidFill>
                <a:latin typeface="+mj-lt"/>
                <a:cs typeface="Verdana"/>
              </a:rPr>
              <a:t>l</a:t>
            </a:r>
            <a:r>
              <a:rPr sz="4400" b="1" spc="-95" dirty="0">
                <a:solidFill>
                  <a:srgbClr val="181818"/>
                </a:solidFill>
                <a:latin typeface="+mj-lt"/>
                <a:cs typeface="Verdana"/>
              </a:rPr>
              <a:t>ity</a:t>
            </a:r>
            <a:r>
              <a:rPr sz="4400" b="1" spc="-204" dirty="0">
                <a:solidFill>
                  <a:srgbClr val="181818"/>
                </a:solidFill>
                <a:latin typeface="+mj-lt"/>
                <a:cs typeface="Verdana"/>
              </a:rPr>
              <a:t> </a:t>
            </a:r>
            <a:r>
              <a:rPr sz="4400" b="1" spc="-75" dirty="0">
                <a:solidFill>
                  <a:srgbClr val="181818"/>
                </a:solidFill>
                <a:latin typeface="+mj-lt"/>
                <a:cs typeface="Verdana"/>
              </a:rPr>
              <a:t>Contro</a:t>
            </a:r>
            <a:r>
              <a:rPr sz="4400" b="1" spc="-120" dirty="0">
                <a:solidFill>
                  <a:srgbClr val="181818"/>
                </a:solidFill>
                <a:latin typeface="+mj-lt"/>
                <a:cs typeface="Verdana"/>
              </a:rPr>
              <a:t>l  </a:t>
            </a:r>
            <a:r>
              <a:rPr sz="4400" b="1" spc="-80" dirty="0">
                <a:solidFill>
                  <a:srgbClr val="181818"/>
                </a:solidFill>
                <a:latin typeface="+mj-lt"/>
                <a:cs typeface="Verdana"/>
              </a:rPr>
              <a:t>Department</a:t>
            </a:r>
            <a:endParaRPr sz="4400" dirty="0">
              <a:latin typeface="+mj-lt"/>
              <a:cs typeface="Verdana"/>
            </a:endParaRPr>
          </a:p>
        </p:txBody>
      </p:sp>
      <p:sp>
        <p:nvSpPr>
          <p:cNvPr id="24" name="object 24"/>
          <p:cNvSpPr/>
          <p:nvPr/>
        </p:nvSpPr>
        <p:spPr>
          <a:xfrm>
            <a:off x="1260347" y="179831"/>
            <a:ext cx="180340" cy="180340"/>
          </a:xfrm>
          <a:custGeom>
            <a:avLst/>
            <a:gdLst/>
            <a:ahLst/>
            <a:cxnLst/>
            <a:rect l="l" t="t" r="r" b="b"/>
            <a:pathLst>
              <a:path w="180340" h="180340">
                <a:moveTo>
                  <a:pt x="179831" y="0"/>
                </a:moveTo>
                <a:lnTo>
                  <a:pt x="0" y="0"/>
                </a:lnTo>
                <a:lnTo>
                  <a:pt x="0" y="179832"/>
                </a:lnTo>
                <a:lnTo>
                  <a:pt x="179831" y="179832"/>
                </a:lnTo>
                <a:lnTo>
                  <a:pt x="179831" y="0"/>
                </a:lnTo>
                <a:close/>
              </a:path>
            </a:pathLst>
          </a:custGeom>
          <a:solidFill>
            <a:srgbClr val="4475C9"/>
          </a:solidFill>
        </p:spPr>
        <p:txBody>
          <a:bodyPr wrap="square" lIns="0" tIns="0" rIns="0" bIns="0" rtlCol="0"/>
          <a:lstStyle/>
          <a:p>
            <a:endParaRPr/>
          </a:p>
        </p:txBody>
      </p:sp>
      <p:sp>
        <p:nvSpPr>
          <p:cNvPr id="25" name="object 25"/>
          <p:cNvSpPr/>
          <p:nvPr/>
        </p:nvSpPr>
        <p:spPr>
          <a:xfrm>
            <a:off x="1620011" y="179831"/>
            <a:ext cx="180340" cy="180340"/>
          </a:xfrm>
          <a:custGeom>
            <a:avLst/>
            <a:gdLst/>
            <a:ahLst/>
            <a:cxnLst/>
            <a:rect l="l" t="t" r="r" b="b"/>
            <a:pathLst>
              <a:path w="180339" h="180340">
                <a:moveTo>
                  <a:pt x="179831" y="0"/>
                </a:moveTo>
                <a:lnTo>
                  <a:pt x="0" y="0"/>
                </a:lnTo>
                <a:lnTo>
                  <a:pt x="0" y="179832"/>
                </a:lnTo>
                <a:lnTo>
                  <a:pt x="179831" y="179832"/>
                </a:lnTo>
                <a:lnTo>
                  <a:pt x="179831" y="0"/>
                </a:lnTo>
                <a:close/>
              </a:path>
            </a:pathLst>
          </a:custGeom>
          <a:solidFill>
            <a:srgbClr val="4475C9"/>
          </a:solidFill>
        </p:spPr>
        <p:txBody>
          <a:bodyPr wrap="square" lIns="0" tIns="0" rIns="0" bIns="0" rtlCol="0"/>
          <a:lstStyle/>
          <a:p>
            <a:endParaRPr/>
          </a:p>
        </p:txBody>
      </p:sp>
      <p:sp>
        <p:nvSpPr>
          <p:cNvPr id="26" name="object 26"/>
          <p:cNvSpPr/>
          <p:nvPr/>
        </p:nvSpPr>
        <p:spPr>
          <a:xfrm>
            <a:off x="3276472" y="4453995"/>
            <a:ext cx="719455" cy="719455"/>
          </a:xfrm>
          <a:custGeom>
            <a:avLst/>
            <a:gdLst/>
            <a:ahLst/>
            <a:cxnLst/>
            <a:rect l="l" t="t" r="r" b="b"/>
            <a:pathLst>
              <a:path w="719454" h="719454">
                <a:moveTo>
                  <a:pt x="0" y="719328"/>
                </a:moveTo>
                <a:lnTo>
                  <a:pt x="719327" y="719328"/>
                </a:lnTo>
                <a:lnTo>
                  <a:pt x="719327" y="0"/>
                </a:lnTo>
                <a:lnTo>
                  <a:pt x="0" y="0"/>
                </a:lnTo>
                <a:lnTo>
                  <a:pt x="0" y="719328"/>
                </a:lnTo>
                <a:close/>
              </a:path>
            </a:pathLst>
          </a:custGeom>
          <a:ln w="9525">
            <a:solidFill>
              <a:srgbClr val="4475C9"/>
            </a:solidFill>
          </a:ln>
        </p:spPr>
        <p:txBody>
          <a:bodyPr wrap="square" lIns="0" tIns="0" rIns="0" bIns="0" rtlCol="0"/>
          <a:lstStyle/>
          <a:p>
            <a:endParaRPr/>
          </a:p>
        </p:txBody>
      </p:sp>
      <p:sp>
        <p:nvSpPr>
          <p:cNvPr id="20" name="Slide Number Placeholder 19">
            <a:extLst>
              <a:ext uri="{FF2B5EF4-FFF2-40B4-BE49-F238E27FC236}">
                <a16:creationId xmlns:a16="http://schemas.microsoft.com/office/drawing/2014/main" id="{85B57CD2-05CD-21EA-B172-F12C186F658D}"/>
              </a:ext>
            </a:extLst>
          </p:cNvPr>
          <p:cNvSpPr>
            <a:spLocks noGrp="1"/>
          </p:cNvSpPr>
          <p:nvPr>
            <p:ph type="sldNum" sz="quarter" idx="7"/>
          </p:nvPr>
        </p:nvSpPr>
        <p:spPr>
          <a:xfrm>
            <a:off x="6927976" y="4465503"/>
            <a:ext cx="2103120" cy="276999"/>
          </a:xfrm>
        </p:spPr>
        <p:txBody>
          <a:bodyPr/>
          <a:lstStyle/>
          <a:p>
            <a:fld id="{B6F15528-21DE-4FAA-801E-634DDDAF4B2B}" type="slidenum">
              <a:rPr lang="en-US" smtClean="0"/>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790700" cy="5143500"/>
            <a:chOff x="0" y="0"/>
            <a:chExt cx="1790700" cy="5143500"/>
          </a:xfrm>
        </p:grpSpPr>
        <p:sp>
          <p:nvSpPr>
            <p:cNvPr id="3" name="object 3"/>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4" name="object 4"/>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5" name="object 5"/>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sp>
        <p:nvSpPr>
          <p:cNvPr id="11" name="object 11"/>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12" name="object 12"/>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13" name="object 13"/>
          <p:cNvSpPr/>
          <p:nvPr/>
        </p:nvSpPr>
        <p:spPr>
          <a:xfrm>
            <a:off x="2348483" y="4604003"/>
            <a:ext cx="721360" cy="539750"/>
          </a:xfrm>
          <a:custGeom>
            <a:avLst/>
            <a:gdLst/>
            <a:ahLst/>
            <a:cxnLst/>
            <a:rect l="l" t="t" r="r" b="b"/>
            <a:pathLst>
              <a:path w="721360" h="539750">
                <a:moveTo>
                  <a:pt x="720851" y="539494"/>
                </a:moveTo>
                <a:lnTo>
                  <a:pt x="720851" y="0"/>
                </a:lnTo>
                <a:lnTo>
                  <a:pt x="0" y="0"/>
                </a:lnTo>
                <a:lnTo>
                  <a:pt x="0" y="539494"/>
                </a:lnTo>
              </a:path>
            </a:pathLst>
          </a:custGeom>
          <a:ln w="9525">
            <a:solidFill>
              <a:srgbClr val="181818"/>
            </a:solidFill>
          </a:ln>
        </p:spPr>
        <p:txBody>
          <a:bodyPr wrap="square" lIns="0" tIns="0" rIns="0" bIns="0" rtlCol="0"/>
          <a:lstStyle/>
          <a:p>
            <a:endParaRPr/>
          </a:p>
        </p:txBody>
      </p:sp>
      <p:sp>
        <p:nvSpPr>
          <p:cNvPr id="19" name="Google Shape;1002;p36">
            <a:extLst>
              <a:ext uri="{FF2B5EF4-FFF2-40B4-BE49-F238E27FC236}">
                <a16:creationId xmlns:a16="http://schemas.microsoft.com/office/drawing/2014/main" id="{229E2146-4975-5FF8-2083-32B70E566BC9}"/>
              </a:ext>
            </a:extLst>
          </p:cNvPr>
          <p:cNvSpPr txBox="1">
            <a:spLocks/>
          </p:cNvSpPr>
          <p:nvPr/>
        </p:nvSpPr>
        <p:spPr>
          <a:xfrm>
            <a:off x="3222922" y="2457079"/>
            <a:ext cx="4015721" cy="80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lt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9pPr>
          </a:lstStyle>
          <a:p>
            <a:pPr marL="0" marR="0" lvl="0" indent="0" algn="l" defTabSz="914400" rtl="0" eaLnBrk="1" fontAlgn="auto" latinLnBrk="0" hangingPunct="1">
              <a:lnSpc>
                <a:spcPct val="100000"/>
              </a:lnSpc>
              <a:spcBef>
                <a:spcPts val="0"/>
              </a:spcBef>
              <a:spcAft>
                <a:spcPts val="0"/>
              </a:spcAft>
              <a:buClr>
                <a:srgbClr val="FFFFFF"/>
              </a:buClr>
              <a:buSzPts val="6000"/>
              <a:buFont typeface="Montserrat ExtraBold"/>
              <a:buNone/>
              <a:tabLst/>
              <a:defRPr/>
            </a:pPr>
            <a:r>
              <a:rPr kumimoji="0" lang="en-US" sz="3000" b="1" i="0" u="none" strike="noStrike" kern="0" cap="none" spc="0" normalizeH="0" baseline="0" noProof="0" dirty="0">
                <a:ln>
                  <a:noFill/>
                </a:ln>
                <a:solidFill>
                  <a:schemeClr val="tx1"/>
                </a:solidFill>
                <a:effectLst/>
                <a:uLnTx/>
                <a:uFillTx/>
                <a:latin typeface="+mn-lt"/>
                <a:cs typeface="Arial" panose="020B0604020202020204" pitchFamily="34" charset="0"/>
                <a:sym typeface="Montserrat ExtraBold"/>
              </a:rPr>
              <a:t>Quality Assurance</a:t>
            </a:r>
          </a:p>
        </p:txBody>
      </p:sp>
      <p:sp>
        <p:nvSpPr>
          <p:cNvPr id="20" name="Google Shape;1003;p36">
            <a:extLst>
              <a:ext uri="{FF2B5EF4-FFF2-40B4-BE49-F238E27FC236}">
                <a16:creationId xmlns:a16="http://schemas.microsoft.com/office/drawing/2014/main" id="{2A594577-B4BE-2B9E-3AFA-80168E9B27B8}"/>
              </a:ext>
            </a:extLst>
          </p:cNvPr>
          <p:cNvSpPr txBox="1">
            <a:spLocks/>
          </p:cNvSpPr>
          <p:nvPr/>
        </p:nvSpPr>
        <p:spPr>
          <a:xfrm>
            <a:off x="1567300" y="1580473"/>
            <a:ext cx="3809321" cy="80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lt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9pPr>
          </a:lstStyle>
          <a:p>
            <a:pPr marL="0" marR="0" lvl="0" indent="0" algn="l" defTabSz="914400" rtl="0" eaLnBrk="1" fontAlgn="auto" latinLnBrk="0" hangingPunct="1">
              <a:lnSpc>
                <a:spcPct val="100000"/>
              </a:lnSpc>
              <a:spcBef>
                <a:spcPts val="0"/>
              </a:spcBef>
              <a:spcAft>
                <a:spcPts val="0"/>
              </a:spcAft>
              <a:buClr>
                <a:srgbClr val="FFFFFF"/>
              </a:buClr>
              <a:buSzPts val="6000"/>
              <a:buFont typeface="Montserrat ExtraBold"/>
              <a:buNone/>
              <a:tabLst/>
              <a:defRPr/>
            </a:pPr>
            <a:r>
              <a:rPr kumimoji="0" lang="en-US" sz="3000" b="1" i="0" u="none" strike="noStrike" kern="0" cap="none" spc="0" normalizeH="0" baseline="0" noProof="0" dirty="0">
                <a:ln>
                  <a:noFill/>
                </a:ln>
                <a:solidFill>
                  <a:schemeClr val="tx1"/>
                </a:solidFill>
                <a:effectLst/>
                <a:uLnTx/>
                <a:uFillTx/>
                <a:latin typeface="+mn-lt"/>
                <a:cs typeface="Arial" panose="020B0604020202020204" pitchFamily="34" charset="0"/>
                <a:sym typeface="Montserrat ExtraBold"/>
              </a:rPr>
              <a:t>Quality Control</a:t>
            </a:r>
          </a:p>
        </p:txBody>
      </p:sp>
      <p:sp>
        <p:nvSpPr>
          <p:cNvPr id="21" name="Google Shape;1005;p36">
            <a:extLst>
              <a:ext uri="{FF2B5EF4-FFF2-40B4-BE49-F238E27FC236}">
                <a16:creationId xmlns:a16="http://schemas.microsoft.com/office/drawing/2014/main" id="{F5E71603-392D-0261-9AF5-2C474B419718}"/>
              </a:ext>
            </a:extLst>
          </p:cNvPr>
          <p:cNvSpPr txBox="1">
            <a:spLocks/>
          </p:cNvSpPr>
          <p:nvPr/>
        </p:nvSpPr>
        <p:spPr>
          <a:xfrm>
            <a:off x="4913279" y="3453085"/>
            <a:ext cx="3149580" cy="6640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ExtraBold"/>
              <a:buNone/>
              <a:defRPr sz="4000" b="0" i="0" u="none" strike="noStrike" cap="none">
                <a:solidFill>
                  <a:schemeClr val="lt2"/>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6000"/>
              <a:buFont typeface="Montserrat ExtraBold"/>
              <a:buNone/>
              <a:defRPr sz="6000" b="0" i="0" u="none" strike="noStrike" cap="none">
                <a:solidFill>
                  <a:schemeClr val="lt1"/>
                </a:solidFill>
                <a:latin typeface="Montserrat ExtraBold"/>
                <a:ea typeface="Montserrat ExtraBold"/>
                <a:cs typeface="Montserrat ExtraBold"/>
                <a:sym typeface="Montserrat ExtraBold"/>
              </a:defRPr>
            </a:lvl9pPr>
          </a:lstStyle>
          <a:p>
            <a:pPr marL="0" marR="0" lvl="0" indent="0" algn="l" defTabSz="914400" rtl="0" eaLnBrk="1" fontAlgn="auto" latinLnBrk="0" hangingPunct="1">
              <a:lnSpc>
                <a:spcPct val="100000"/>
              </a:lnSpc>
              <a:spcBef>
                <a:spcPts val="0"/>
              </a:spcBef>
              <a:spcAft>
                <a:spcPts val="0"/>
              </a:spcAft>
              <a:buClr>
                <a:srgbClr val="FFFFFF"/>
              </a:buClr>
              <a:buSzPts val="6000"/>
              <a:buFont typeface="Montserrat ExtraBold"/>
              <a:buNone/>
              <a:tabLst/>
              <a:defRPr/>
            </a:pPr>
            <a:r>
              <a:rPr kumimoji="0" lang="en-US" sz="3000" b="1" i="0" u="none" strike="noStrike" kern="0" cap="none" spc="0" normalizeH="0" baseline="0" noProof="0" dirty="0">
                <a:ln>
                  <a:noFill/>
                </a:ln>
                <a:solidFill>
                  <a:schemeClr val="tx1"/>
                </a:solidFill>
                <a:effectLst/>
                <a:uLnTx/>
                <a:uFillTx/>
                <a:latin typeface="+mn-lt"/>
                <a:cs typeface="Arial" panose="020B0604020202020204" pitchFamily="34" charset="0"/>
                <a:sym typeface="Montserrat ExtraBold"/>
              </a:rPr>
              <a:t>R&amp;D</a:t>
            </a:r>
          </a:p>
        </p:txBody>
      </p:sp>
      <p:cxnSp>
        <p:nvCxnSpPr>
          <p:cNvPr id="22" name="Google Shape;1007;p36">
            <a:extLst>
              <a:ext uri="{FF2B5EF4-FFF2-40B4-BE49-F238E27FC236}">
                <a16:creationId xmlns:a16="http://schemas.microsoft.com/office/drawing/2014/main" id="{56F2612D-966F-AB90-63E9-942C464315EC}"/>
              </a:ext>
            </a:extLst>
          </p:cNvPr>
          <p:cNvCxnSpPr>
            <a:cxnSpLocks/>
          </p:cNvCxnSpPr>
          <p:nvPr/>
        </p:nvCxnSpPr>
        <p:spPr>
          <a:xfrm>
            <a:off x="5000768" y="4193381"/>
            <a:ext cx="3594034" cy="0"/>
          </a:xfrm>
          <a:prstGeom prst="straightConnector1">
            <a:avLst/>
          </a:prstGeom>
          <a:noFill/>
          <a:ln w="19050" cap="flat" cmpd="sng">
            <a:solidFill>
              <a:srgbClr val="191919"/>
            </a:solidFill>
            <a:prstDash val="solid"/>
            <a:round/>
            <a:headEnd type="none" w="med" len="med"/>
            <a:tailEnd type="none" w="med" len="med"/>
          </a:ln>
        </p:spPr>
      </p:cxnSp>
      <p:cxnSp>
        <p:nvCxnSpPr>
          <p:cNvPr id="23" name="Google Shape;1008;p36">
            <a:extLst>
              <a:ext uri="{FF2B5EF4-FFF2-40B4-BE49-F238E27FC236}">
                <a16:creationId xmlns:a16="http://schemas.microsoft.com/office/drawing/2014/main" id="{4BD888E9-A9FB-32ED-B0FE-2AF4C97FEDF3}"/>
              </a:ext>
            </a:extLst>
          </p:cNvPr>
          <p:cNvCxnSpPr>
            <a:cxnSpLocks/>
          </p:cNvCxnSpPr>
          <p:nvPr/>
        </p:nvCxnSpPr>
        <p:spPr>
          <a:xfrm>
            <a:off x="3312923" y="3333678"/>
            <a:ext cx="4078121" cy="0"/>
          </a:xfrm>
          <a:prstGeom prst="straightConnector1">
            <a:avLst/>
          </a:prstGeom>
          <a:noFill/>
          <a:ln w="19050" cap="flat" cmpd="sng">
            <a:solidFill>
              <a:srgbClr val="191919"/>
            </a:solidFill>
            <a:prstDash val="solid"/>
            <a:round/>
            <a:headEnd type="none" w="med" len="med"/>
            <a:tailEnd type="none" w="med" len="med"/>
          </a:ln>
        </p:spPr>
      </p:cxnSp>
      <p:cxnSp>
        <p:nvCxnSpPr>
          <p:cNvPr id="24" name="Google Shape;1009;p36">
            <a:extLst>
              <a:ext uri="{FF2B5EF4-FFF2-40B4-BE49-F238E27FC236}">
                <a16:creationId xmlns:a16="http://schemas.microsoft.com/office/drawing/2014/main" id="{FB480F62-F5E5-B359-E783-B097CB2C214E}"/>
              </a:ext>
            </a:extLst>
          </p:cNvPr>
          <p:cNvCxnSpPr>
            <a:cxnSpLocks/>
          </p:cNvCxnSpPr>
          <p:nvPr/>
        </p:nvCxnSpPr>
        <p:spPr>
          <a:xfrm>
            <a:off x="1657301" y="2457079"/>
            <a:ext cx="3826000" cy="0"/>
          </a:xfrm>
          <a:prstGeom prst="straightConnector1">
            <a:avLst/>
          </a:prstGeom>
          <a:noFill/>
          <a:ln w="19050" cap="flat" cmpd="sng">
            <a:solidFill>
              <a:srgbClr val="191919"/>
            </a:solidFill>
            <a:prstDash val="solid"/>
            <a:round/>
            <a:headEnd type="none" w="med" len="med"/>
            <a:tailEnd type="none" w="med" len="med"/>
          </a:ln>
        </p:spPr>
      </p:cxnSp>
      <p:sp>
        <p:nvSpPr>
          <p:cNvPr id="37" name="object 20">
            <a:extLst>
              <a:ext uri="{FF2B5EF4-FFF2-40B4-BE49-F238E27FC236}">
                <a16:creationId xmlns:a16="http://schemas.microsoft.com/office/drawing/2014/main" id="{8F657463-E890-CD8E-C066-0BCC7E897600}"/>
              </a:ext>
            </a:extLst>
          </p:cNvPr>
          <p:cNvSpPr txBox="1">
            <a:spLocks/>
          </p:cNvSpPr>
          <p:nvPr/>
        </p:nvSpPr>
        <p:spPr>
          <a:xfrm>
            <a:off x="638337" y="539495"/>
            <a:ext cx="8244447" cy="567463"/>
          </a:xfrm>
          <a:prstGeom prst="rect">
            <a:avLst/>
          </a:prstGeom>
        </p:spPr>
        <p:txBody>
          <a:bodyPr vert="horz" wrap="square" lIns="0" tIns="13335" rIns="0" bIns="0" rtlCol="0">
            <a:spAutoFit/>
          </a:bodyPr>
          <a:lstStyle>
            <a:lvl1pPr>
              <a:defRPr>
                <a:latin typeface="+mj-lt"/>
                <a:ea typeface="+mj-ea"/>
                <a:cs typeface="+mj-cs"/>
              </a:defRPr>
            </a:lvl1pPr>
          </a:lstStyle>
          <a:p>
            <a:pPr marL="12700" marR="5080" algn="ctr">
              <a:spcBef>
                <a:spcPts val="105"/>
              </a:spcBef>
              <a:tabLst>
                <a:tab pos="5593080" algn="l"/>
              </a:tabLst>
            </a:pPr>
            <a:r>
              <a:rPr lang="en-US" sz="3600" b="1" kern="0" spc="-145" dirty="0">
                <a:solidFill>
                  <a:srgbClr val="4475C9"/>
                </a:solidFill>
                <a:ea typeface="Verdana" panose="020B0604030504040204" pitchFamily="34" charset="0"/>
                <a:cs typeface="Arial" panose="020B0604020202020204" pitchFamily="34" charset="0"/>
              </a:rPr>
              <a:t>Su</a:t>
            </a:r>
            <a:r>
              <a:rPr lang="en-US" sz="3600" b="1" kern="0" spc="-140" dirty="0">
                <a:solidFill>
                  <a:srgbClr val="4475C9"/>
                </a:solidFill>
                <a:ea typeface="Verdana" panose="020B0604030504040204" pitchFamily="34" charset="0"/>
                <a:cs typeface="Arial" panose="020B0604020202020204" pitchFamily="34" charset="0"/>
              </a:rPr>
              <a:t>b</a:t>
            </a:r>
            <a:r>
              <a:rPr lang="en-US" sz="3600" b="1" kern="0" spc="-459" dirty="0">
                <a:solidFill>
                  <a:srgbClr val="4475C9"/>
                </a:solidFill>
                <a:ea typeface="Verdana" panose="020B0604030504040204" pitchFamily="34" charset="0"/>
                <a:cs typeface="Arial" panose="020B0604020202020204" pitchFamily="34" charset="0"/>
              </a:rPr>
              <a:t>-</a:t>
            </a:r>
            <a:r>
              <a:rPr lang="en-US" sz="3600" b="1" kern="0" spc="-100" dirty="0">
                <a:solidFill>
                  <a:srgbClr val="4475C9"/>
                </a:solidFill>
                <a:ea typeface="Verdana" panose="020B0604030504040204" pitchFamily="34" charset="0"/>
                <a:cs typeface="Arial" panose="020B0604020202020204" pitchFamily="34" charset="0"/>
              </a:rPr>
              <a:t>Departments </a:t>
            </a:r>
            <a:r>
              <a:rPr lang="en-US" sz="3600" b="1" kern="0" spc="-120" dirty="0">
                <a:solidFill>
                  <a:srgbClr val="4475C9"/>
                </a:solidFill>
                <a:ea typeface="Verdana" panose="020B0604030504040204" pitchFamily="34" charset="0"/>
                <a:cs typeface="Arial" panose="020B0604020202020204" pitchFamily="34" charset="0"/>
              </a:rPr>
              <a:t>Under</a:t>
            </a:r>
            <a:r>
              <a:rPr lang="en-US" sz="3600" b="1" kern="0" spc="-300" dirty="0">
                <a:solidFill>
                  <a:srgbClr val="4475C9"/>
                </a:solidFill>
                <a:ea typeface="Verdana" panose="020B0604030504040204" pitchFamily="34" charset="0"/>
                <a:cs typeface="Arial" panose="020B0604020202020204" pitchFamily="34" charset="0"/>
              </a:rPr>
              <a:t> </a:t>
            </a:r>
            <a:r>
              <a:rPr lang="en-US" sz="3600" b="1" kern="0" spc="-75" dirty="0">
                <a:solidFill>
                  <a:srgbClr val="4475C9"/>
                </a:solidFill>
                <a:ea typeface="Verdana" panose="020B0604030504040204" pitchFamily="34" charset="0"/>
                <a:cs typeface="Arial" panose="020B0604020202020204" pitchFamily="34" charset="0"/>
              </a:rPr>
              <a:t>the</a:t>
            </a:r>
            <a:r>
              <a:rPr lang="en-US" sz="3600" b="1" kern="0" spc="-254" dirty="0">
                <a:solidFill>
                  <a:srgbClr val="4475C9"/>
                </a:solidFill>
                <a:ea typeface="Verdana" panose="020B0604030504040204" pitchFamily="34" charset="0"/>
                <a:cs typeface="Arial" panose="020B0604020202020204" pitchFamily="34" charset="0"/>
              </a:rPr>
              <a:t> </a:t>
            </a:r>
            <a:r>
              <a:rPr lang="en-US" sz="3600" b="1" kern="0" spc="20" dirty="0">
                <a:solidFill>
                  <a:srgbClr val="4475C9"/>
                </a:solidFill>
                <a:ea typeface="Verdana" panose="020B0604030504040204" pitchFamily="34" charset="0"/>
                <a:cs typeface="Arial" panose="020B0604020202020204" pitchFamily="34" charset="0"/>
              </a:rPr>
              <a:t>QC  </a:t>
            </a:r>
            <a:r>
              <a:rPr lang="en-US" sz="3600" b="1" kern="0" spc="-95" dirty="0">
                <a:solidFill>
                  <a:srgbClr val="4475C9"/>
                </a:solidFill>
                <a:ea typeface="Verdana" panose="020B0604030504040204" pitchFamily="34" charset="0"/>
                <a:cs typeface="Arial" panose="020B0604020202020204" pitchFamily="34" charset="0"/>
              </a:rPr>
              <a:t>D</a:t>
            </a:r>
            <a:r>
              <a:rPr lang="en-US" sz="3600" b="1" kern="0" spc="-95" dirty="0">
                <a:solidFill>
                  <a:srgbClr val="4475C9"/>
                </a:solidFill>
                <a:uFill>
                  <a:solidFill>
                    <a:srgbClr val="181818"/>
                  </a:solidFill>
                </a:uFill>
                <a:ea typeface="Verdana" panose="020B0604030504040204" pitchFamily="34" charset="0"/>
                <a:cs typeface="Arial" panose="020B0604020202020204" pitchFamily="34" charset="0"/>
              </a:rPr>
              <a:t>epartment</a:t>
            </a:r>
            <a:endParaRPr lang="en-US" sz="3600" b="1" kern="0" dirty="0">
              <a:solidFill>
                <a:srgbClr val="4475C9"/>
              </a:solidFill>
              <a:ea typeface="Verdana" panose="020B060403050404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960BF841-CC3A-C8EA-B2CE-7064D10121CC}"/>
              </a:ext>
            </a:extLst>
          </p:cNvPr>
          <p:cNvSpPr>
            <a:spLocks noGrp="1"/>
          </p:cNvSpPr>
          <p:nvPr>
            <p:ph type="sldNum" sz="quarter" idx="7"/>
          </p:nvPr>
        </p:nvSpPr>
        <p:spPr/>
        <p:txBody>
          <a:bodyPr/>
          <a:lstStyle/>
          <a:p>
            <a:fld id="{B6F15528-21DE-4FAA-801E-634DDDAF4B2B}" type="slidenum">
              <a:rPr lang="en-US" smtClean="0"/>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5153025"/>
            <a:chOff x="0" y="0"/>
            <a:chExt cx="9144000" cy="5153025"/>
          </a:xfrm>
        </p:grpSpPr>
        <p:pic>
          <p:nvPicPr>
            <p:cNvPr id="3" name="object 3"/>
            <p:cNvPicPr/>
            <p:nvPr/>
          </p:nvPicPr>
          <p:blipFill>
            <a:blip r:embed="rId2" cstate="print"/>
            <a:stretch>
              <a:fillRect/>
            </a:stretch>
          </p:blipFill>
          <p:spPr>
            <a:xfrm>
              <a:off x="0" y="0"/>
              <a:ext cx="9144000" cy="5143500"/>
            </a:xfrm>
            <a:prstGeom prst="rect">
              <a:avLst/>
            </a:prstGeom>
          </p:spPr>
        </p:pic>
        <p:sp>
          <p:nvSpPr>
            <p:cNvPr id="4" name="object 4"/>
            <p:cNvSpPr/>
            <p:nvPr/>
          </p:nvSpPr>
          <p:spPr>
            <a:xfrm>
              <a:off x="0" y="0"/>
              <a:ext cx="9144000" cy="5143500"/>
            </a:xfrm>
            <a:custGeom>
              <a:avLst/>
              <a:gdLst/>
              <a:ahLst/>
              <a:cxnLst/>
              <a:rect l="l" t="t" r="r" b="b"/>
              <a:pathLst>
                <a:path w="9144000" h="5143500">
                  <a:moveTo>
                    <a:pt x="647700" y="0"/>
                  </a:moveTo>
                  <a:lnTo>
                    <a:pt x="0" y="0"/>
                  </a:lnTo>
                  <a:lnTo>
                    <a:pt x="0" y="4873752"/>
                  </a:lnTo>
                  <a:lnTo>
                    <a:pt x="647700" y="4873752"/>
                  </a:lnTo>
                  <a:lnTo>
                    <a:pt x="647700" y="0"/>
                  </a:lnTo>
                  <a:close/>
                </a:path>
                <a:path w="9144000" h="5143500">
                  <a:moveTo>
                    <a:pt x="9144000" y="269748"/>
                  </a:moveTo>
                  <a:lnTo>
                    <a:pt x="8496300" y="269748"/>
                  </a:lnTo>
                  <a:lnTo>
                    <a:pt x="8496300" y="5143500"/>
                  </a:lnTo>
                  <a:lnTo>
                    <a:pt x="9144000" y="5143500"/>
                  </a:lnTo>
                  <a:lnTo>
                    <a:pt x="9144000" y="269748"/>
                  </a:lnTo>
                  <a:close/>
                </a:path>
              </a:pathLst>
            </a:custGeom>
            <a:solidFill>
              <a:srgbClr val="D2D2D2"/>
            </a:solidFill>
          </p:spPr>
          <p:txBody>
            <a:bodyPr wrap="square" lIns="0" tIns="0" rIns="0" bIns="0" rtlCol="0"/>
            <a:lstStyle/>
            <a:p>
              <a:endParaRPr dirty="0"/>
            </a:p>
          </p:txBody>
        </p:sp>
        <p:sp>
          <p:nvSpPr>
            <p:cNvPr id="5" name="object 5"/>
            <p:cNvSpPr/>
            <p:nvPr/>
          </p:nvSpPr>
          <p:spPr>
            <a:xfrm>
              <a:off x="8639556" y="3127247"/>
              <a:ext cx="360045" cy="1477010"/>
            </a:xfrm>
            <a:custGeom>
              <a:avLst/>
              <a:gdLst/>
              <a:ahLst/>
              <a:cxnLst/>
              <a:rect l="l" t="t" r="r" b="b"/>
              <a:pathLst>
                <a:path w="360045" h="1477010">
                  <a:moveTo>
                    <a:pt x="36576" y="1458468"/>
                  </a:moveTo>
                  <a:lnTo>
                    <a:pt x="35140" y="1451356"/>
                  </a:lnTo>
                  <a:lnTo>
                    <a:pt x="31242" y="1445539"/>
                  </a:lnTo>
                  <a:lnTo>
                    <a:pt x="25425" y="1441627"/>
                  </a:lnTo>
                  <a:lnTo>
                    <a:pt x="18288" y="1440180"/>
                  </a:lnTo>
                  <a:lnTo>
                    <a:pt x="11137" y="1441627"/>
                  </a:lnTo>
                  <a:lnTo>
                    <a:pt x="5321" y="1445539"/>
                  </a:lnTo>
                  <a:lnTo>
                    <a:pt x="1422" y="1451356"/>
                  </a:lnTo>
                  <a:lnTo>
                    <a:pt x="0" y="1458468"/>
                  </a:lnTo>
                  <a:lnTo>
                    <a:pt x="1422" y="1465592"/>
                  </a:lnTo>
                  <a:lnTo>
                    <a:pt x="5334" y="1471409"/>
                  </a:lnTo>
                  <a:lnTo>
                    <a:pt x="11137" y="1475320"/>
                  </a:lnTo>
                  <a:lnTo>
                    <a:pt x="18288" y="1476756"/>
                  </a:lnTo>
                  <a:lnTo>
                    <a:pt x="25425" y="1475320"/>
                  </a:lnTo>
                  <a:lnTo>
                    <a:pt x="31242" y="1471409"/>
                  </a:lnTo>
                  <a:lnTo>
                    <a:pt x="35140" y="1465592"/>
                  </a:lnTo>
                  <a:lnTo>
                    <a:pt x="36576" y="1458468"/>
                  </a:lnTo>
                  <a:close/>
                </a:path>
                <a:path w="360045" h="1477010">
                  <a:moveTo>
                    <a:pt x="36576" y="1098804"/>
                  </a:moveTo>
                  <a:lnTo>
                    <a:pt x="35140" y="1091692"/>
                  </a:lnTo>
                  <a:lnTo>
                    <a:pt x="31242" y="1085875"/>
                  </a:lnTo>
                  <a:lnTo>
                    <a:pt x="25425" y="1081963"/>
                  </a:lnTo>
                  <a:lnTo>
                    <a:pt x="18288" y="1080516"/>
                  </a:lnTo>
                  <a:lnTo>
                    <a:pt x="11137" y="1081963"/>
                  </a:lnTo>
                  <a:lnTo>
                    <a:pt x="5321" y="1085875"/>
                  </a:lnTo>
                  <a:lnTo>
                    <a:pt x="1422" y="1091692"/>
                  </a:lnTo>
                  <a:lnTo>
                    <a:pt x="0" y="1098804"/>
                  </a:lnTo>
                  <a:lnTo>
                    <a:pt x="1422" y="1105928"/>
                  </a:lnTo>
                  <a:lnTo>
                    <a:pt x="5334" y="1111745"/>
                  </a:lnTo>
                  <a:lnTo>
                    <a:pt x="11137" y="1115656"/>
                  </a:lnTo>
                  <a:lnTo>
                    <a:pt x="18288" y="1117092"/>
                  </a:lnTo>
                  <a:lnTo>
                    <a:pt x="25425" y="1115656"/>
                  </a:lnTo>
                  <a:lnTo>
                    <a:pt x="31242" y="1111745"/>
                  </a:lnTo>
                  <a:lnTo>
                    <a:pt x="35140" y="1105928"/>
                  </a:lnTo>
                  <a:lnTo>
                    <a:pt x="36576" y="1098804"/>
                  </a:lnTo>
                  <a:close/>
                </a:path>
                <a:path w="360045" h="1477010">
                  <a:moveTo>
                    <a:pt x="36576" y="739140"/>
                  </a:moveTo>
                  <a:lnTo>
                    <a:pt x="35140" y="732002"/>
                  </a:lnTo>
                  <a:lnTo>
                    <a:pt x="31242" y="726186"/>
                  </a:lnTo>
                  <a:lnTo>
                    <a:pt x="25425" y="722287"/>
                  </a:lnTo>
                  <a:lnTo>
                    <a:pt x="18288" y="720852"/>
                  </a:lnTo>
                  <a:lnTo>
                    <a:pt x="11137" y="722287"/>
                  </a:lnTo>
                  <a:lnTo>
                    <a:pt x="5321" y="726186"/>
                  </a:lnTo>
                  <a:lnTo>
                    <a:pt x="1422" y="732002"/>
                  </a:lnTo>
                  <a:lnTo>
                    <a:pt x="0" y="739140"/>
                  </a:lnTo>
                  <a:lnTo>
                    <a:pt x="1422" y="746264"/>
                  </a:lnTo>
                  <a:lnTo>
                    <a:pt x="5334" y="752081"/>
                  </a:lnTo>
                  <a:lnTo>
                    <a:pt x="11137" y="755992"/>
                  </a:lnTo>
                  <a:lnTo>
                    <a:pt x="18288" y="757428"/>
                  </a:lnTo>
                  <a:lnTo>
                    <a:pt x="25425" y="755992"/>
                  </a:lnTo>
                  <a:lnTo>
                    <a:pt x="31242" y="752081"/>
                  </a:lnTo>
                  <a:lnTo>
                    <a:pt x="35140" y="746264"/>
                  </a:lnTo>
                  <a:lnTo>
                    <a:pt x="36576" y="739140"/>
                  </a:lnTo>
                  <a:close/>
                </a:path>
                <a:path w="360045" h="1477010">
                  <a:moveTo>
                    <a:pt x="36576" y="369074"/>
                  </a:moveTo>
                  <a:lnTo>
                    <a:pt x="28448" y="361188"/>
                  </a:lnTo>
                  <a:lnTo>
                    <a:pt x="8128" y="361188"/>
                  </a:lnTo>
                  <a:lnTo>
                    <a:pt x="0" y="369074"/>
                  </a:lnTo>
                  <a:lnTo>
                    <a:pt x="0" y="378714"/>
                  </a:lnTo>
                  <a:lnTo>
                    <a:pt x="0" y="388366"/>
                  </a:lnTo>
                  <a:lnTo>
                    <a:pt x="8128" y="396240"/>
                  </a:lnTo>
                  <a:lnTo>
                    <a:pt x="28448" y="396240"/>
                  </a:lnTo>
                  <a:lnTo>
                    <a:pt x="36576" y="388366"/>
                  </a:lnTo>
                  <a:lnTo>
                    <a:pt x="36576" y="369074"/>
                  </a:lnTo>
                  <a:close/>
                </a:path>
                <a:path w="360045" h="1477010">
                  <a:moveTo>
                    <a:pt x="36576" y="18288"/>
                  </a:moveTo>
                  <a:lnTo>
                    <a:pt x="35140" y="11150"/>
                  </a:lnTo>
                  <a:lnTo>
                    <a:pt x="31242" y="5346"/>
                  </a:lnTo>
                  <a:lnTo>
                    <a:pt x="25425" y="1435"/>
                  </a:lnTo>
                  <a:lnTo>
                    <a:pt x="18288" y="0"/>
                  </a:lnTo>
                  <a:lnTo>
                    <a:pt x="11137" y="1435"/>
                  </a:lnTo>
                  <a:lnTo>
                    <a:pt x="5321" y="5334"/>
                  </a:lnTo>
                  <a:lnTo>
                    <a:pt x="1422" y="11150"/>
                  </a:lnTo>
                  <a:lnTo>
                    <a:pt x="0" y="18288"/>
                  </a:lnTo>
                  <a:lnTo>
                    <a:pt x="1422" y="25438"/>
                  </a:lnTo>
                  <a:lnTo>
                    <a:pt x="5334" y="31242"/>
                  </a:lnTo>
                  <a:lnTo>
                    <a:pt x="11137" y="35153"/>
                  </a:lnTo>
                  <a:lnTo>
                    <a:pt x="18288" y="36576"/>
                  </a:lnTo>
                  <a:lnTo>
                    <a:pt x="25425" y="35153"/>
                  </a:lnTo>
                  <a:lnTo>
                    <a:pt x="31242" y="31254"/>
                  </a:lnTo>
                  <a:lnTo>
                    <a:pt x="35140" y="25438"/>
                  </a:lnTo>
                  <a:lnTo>
                    <a:pt x="36576" y="18288"/>
                  </a:lnTo>
                  <a:close/>
                </a:path>
                <a:path w="360045" h="1477010">
                  <a:moveTo>
                    <a:pt x="359664" y="1448371"/>
                  </a:moveTo>
                  <a:lnTo>
                    <a:pt x="351790" y="1440180"/>
                  </a:lnTo>
                  <a:lnTo>
                    <a:pt x="332486" y="1440180"/>
                  </a:lnTo>
                  <a:lnTo>
                    <a:pt x="324612" y="1448371"/>
                  </a:lnTo>
                  <a:lnTo>
                    <a:pt x="324612" y="1458468"/>
                  </a:lnTo>
                  <a:lnTo>
                    <a:pt x="324612" y="1468564"/>
                  </a:lnTo>
                  <a:lnTo>
                    <a:pt x="332486" y="1476756"/>
                  </a:lnTo>
                  <a:lnTo>
                    <a:pt x="351790" y="1476756"/>
                  </a:lnTo>
                  <a:lnTo>
                    <a:pt x="359664" y="1468564"/>
                  </a:lnTo>
                  <a:lnTo>
                    <a:pt x="359664" y="1448371"/>
                  </a:lnTo>
                  <a:close/>
                </a:path>
                <a:path w="360045" h="1477010">
                  <a:moveTo>
                    <a:pt x="359664" y="1088707"/>
                  </a:moveTo>
                  <a:lnTo>
                    <a:pt x="351790" y="1080516"/>
                  </a:lnTo>
                  <a:lnTo>
                    <a:pt x="332486" y="1080516"/>
                  </a:lnTo>
                  <a:lnTo>
                    <a:pt x="324612" y="1088707"/>
                  </a:lnTo>
                  <a:lnTo>
                    <a:pt x="324612" y="1098804"/>
                  </a:lnTo>
                  <a:lnTo>
                    <a:pt x="324612" y="1108900"/>
                  </a:lnTo>
                  <a:lnTo>
                    <a:pt x="332486" y="1117092"/>
                  </a:lnTo>
                  <a:lnTo>
                    <a:pt x="351790" y="1117092"/>
                  </a:lnTo>
                  <a:lnTo>
                    <a:pt x="359664" y="1108900"/>
                  </a:lnTo>
                  <a:lnTo>
                    <a:pt x="359664" y="1088707"/>
                  </a:lnTo>
                  <a:close/>
                </a:path>
                <a:path w="360045" h="1477010">
                  <a:moveTo>
                    <a:pt x="359664" y="728980"/>
                  </a:moveTo>
                  <a:lnTo>
                    <a:pt x="351790" y="720852"/>
                  </a:lnTo>
                  <a:lnTo>
                    <a:pt x="332486" y="720852"/>
                  </a:lnTo>
                  <a:lnTo>
                    <a:pt x="324612" y="728980"/>
                  </a:lnTo>
                  <a:lnTo>
                    <a:pt x="324612" y="739140"/>
                  </a:lnTo>
                  <a:lnTo>
                    <a:pt x="324612" y="749236"/>
                  </a:lnTo>
                  <a:lnTo>
                    <a:pt x="332486" y="757428"/>
                  </a:lnTo>
                  <a:lnTo>
                    <a:pt x="351790" y="757428"/>
                  </a:lnTo>
                  <a:lnTo>
                    <a:pt x="359664" y="749236"/>
                  </a:lnTo>
                  <a:lnTo>
                    <a:pt x="359664" y="728980"/>
                  </a:lnTo>
                  <a:close/>
                </a:path>
                <a:path w="360045" h="1477010">
                  <a:moveTo>
                    <a:pt x="359664" y="369074"/>
                  </a:moveTo>
                  <a:lnTo>
                    <a:pt x="351790" y="361188"/>
                  </a:lnTo>
                  <a:lnTo>
                    <a:pt x="332486" y="361188"/>
                  </a:lnTo>
                  <a:lnTo>
                    <a:pt x="324612" y="369074"/>
                  </a:lnTo>
                  <a:lnTo>
                    <a:pt x="324612" y="378714"/>
                  </a:lnTo>
                  <a:lnTo>
                    <a:pt x="324612" y="388366"/>
                  </a:lnTo>
                  <a:lnTo>
                    <a:pt x="332486" y="396240"/>
                  </a:lnTo>
                  <a:lnTo>
                    <a:pt x="351790" y="396240"/>
                  </a:lnTo>
                  <a:lnTo>
                    <a:pt x="359664" y="388366"/>
                  </a:lnTo>
                  <a:lnTo>
                    <a:pt x="359664" y="369074"/>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sp>
          <p:nvSpPr>
            <p:cNvPr id="6" name="object 6"/>
            <p:cNvSpPr/>
            <p:nvPr/>
          </p:nvSpPr>
          <p:spPr>
            <a:xfrm>
              <a:off x="5364480" y="0"/>
              <a:ext cx="3779520" cy="5143500"/>
            </a:xfrm>
            <a:custGeom>
              <a:avLst/>
              <a:gdLst/>
              <a:ahLst/>
              <a:cxnLst/>
              <a:rect l="l" t="t" r="r" b="b"/>
              <a:pathLst>
                <a:path w="3779520" h="5143500">
                  <a:moveTo>
                    <a:pt x="179832" y="0"/>
                  </a:moveTo>
                  <a:lnTo>
                    <a:pt x="0" y="0"/>
                  </a:lnTo>
                  <a:lnTo>
                    <a:pt x="0" y="179832"/>
                  </a:lnTo>
                  <a:lnTo>
                    <a:pt x="179832" y="179832"/>
                  </a:lnTo>
                  <a:lnTo>
                    <a:pt x="179832" y="0"/>
                  </a:lnTo>
                  <a:close/>
                </a:path>
                <a:path w="3779520" h="5143500">
                  <a:moveTo>
                    <a:pt x="539496" y="0"/>
                  </a:moveTo>
                  <a:lnTo>
                    <a:pt x="359664" y="0"/>
                  </a:lnTo>
                  <a:lnTo>
                    <a:pt x="359664" y="179832"/>
                  </a:lnTo>
                  <a:lnTo>
                    <a:pt x="539496" y="179832"/>
                  </a:lnTo>
                  <a:lnTo>
                    <a:pt x="539496" y="0"/>
                  </a:lnTo>
                  <a:close/>
                </a:path>
                <a:path w="3779520" h="5143500">
                  <a:moveTo>
                    <a:pt x="1258824" y="0"/>
                  </a:moveTo>
                  <a:lnTo>
                    <a:pt x="719328" y="0"/>
                  </a:lnTo>
                  <a:lnTo>
                    <a:pt x="719328" y="539496"/>
                  </a:lnTo>
                  <a:lnTo>
                    <a:pt x="1258824" y="539496"/>
                  </a:lnTo>
                  <a:lnTo>
                    <a:pt x="1258824" y="0"/>
                  </a:lnTo>
                  <a:close/>
                </a:path>
                <a:path w="3779520" h="5143500">
                  <a:moveTo>
                    <a:pt x="2339340" y="4604004"/>
                  </a:moveTo>
                  <a:lnTo>
                    <a:pt x="1799844" y="4604004"/>
                  </a:lnTo>
                  <a:lnTo>
                    <a:pt x="1799844" y="5143500"/>
                  </a:lnTo>
                  <a:lnTo>
                    <a:pt x="2339340" y="5143500"/>
                  </a:lnTo>
                  <a:lnTo>
                    <a:pt x="2339340" y="4604004"/>
                  </a:lnTo>
                  <a:close/>
                </a:path>
                <a:path w="3779520" h="5143500">
                  <a:moveTo>
                    <a:pt x="2699004" y="4963668"/>
                  </a:moveTo>
                  <a:lnTo>
                    <a:pt x="2519172" y="4963668"/>
                  </a:lnTo>
                  <a:lnTo>
                    <a:pt x="2519172" y="5143500"/>
                  </a:lnTo>
                  <a:lnTo>
                    <a:pt x="2699004" y="5143500"/>
                  </a:lnTo>
                  <a:lnTo>
                    <a:pt x="2699004" y="4963668"/>
                  </a:lnTo>
                  <a:close/>
                </a:path>
                <a:path w="3779520" h="5143500">
                  <a:moveTo>
                    <a:pt x="3060192" y="4963668"/>
                  </a:moveTo>
                  <a:lnTo>
                    <a:pt x="2878836" y="4963668"/>
                  </a:lnTo>
                  <a:lnTo>
                    <a:pt x="2878836" y="5143500"/>
                  </a:lnTo>
                  <a:lnTo>
                    <a:pt x="3060192" y="5143500"/>
                  </a:lnTo>
                  <a:lnTo>
                    <a:pt x="3060192" y="4963668"/>
                  </a:lnTo>
                  <a:close/>
                </a:path>
                <a:path w="3779520" h="5143500">
                  <a:moveTo>
                    <a:pt x="3779520" y="0"/>
                  </a:moveTo>
                  <a:lnTo>
                    <a:pt x="1979676" y="0"/>
                  </a:lnTo>
                  <a:lnTo>
                    <a:pt x="1979676" y="269748"/>
                  </a:lnTo>
                  <a:lnTo>
                    <a:pt x="3779520" y="269748"/>
                  </a:lnTo>
                  <a:lnTo>
                    <a:pt x="3779520" y="0"/>
                  </a:lnTo>
                  <a:close/>
                </a:path>
              </a:pathLst>
            </a:custGeom>
            <a:solidFill>
              <a:srgbClr val="4475C9"/>
            </a:solidFill>
          </p:spPr>
          <p:txBody>
            <a:bodyPr wrap="square" lIns="0" tIns="0" rIns="0" bIns="0" rtlCol="0"/>
            <a:lstStyle/>
            <a:p>
              <a:endParaRPr/>
            </a:p>
          </p:txBody>
        </p:sp>
        <p:sp>
          <p:nvSpPr>
            <p:cNvPr id="7" name="object 7"/>
            <p:cNvSpPr/>
            <p:nvPr/>
          </p:nvSpPr>
          <p:spPr>
            <a:xfrm>
              <a:off x="2348483" y="4604003"/>
              <a:ext cx="721360" cy="539750"/>
            </a:xfrm>
            <a:custGeom>
              <a:avLst/>
              <a:gdLst/>
              <a:ahLst/>
              <a:cxnLst/>
              <a:rect l="l" t="t" r="r" b="b"/>
              <a:pathLst>
                <a:path w="721360" h="539750">
                  <a:moveTo>
                    <a:pt x="720851" y="539494"/>
                  </a:moveTo>
                  <a:lnTo>
                    <a:pt x="720851" y="0"/>
                  </a:lnTo>
                  <a:lnTo>
                    <a:pt x="0" y="0"/>
                  </a:lnTo>
                  <a:lnTo>
                    <a:pt x="0" y="539494"/>
                  </a:lnTo>
                </a:path>
              </a:pathLst>
            </a:custGeom>
            <a:ln w="9525">
              <a:solidFill>
                <a:srgbClr val="181818"/>
              </a:solidFill>
            </a:ln>
          </p:spPr>
          <p:txBody>
            <a:bodyPr wrap="square" lIns="0" tIns="0" rIns="0" bIns="0" rtlCol="0"/>
            <a:lstStyle/>
            <a:p>
              <a:endParaRPr/>
            </a:p>
          </p:txBody>
        </p:sp>
        <p:sp>
          <p:nvSpPr>
            <p:cNvPr id="8" name="object 8"/>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4475C9"/>
              </a:solidFill>
            </a:ln>
          </p:spPr>
          <p:txBody>
            <a:bodyPr wrap="square" lIns="0" tIns="0" rIns="0" bIns="0" rtlCol="0"/>
            <a:lstStyle/>
            <a:p>
              <a:endParaRPr/>
            </a:p>
          </p:txBody>
        </p:sp>
        <p:sp>
          <p:nvSpPr>
            <p:cNvPr id="9" name="object 9"/>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10" name="object 10"/>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sp>
        <p:nvSpPr>
          <p:cNvPr id="11" name="object 11"/>
          <p:cNvSpPr txBox="1">
            <a:spLocks noGrp="1"/>
          </p:cNvSpPr>
          <p:nvPr>
            <p:ph type="title"/>
          </p:nvPr>
        </p:nvSpPr>
        <p:spPr>
          <a:xfrm>
            <a:off x="719327" y="636844"/>
            <a:ext cx="7637617" cy="505267"/>
          </a:xfrm>
          <a:prstGeom prst="rect">
            <a:avLst/>
          </a:prstGeom>
          <a:solidFill>
            <a:schemeClr val="bg1"/>
          </a:solidFill>
        </p:spPr>
        <p:txBody>
          <a:bodyPr vert="horz" wrap="square" lIns="0" tIns="12700" rIns="0" bIns="0" rtlCol="0">
            <a:spAutoFit/>
          </a:bodyPr>
          <a:lstStyle/>
          <a:p>
            <a:pPr marL="12700" algn="l">
              <a:lnSpc>
                <a:spcPct val="100000"/>
              </a:lnSpc>
              <a:spcBef>
                <a:spcPts val="100"/>
              </a:spcBef>
            </a:pPr>
            <a:r>
              <a:rPr lang="en-US" sz="3200" spc="-50" dirty="0">
                <a:solidFill>
                  <a:schemeClr val="tx1"/>
                </a:solidFill>
                <a:latin typeface="+mj-lt"/>
              </a:rPr>
              <a:t>Functions</a:t>
            </a:r>
            <a:r>
              <a:rPr lang="en-US" sz="3200" spc="-185" dirty="0">
                <a:solidFill>
                  <a:schemeClr val="tx1"/>
                </a:solidFill>
                <a:latin typeface="+mj-lt"/>
              </a:rPr>
              <a:t> </a:t>
            </a:r>
            <a:r>
              <a:rPr lang="en-US" sz="3200" spc="-55" dirty="0">
                <a:solidFill>
                  <a:schemeClr val="tx1"/>
                </a:solidFill>
                <a:latin typeface="+mj-lt"/>
              </a:rPr>
              <a:t>of</a:t>
            </a:r>
            <a:r>
              <a:rPr lang="en-US" sz="3200" spc="-170" dirty="0">
                <a:solidFill>
                  <a:schemeClr val="tx1"/>
                </a:solidFill>
                <a:latin typeface="+mj-lt"/>
              </a:rPr>
              <a:t> </a:t>
            </a:r>
            <a:r>
              <a:rPr lang="en-US" sz="3200" spc="-50" dirty="0">
                <a:solidFill>
                  <a:schemeClr val="tx1"/>
                </a:solidFill>
                <a:latin typeface="+mj-lt"/>
              </a:rPr>
              <a:t>the</a:t>
            </a:r>
            <a:r>
              <a:rPr lang="en-US" sz="3200" spc="-185" dirty="0">
                <a:solidFill>
                  <a:schemeClr val="tx1"/>
                </a:solidFill>
                <a:latin typeface="+mj-lt"/>
              </a:rPr>
              <a:t> </a:t>
            </a:r>
            <a:r>
              <a:rPr lang="en-US" sz="3200" spc="10" dirty="0">
                <a:solidFill>
                  <a:schemeClr val="tx1"/>
                </a:solidFill>
                <a:latin typeface="+mj-lt"/>
              </a:rPr>
              <a:t>QC Sub-department</a:t>
            </a:r>
            <a:endParaRPr sz="3200" spc="-80" dirty="0">
              <a:solidFill>
                <a:schemeClr val="tx1"/>
              </a:solidFill>
              <a:latin typeface="+mj-lt"/>
            </a:endParaRPr>
          </a:p>
        </p:txBody>
      </p:sp>
      <p:sp>
        <p:nvSpPr>
          <p:cNvPr id="12" name="object 12"/>
          <p:cNvSpPr/>
          <p:nvPr/>
        </p:nvSpPr>
        <p:spPr>
          <a:xfrm>
            <a:off x="1649729" y="1419605"/>
            <a:ext cx="5846445" cy="2851785"/>
          </a:xfrm>
          <a:custGeom>
            <a:avLst/>
            <a:gdLst/>
            <a:ahLst/>
            <a:cxnLst/>
            <a:rect l="l" t="t" r="r" b="b"/>
            <a:pathLst>
              <a:path w="5846445" h="2851785">
                <a:moveTo>
                  <a:pt x="82295" y="0"/>
                </a:moveTo>
                <a:lnTo>
                  <a:pt x="50274" y="6808"/>
                </a:lnTo>
                <a:lnTo>
                  <a:pt x="24145" y="25225"/>
                </a:lnTo>
                <a:lnTo>
                  <a:pt x="6518" y="52524"/>
                </a:lnTo>
                <a:lnTo>
                  <a:pt x="0" y="85979"/>
                </a:lnTo>
                <a:lnTo>
                  <a:pt x="0" y="1268857"/>
                </a:lnTo>
                <a:lnTo>
                  <a:pt x="6518" y="1302258"/>
                </a:lnTo>
                <a:lnTo>
                  <a:pt x="24145" y="1329563"/>
                </a:lnTo>
                <a:lnTo>
                  <a:pt x="50274" y="1348009"/>
                </a:lnTo>
                <a:lnTo>
                  <a:pt x="82295" y="1354836"/>
                </a:lnTo>
                <a:lnTo>
                  <a:pt x="2011425" y="1354836"/>
                </a:lnTo>
                <a:lnTo>
                  <a:pt x="2016403" y="1305159"/>
                </a:lnTo>
                <a:lnTo>
                  <a:pt x="2023888" y="1256298"/>
                </a:lnTo>
                <a:lnTo>
                  <a:pt x="2033811" y="1208325"/>
                </a:lnTo>
                <a:lnTo>
                  <a:pt x="2046103" y="1161312"/>
                </a:lnTo>
                <a:lnTo>
                  <a:pt x="2060693" y="1115333"/>
                </a:lnTo>
                <a:lnTo>
                  <a:pt x="2077513" y="1070458"/>
                </a:lnTo>
                <a:lnTo>
                  <a:pt x="2096494" y="1026761"/>
                </a:lnTo>
                <a:lnTo>
                  <a:pt x="2117565" y="984313"/>
                </a:lnTo>
                <a:lnTo>
                  <a:pt x="2140658" y="943188"/>
                </a:lnTo>
                <a:lnTo>
                  <a:pt x="2165702" y="903456"/>
                </a:lnTo>
                <a:lnTo>
                  <a:pt x="2192630" y="865192"/>
                </a:lnTo>
                <a:lnTo>
                  <a:pt x="2221371" y="828466"/>
                </a:lnTo>
                <a:lnTo>
                  <a:pt x="2251856" y="793351"/>
                </a:lnTo>
                <a:lnTo>
                  <a:pt x="2284015" y="759920"/>
                </a:lnTo>
                <a:lnTo>
                  <a:pt x="2317780" y="728245"/>
                </a:lnTo>
                <a:lnTo>
                  <a:pt x="2353080" y="698397"/>
                </a:lnTo>
                <a:lnTo>
                  <a:pt x="2389847" y="670450"/>
                </a:lnTo>
                <a:lnTo>
                  <a:pt x="2428010" y="644476"/>
                </a:lnTo>
                <a:lnTo>
                  <a:pt x="2467502" y="620547"/>
                </a:lnTo>
                <a:lnTo>
                  <a:pt x="2508251" y="598736"/>
                </a:lnTo>
                <a:lnTo>
                  <a:pt x="2550189" y="579114"/>
                </a:lnTo>
                <a:lnTo>
                  <a:pt x="2593247" y="561753"/>
                </a:lnTo>
                <a:lnTo>
                  <a:pt x="2637355" y="546728"/>
                </a:lnTo>
                <a:lnTo>
                  <a:pt x="2682443" y="534108"/>
                </a:lnTo>
                <a:lnTo>
                  <a:pt x="2728443" y="523968"/>
                </a:lnTo>
                <a:lnTo>
                  <a:pt x="2775284" y="516378"/>
                </a:lnTo>
                <a:lnTo>
                  <a:pt x="2822898" y="511413"/>
                </a:lnTo>
                <a:lnTo>
                  <a:pt x="2871216" y="509143"/>
                </a:lnTo>
                <a:lnTo>
                  <a:pt x="2871216" y="85979"/>
                </a:lnTo>
                <a:lnTo>
                  <a:pt x="2864679" y="52524"/>
                </a:lnTo>
                <a:lnTo>
                  <a:pt x="2847022" y="25225"/>
                </a:lnTo>
                <a:lnTo>
                  <a:pt x="2820888" y="6808"/>
                </a:lnTo>
                <a:lnTo>
                  <a:pt x="2788920" y="0"/>
                </a:lnTo>
                <a:lnTo>
                  <a:pt x="82295" y="0"/>
                </a:lnTo>
                <a:close/>
              </a:path>
              <a:path w="5846445" h="2851785">
                <a:moveTo>
                  <a:pt x="82295" y="1498092"/>
                </a:moveTo>
                <a:lnTo>
                  <a:pt x="50274" y="1504916"/>
                </a:lnTo>
                <a:lnTo>
                  <a:pt x="24145" y="1523349"/>
                </a:lnTo>
                <a:lnTo>
                  <a:pt x="6518" y="1550616"/>
                </a:lnTo>
                <a:lnTo>
                  <a:pt x="0" y="1583944"/>
                </a:lnTo>
                <a:lnTo>
                  <a:pt x="0" y="2765513"/>
                </a:lnTo>
                <a:lnTo>
                  <a:pt x="6518" y="2798922"/>
                </a:lnTo>
                <a:lnTo>
                  <a:pt x="24145" y="2826194"/>
                </a:lnTo>
                <a:lnTo>
                  <a:pt x="50274" y="2844598"/>
                </a:lnTo>
                <a:lnTo>
                  <a:pt x="82295" y="2851404"/>
                </a:lnTo>
                <a:lnTo>
                  <a:pt x="2788920" y="2851404"/>
                </a:lnTo>
                <a:lnTo>
                  <a:pt x="2820888" y="2844598"/>
                </a:lnTo>
                <a:lnTo>
                  <a:pt x="2847022" y="2826194"/>
                </a:lnTo>
                <a:lnTo>
                  <a:pt x="2864679" y="2798922"/>
                </a:lnTo>
                <a:lnTo>
                  <a:pt x="2871216" y="2765513"/>
                </a:lnTo>
                <a:lnTo>
                  <a:pt x="2871216" y="2342769"/>
                </a:lnTo>
                <a:lnTo>
                  <a:pt x="2822898" y="2340500"/>
                </a:lnTo>
                <a:lnTo>
                  <a:pt x="2775284" y="2335538"/>
                </a:lnTo>
                <a:lnTo>
                  <a:pt x="2728443" y="2327956"/>
                </a:lnTo>
                <a:lnTo>
                  <a:pt x="2682443" y="2317826"/>
                </a:lnTo>
                <a:lnTo>
                  <a:pt x="2637355" y="2305219"/>
                </a:lnTo>
                <a:lnTo>
                  <a:pt x="2593247" y="2290209"/>
                </a:lnTo>
                <a:lnTo>
                  <a:pt x="2550189" y="2272867"/>
                </a:lnTo>
                <a:lnTo>
                  <a:pt x="2508251" y="2253266"/>
                </a:lnTo>
                <a:lnTo>
                  <a:pt x="2467502" y="2231478"/>
                </a:lnTo>
                <a:lnTo>
                  <a:pt x="2428010" y="2207575"/>
                </a:lnTo>
                <a:lnTo>
                  <a:pt x="2389847" y="2181629"/>
                </a:lnTo>
                <a:lnTo>
                  <a:pt x="2353080" y="2153714"/>
                </a:lnTo>
                <a:lnTo>
                  <a:pt x="2317780" y="2123900"/>
                </a:lnTo>
                <a:lnTo>
                  <a:pt x="2284015" y="2092261"/>
                </a:lnTo>
                <a:lnTo>
                  <a:pt x="2251856" y="2058868"/>
                </a:lnTo>
                <a:lnTo>
                  <a:pt x="2221371" y="2023795"/>
                </a:lnTo>
                <a:lnTo>
                  <a:pt x="2192630" y="1987112"/>
                </a:lnTo>
                <a:lnTo>
                  <a:pt x="2165702" y="1948893"/>
                </a:lnTo>
                <a:lnTo>
                  <a:pt x="2140658" y="1909210"/>
                </a:lnTo>
                <a:lnTo>
                  <a:pt x="2117565" y="1868135"/>
                </a:lnTo>
                <a:lnTo>
                  <a:pt x="2096494" y="1825740"/>
                </a:lnTo>
                <a:lnTo>
                  <a:pt x="2077513" y="1782097"/>
                </a:lnTo>
                <a:lnTo>
                  <a:pt x="2060693" y="1737279"/>
                </a:lnTo>
                <a:lnTo>
                  <a:pt x="2046103" y="1691358"/>
                </a:lnTo>
                <a:lnTo>
                  <a:pt x="2033811" y="1644407"/>
                </a:lnTo>
                <a:lnTo>
                  <a:pt x="2023888" y="1596497"/>
                </a:lnTo>
                <a:lnTo>
                  <a:pt x="2016403" y="1547701"/>
                </a:lnTo>
                <a:lnTo>
                  <a:pt x="2011425" y="1498092"/>
                </a:lnTo>
                <a:lnTo>
                  <a:pt x="82295" y="1498092"/>
                </a:lnTo>
                <a:close/>
              </a:path>
              <a:path w="5846445" h="2851785">
                <a:moveTo>
                  <a:pt x="3057144" y="0"/>
                </a:moveTo>
                <a:lnTo>
                  <a:pt x="3025175" y="6808"/>
                </a:lnTo>
                <a:lnTo>
                  <a:pt x="2999041" y="25225"/>
                </a:lnTo>
                <a:lnTo>
                  <a:pt x="2981384" y="52524"/>
                </a:lnTo>
                <a:lnTo>
                  <a:pt x="2974847" y="85979"/>
                </a:lnTo>
                <a:lnTo>
                  <a:pt x="2974847" y="513588"/>
                </a:lnTo>
                <a:lnTo>
                  <a:pt x="3021218" y="519725"/>
                </a:lnTo>
                <a:lnTo>
                  <a:pt x="3066813" y="528357"/>
                </a:lnTo>
                <a:lnTo>
                  <a:pt x="3111566" y="539414"/>
                </a:lnTo>
                <a:lnTo>
                  <a:pt x="3155414" y="552828"/>
                </a:lnTo>
                <a:lnTo>
                  <a:pt x="3198289" y="568531"/>
                </a:lnTo>
                <a:lnTo>
                  <a:pt x="3240126" y="586454"/>
                </a:lnTo>
                <a:lnTo>
                  <a:pt x="3280860" y="606530"/>
                </a:lnTo>
                <a:lnTo>
                  <a:pt x="3320424" y="628689"/>
                </a:lnTo>
                <a:lnTo>
                  <a:pt x="3358754" y="652864"/>
                </a:lnTo>
                <a:lnTo>
                  <a:pt x="3395784" y="678987"/>
                </a:lnTo>
                <a:lnTo>
                  <a:pt x="3431448" y="706988"/>
                </a:lnTo>
                <a:lnTo>
                  <a:pt x="3465680" y="736800"/>
                </a:lnTo>
                <a:lnTo>
                  <a:pt x="3498415" y="768355"/>
                </a:lnTo>
                <a:lnTo>
                  <a:pt x="3529587" y="801584"/>
                </a:lnTo>
                <a:lnTo>
                  <a:pt x="3559131" y="836418"/>
                </a:lnTo>
                <a:lnTo>
                  <a:pt x="3586981" y="872791"/>
                </a:lnTo>
                <a:lnTo>
                  <a:pt x="3613071" y="910632"/>
                </a:lnTo>
                <a:lnTo>
                  <a:pt x="3637336" y="949875"/>
                </a:lnTo>
                <a:lnTo>
                  <a:pt x="3659710" y="990450"/>
                </a:lnTo>
                <a:lnTo>
                  <a:pt x="3680127" y="1032290"/>
                </a:lnTo>
                <a:lnTo>
                  <a:pt x="3698523" y="1075326"/>
                </a:lnTo>
                <a:lnTo>
                  <a:pt x="3714830" y="1119489"/>
                </a:lnTo>
                <a:lnTo>
                  <a:pt x="3728985" y="1164713"/>
                </a:lnTo>
                <a:lnTo>
                  <a:pt x="3740920" y="1210927"/>
                </a:lnTo>
                <a:lnTo>
                  <a:pt x="3750571" y="1258065"/>
                </a:lnTo>
                <a:lnTo>
                  <a:pt x="3757871" y="1306057"/>
                </a:lnTo>
                <a:lnTo>
                  <a:pt x="3762755" y="1354836"/>
                </a:lnTo>
                <a:lnTo>
                  <a:pt x="5763768" y="1354836"/>
                </a:lnTo>
                <a:lnTo>
                  <a:pt x="5795789" y="1348009"/>
                </a:lnTo>
                <a:lnTo>
                  <a:pt x="5821918" y="1329563"/>
                </a:lnTo>
                <a:lnTo>
                  <a:pt x="5839545" y="1302258"/>
                </a:lnTo>
                <a:lnTo>
                  <a:pt x="5846064" y="1268857"/>
                </a:lnTo>
                <a:lnTo>
                  <a:pt x="5846064" y="85979"/>
                </a:lnTo>
                <a:lnTo>
                  <a:pt x="5839545" y="52524"/>
                </a:lnTo>
                <a:lnTo>
                  <a:pt x="5821918" y="25225"/>
                </a:lnTo>
                <a:lnTo>
                  <a:pt x="5795789" y="6808"/>
                </a:lnTo>
                <a:lnTo>
                  <a:pt x="5763768" y="0"/>
                </a:lnTo>
                <a:lnTo>
                  <a:pt x="3057144" y="0"/>
                </a:lnTo>
                <a:close/>
              </a:path>
              <a:path w="5846445" h="2851785">
                <a:moveTo>
                  <a:pt x="3762755" y="1498092"/>
                </a:moveTo>
                <a:lnTo>
                  <a:pt x="3757871" y="1546801"/>
                </a:lnTo>
                <a:lnTo>
                  <a:pt x="3750571" y="1594727"/>
                </a:lnTo>
                <a:lnTo>
                  <a:pt x="3740920" y="1641802"/>
                </a:lnTo>
                <a:lnTo>
                  <a:pt x="3728985" y="1687957"/>
                </a:lnTo>
                <a:lnTo>
                  <a:pt x="3714830" y="1733123"/>
                </a:lnTo>
                <a:lnTo>
                  <a:pt x="3698523" y="1777233"/>
                </a:lnTo>
                <a:lnTo>
                  <a:pt x="3680127" y="1820218"/>
                </a:lnTo>
                <a:lnTo>
                  <a:pt x="3659710" y="1862009"/>
                </a:lnTo>
                <a:lnTo>
                  <a:pt x="3637336" y="1902539"/>
                </a:lnTo>
                <a:lnTo>
                  <a:pt x="3613071" y="1941740"/>
                </a:lnTo>
                <a:lnTo>
                  <a:pt x="3586981" y="1979541"/>
                </a:lnTo>
                <a:lnTo>
                  <a:pt x="3559131" y="2015877"/>
                </a:lnTo>
                <a:lnTo>
                  <a:pt x="3529587" y="2050677"/>
                </a:lnTo>
                <a:lnTo>
                  <a:pt x="3498415" y="2083874"/>
                </a:lnTo>
                <a:lnTo>
                  <a:pt x="3465680" y="2115399"/>
                </a:lnTo>
                <a:lnTo>
                  <a:pt x="3431448" y="2145185"/>
                </a:lnTo>
                <a:lnTo>
                  <a:pt x="3395784" y="2173162"/>
                </a:lnTo>
                <a:lnTo>
                  <a:pt x="3358754" y="2199263"/>
                </a:lnTo>
                <a:lnTo>
                  <a:pt x="3320424" y="2223419"/>
                </a:lnTo>
                <a:lnTo>
                  <a:pt x="3280860" y="2245562"/>
                </a:lnTo>
                <a:lnTo>
                  <a:pt x="3240126" y="2265623"/>
                </a:lnTo>
                <a:lnTo>
                  <a:pt x="3198289" y="2283534"/>
                </a:lnTo>
                <a:lnTo>
                  <a:pt x="3155414" y="2299227"/>
                </a:lnTo>
                <a:lnTo>
                  <a:pt x="3111566" y="2312634"/>
                </a:lnTo>
                <a:lnTo>
                  <a:pt x="3066813" y="2323685"/>
                </a:lnTo>
                <a:lnTo>
                  <a:pt x="3021218" y="2332314"/>
                </a:lnTo>
                <a:lnTo>
                  <a:pt x="2974847" y="2338451"/>
                </a:lnTo>
                <a:lnTo>
                  <a:pt x="2974847" y="2765513"/>
                </a:lnTo>
                <a:lnTo>
                  <a:pt x="2981384" y="2798922"/>
                </a:lnTo>
                <a:lnTo>
                  <a:pt x="2999041" y="2826194"/>
                </a:lnTo>
                <a:lnTo>
                  <a:pt x="3025175" y="2844598"/>
                </a:lnTo>
                <a:lnTo>
                  <a:pt x="3057144" y="2851404"/>
                </a:lnTo>
                <a:lnTo>
                  <a:pt x="5763768" y="2851404"/>
                </a:lnTo>
                <a:lnTo>
                  <a:pt x="5795789" y="2844598"/>
                </a:lnTo>
                <a:lnTo>
                  <a:pt x="5821918" y="2826194"/>
                </a:lnTo>
                <a:lnTo>
                  <a:pt x="5839545" y="2798922"/>
                </a:lnTo>
                <a:lnTo>
                  <a:pt x="5846064" y="2765513"/>
                </a:lnTo>
                <a:lnTo>
                  <a:pt x="5846064" y="1583944"/>
                </a:lnTo>
                <a:lnTo>
                  <a:pt x="5839545" y="1550616"/>
                </a:lnTo>
                <a:lnTo>
                  <a:pt x="5821918" y="1523349"/>
                </a:lnTo>
                <a:lnTo>
                  <a:pt x="5795789" y="1504916"/>
                </a:lnTo>
                <a:lnTo>
                  <a:pt x="5763768" y="1498092"/>
                </a:lnTo>
                <a:lnTo>
                  <a:pt x="3762755" y="1498092"/>
                </a:lnTo>
                <a:close/>
              </a:path>
              <a:path w="5846445" h="2851785">
                <a:moveTo>
                  <a:pt x="2887218" y="638556"/>
                </a:moveTo>
                <a:lnTo>
                  <a:pt x="2882010" y="638556"/>
                </a:lnTo>
                <a:lnTo>
                  <a:pt x="2876677" y="638683"/>
                </a:lnTo>
                <a:lnTo>
                  <a:pt x="2823591" y="641408"/>
                </a:lnTo>
                <a:lnTo>
                  <a:pt x="2776537" y="647077"/>
                </a:lnTo>
                <a:lnTo>
                  <a:pt x="2730400" y="655720"/>
                </a:lnTo>
                <a:lnTo>
                  <a:pt x="2685269" y="667242"/>
                </a:lnTo>
                <a:lnTo>
                  <a:pt x="2641238" y="681547"/>
                </a:lnTo>
                <a:lnTo>
                  <a:pt x="2598398" y="698539"/>
                </a:lnTo>
                <a:lnTo>
                  <a:pt x="2556839" y="718123"/>
                </a:lnTo>
                <a:lnTo>
                  <a:pt x="2516655" y="740203"/>
                </a:lnTo>
                <a:lnTo>
                  <a:pt x="2477936" y="764682"/>
                </a:lnTo>
                <a:lnTo>
                  <a:pt x="2440774" y="791467"/>
                </a:lnTo>
                <a:lnTo>
                  <a:pt x="2405260" y="820460"/>
                </a:lnTo>
                <a:lnTo>
                  <a:pt x="2371486" y="851566"/>
                </a:lnTo>
                <a:lnTo>
                  <a:pt x="2339544" y="884690"/>
                </a:lnTo>
                <a:lnTo>
                  <a:pt x="2309525" y="919736"/>
                </a:lnTo>
                <a:lnTo>
                  <a:pt x="2281521" y="956607"/>
                </a:lnTo>
                <a:lnTo>
                  <a:pt x="2255623" y="995209"/>
                </a:lnTo>
                <a:lnTo>
                  <a:pt x="2231923" y="1035446"/>
                </a:lnTo>
                <a:lnTo>
                  <a:pt x="2210512" y="1077221"/>
                </a:lnTo>
                <a:lnTo>
                  <a:pt x="2191482" y="1120440"/>
                </a:lnTo>
                <a:lnTo>
                  <a:pt x="2174924" y="1165007"/>
                </a:lnTo>
                <a:lnTo>
                  <a:pt x="2160931" y="1210825"/>
                </a:lnTo>
                <a:lnTo>
                  <a:pt x="2149593" y="1257800"/>
                </a:lnTo>
                <a:lnTo>
                  <a:pt x="2141002" y="1305835"/>
                </a:lnTo>
                <a:lnTo>
                  <a:pt x="2135250" y="1354836"/>
                </a:lnTo>
                <a:lnTo>
                  <a:pt x="2132286" y="1408342"/>
                </a:lnTo>
                <a:lnTo>
                  <a:pt x="2132075" y="1426337"/>
                </a:lnTo>
                <a:lnTo>
                  <a:pt x="2132286" y="1444460"/>
                </a:lnTo>
                <a:lnTo>
                  <a:pt x="2135250" y="1498092"/>
                </a:lnTo>
                <a:lnTo>
                  <a:pt x="2141002" y="1547106"/>
                </a:lnTo>
                <a:lnTo>
                  <a:pt x="2149593" y="1595154"/>
                </a:lnTo>
                <a:lnTo>
                  <a:pt x="2160931" y="1642138"/>
                </a:lnTo>
                <a:lnTo>
                  <a:pt x="2174924" y="1687964"/>
                </a:lnTo>
                <a:lnTo>
                  <a:pt x="2191482" y="1732536"/>
                </a:lnTo>
                <a:lnTo>
                  <a:pt x="2210512" y="1775759"/>
                </a:lnTo>
                <a:lnTo>
                  <a:pt x="2231923" y="1817537"/>
                </a:lnTo>
                <a:lnTo>
                  <a:pt x="2255623" y="1857774"/>
                </a:lnTo>
                <a:lnTo>
                  <a:pt x="2281521" y="1896376"/>
                </a:lnTo>
                <a:lnTo>
                  <a:pt x="2309525" y="1933245"/>
                </a:lnTo>
                <a:lnTo>
                  <a:pt x="2339544" y="1968288"/>
                </a:lnTo>
                <a:lnTo>
                  <a:pt x="2371486" y="2001408"/>
                </a:lnTo>
                <a:lnTo>
                  <a:pt x="2405260" y="2032510"/>
                </a:lnTo>
                <a:lnTo>
                  <a:pt x="2440774" y="2061499"/>
                </a:lnTo>
                <a:lnTo>
                  <a:pt x="2477936" y="2088278"/>
                </a:lnTo>
                <a:lnTo>
                  <a:pt x="2516655" y="2112753"/>
                </a:lnTo>
                <a:lnTo>
                  <a:pt x="2556839" y="2134827"/>
                </a:lnTo>
                <a:lnTo>
                  <a:pt x="2598398" y="2154406"/>
                </a:lnTo>
                <a:lnTo>
                  <a:pt x="2641238" y="2171393"/>
                </a:lnTo>
                <a:lnTo>
                  <a:pt x="2685269" y="2185694"/>
                </a:lnTo>
                <a:lnTo>
                  <a:pt x="2730400" y="2197212"/>
                </a:lnTo>
                <a:lnTo>
                  <a:pt x="2776537" y="2205852"/>
                </a:lnTo>
                <a:lnTo>
                  <a:pt x="2823591" y="2211519"/>
                </a:lnTo>
                <a:lnTo>
                  <a:pt x="2871470" y="2214118"/>
                </a:lnTo>
                <a:lnTo>
                  <a:pt x="2882010" y="2214372"/>
                </a:lnTo>
                <a:lnTo>
                  <a:pt x="2887218" y="2214372"/>
                </a:lnTo>
                <a:lnTo>
                  <a:pt x="2931191" y="2212975"/>
                </a:lnTo>
                <a:lnTo>
                  <a:pt x="2974974" y="2208911"/>
                </a:lnTo>
                <a:lnTo>
                  <a:pt x="3022612" y="2201514"/>
                </a:lnTo>
                <a:lnTo>
                  <a:pt x="3069241" y="2191064"/>
                </a:lnTo>
                <a:lnTo>
                  <a:pt x="3114762" y="2177663"/>
                </a:lnTo>
                <a:lnTo>
                  <a:pt x="3159078" y="2161414"/>
                </a:lnTo>
                <a:lnTo>
                  <a:pt x="3202091" y="2142417"/>
                </a:lnTo>
                <a:lnTo>
                  <a:pt x="3243704" y="2120776"/>
                </a:lnTo>
                <a:lnTo>
                  <a:pt x="3283818" y="2096592"/>
                </a:lnTo>
                <a:lnTo>
                  <a:pt x="3322336" y="2069967"/>
                </a:lnTo>
                <a:lnTo>
                  <a:pt x="3359159" y="2041003"/>
                </a:lnTo>
                <a:lnTo>
                  <a:pt x="3394191" y="2009803"/>
                </a:lnTo>
                <a:lnTo>
                  <a:pt x="3427333" y="1976469"/>
                </a:lnTo>
                <a:lnTo>
                  <a:pt x="3458487" y="1941102"/>
                </a:lnTo>
                <a:lnTo>
                  <a:pt x="3487555" y="1903804"/>
                </a:lnTo>
                <a:lnTo>
                  <a:pt x="3514441" y="1864678"/>
                </a:lnTo>
                <a:lnTo>
                  <a:pt x="3539045" y="1823825"/>
                </a:lnTo>
                <a:lnTo>
                  <a:pt x="3561270" y="1781349"/>
                </a:lnTo>
                <a:lnTo>
                  <a:pt x="3581018" y="1737349"/>
                </a:lnTo>
                <a:lnTo>
                  <a:pt x="3598192" y="1691930"/>
                </a:lnTo>
                <a:lnTo>
                  <a:pt x="3612693" y="1645193"/>
                </a:lnTo>
                <a:lnTo>
                  <a:pt x="3624424" y="1597239"/>
                </a:lnTo>
                <a:lnTo>
                  <a:pt x="3633287" y="1548171"/>
                </a:lnTo>
                <a:lnTo>
                  <a:pt x="3639184" y="1498092"/>
                </a:lnTo>
                <a:lnTo>
                  <a:pt x="3642149" y="1444478"/>
                </a:lnTo>
                <a:lnTo>
                  <a:pt x="3642359" y="1426337"/>
                </a:lnTo>
                <a:lnTo>
                  <a:pt x="3642149" y="1408360"/>
                </a:lnTo>
                <a:lnTo>
                  <a:pt x="3639184" y="1354836"/>
                </a:lnTo>
                <a:lnTo>
                  <a:pt x="3633272" y="1304756"/>
                </a:lnTo>
                <a:lnTo>
                  <a:pt x="3624396" y="1255688"/>
                </a:lnTo>
                <a:lnTo>
                  <a:pt x="3612655" y="1207734"/>
                </a:lnTo>
                <a:lnTo>
                  <a:pt x="3598146" y="1160997"/>
                </a:lnTo>
                <a:lnTo>
                  <a:pt x="3580967" y="1115578"/>
                </a:lnTo>
                <a:lnTo>
                  <a:pt x="3561215" y="1071578"/>
                </a:lnTo>
                <a:lnTo>
                  <a:pt x="3538988" y="1029102"/>
                </a:lnTo>
                <a:lnTo>
                  <a:pt x="3514384" y="988249"/>
                </a:lnTo>
                <a:lnTo>
                  <a:pt x="3487501" y="949123"/>
                </a:lnTo>
                <a:lnTo>
                  <a:pt x="3458435" y="911825"/>
                </a:lnTo>
                <a:lnTo>
                  <a:pt x="3427285" y="876458"/>
                </a:lnTo>
                <a:lnTo>
                  <a:pt x="3394148" y="843124"/>
                </a:lnTo>
                <a:lnTo>
                  <a:pt x="3359122" y="811924"/>
                </a:lnTo>
                <a:lnTo>
                  <a:pt x="3322304" y="782960"/>
                </a:lnTo>
                <a:lnTo>
                  <a:pt x="3283792" y="756335"/>
                </a:lnTo>
                <a:lnTo>
                  <a:pt x="3243683" y="732151"/>
                </a:lnTo>
                <a:lnTo>
                  <a:pt x="3202076" y="710510"/>
                </a:lnTo>
                <a:lnTo>
                  <a:pt x="3159068" y="691513"/>
                </a:lnTo>
                <a:lnTo>
                  <a:pt x="3114756" y="675264"/>
                </a:lnTo>
                <a:lnTo>
                  <a:pt x="3069238" y="661863"/>
                </a:lnTo>
                <a:lnTo>
                  <a:pt x="3022612" y="651413"/>
                </a:lnTo>
                <a:lnTo>
                  <a:pt x="2974974" y="644017"/>
                </a:lnTo>
                <a:lnTo>
                  <a:pt x="2931191" y="639953"/>
                </a:lnTo>
                <a:lnTo>
                  <a:pt x="2887218" y="638556"/>
                </a:lnTo>
                <a:close/>
              </a:path>
            </a:pathLst>
          </a:custGeom>
          <a:ln w="31750">
            <a:solidFill>
              <a:srgbClr val="4475C9"/>
            </a:solidFill>
          </a:ln>
        </p:spPr>
        <p:txBody>
          <a:bodyPr wrap="square" lIns="0" tIns="0" rIns="0" bIns="0" rtlCol="0"/>
          <a:lstStyle/>
          <a:p>
            <a:endParaRPr sz="2000"/>
          </a:p>
        </p:txBody>
      </p:sp>
      <p:sp>
        <p:nvSpPr>
          <p:cNvPr id="13" name="object 13"/>
          <p:cNvSpPr txBox="1"/>
          <p:nvPr/>
        </p:nvSpPr>
        <p:spPr>
          <a:xfrm>
            <a:off x="3838447" y="2425446"/>
            <a:ext cx="1471295" cy="636270"/>
          </a:xfrm>
          <a:prstGeom prst="rect">
            <a:avLst/>
          </a:prstGeom>
        </p:spPr>
        <p:txBody>
          <a:bodyPr vert="horz" wrap="square" lIns="0" tIns="12700" rIns="0" bIns="0" rtlCol="0">
            <a:spAutoFit/>
          </a:bodyPr>
          <a:lstStyle/>
          <a:p>
            <a:pPr marR="61594" algn="ctr">
              <a:lnSpc>
                <a:spcPct val="100000"/>
              </a:lnSpc>
              <a:spcBef>
                <a:spcPts val="100"/>
              </a:spcBef>
            </a:pPr>
            <a:r>
              <a:rPr sz="2000" spc="-60" dirty="0">
                <a:cs typeface="Lucida Sans Unicode"/>
              </a:rPr>
              <a:t>QC</a:t>
            </a:r>
            <a:endParaRPr sz="2000" dirty="0">
              <a:cs typeface="Lucida Sans Unicode"/>
            </a:endParaRPr>
          </a:p>
          <a:p>
            <a:pPr algn="ctr">
              <a:lnSpc>
                <a:spcPct val="100000"/>
              </a:lnSpc>
            </a:pPr>
            <a:r>
              <a:rPr sz="2000" spc="-15" dirty="0">
                <a:cs typeface="Lucida Sans Unicode"/>
              </a:rPr>
              <a:t>Department</a:t>
            </a:r>
            <a:endParaRPr sz="2000" dirty="0">
              <a:cs typeface="Lucida Sans Unicode"/>
            </a:endParaRPr>
          </a:p>
        </p:txBody>
      </p:sp>
      <p:sp>
        <p:nvSpPr>
          <p:cNvPr id="14" name="object 14"/>
          <p:cNvSpPr txBox="1"/>
          <p:nvPr/>
        </p:nvSpPr>
        <p:spPr>
          <a:xfrm>
            <a:off x="1925165" y="1742415"/>
            <a:ext cx="1786889" cy="629018"/>
          </a:xfrm>
          <a:prstGeom prst="rect">
            <a:avLst/>
          </a:prstGeom>
        </p:spPr>
        <p:txBody>
          <a:bodyPr vert="horz" wrap="square" lIns="0" tIns="13335" rIns="0" bIns="0" rtlCol="0">
            <a:spAutoFit/>
          </a:bodyPr>
          <a:lstStyle/>
          <a:p>
            <a:pPr marL="12700" marR="5080" algn="ctr">
              <a:lnSpc>
                <a:spcPct val="100000"/>
              </a:lnSpc>
              <a:spcBef>
                <a:spcPts val="105"/>
              </a:spcBef>
            </a:pPr>
            <a:r>
              <a:rPr sz="2000" spc="-5" dirty="0">
                <a:cs typeface="Lucida Sans Unicode"/>
              </a:rPr>
              <a:t>Q</a:t>
            </a:r>
            <a:r>
              <a:rPr sz="2000" spc="-15" dirty="0">
                <a:cs typeface="Lucida Sans Unicode"/>
              </a:rPr>
              <a:t>u</a:t>
            </a:r>
            <a:r>
              <a:rPr sz="2000" spc="-45" dirty="0">
                <a:cs typeface="Lucida Sans Unicode"/>
              </a:rPr>
              <a:t>alit</a:t>
            </a:r>
            <a:r>
              <a:rPr sz="2000" spc="-55" dirty="0">
                <a:cs typeface="Lucida Sans Unicode"/>
              </a:rPr>
              <a:t>y</a:t>
            </a:r>
            <a:r>
              <a:rPr sz="2000" spc="-125" dirty="0">
                <a:cs typeface="Lucida Sans Unicode"/>
              </a:rPr>
              <a:t> </a:t>
            </a:r>
            <a:r>
              <a:rPr sz="2000" spc="-70" dirty="0">
                <a:cs typeface="Lucida Sans Unicode"/>
              </a:rPr>
              <a:t>Testing  </a:t>
            </a:r>
            <a:r>
              <a:rPr sz="2000" spc="-40" dirty="0">
                <a:cs typeface="Lucida Sans Unicode"/>
              </a:rPr>
              <a:t>of</a:t>
            </a:r>
            <a:r>
              <a:rPr sz="2000" spc="-114" dirty="0">
                <a:cs typeface="Lucida Sans Unicode"/>
              </a:rPr>
              <a:t> </a:t>
            </a:r>
            <a:r>
              <a:rPr sz="2000" spc="-75" dirty="0">
                <a:cs typeface="Lucida Sans Unicode"/>
              </a:rPr>
              <a:t>F</a:t>
            </a:r>
            <a:r>
              <a:rPr sz="2000" spc="-50" dirty="0">
                <a:cs typeface="Lucida Sans Unicode"/>
              </a:rPr>
              <a:t>i</a:t>
            </a:r>
            <a:r>
              <a:rPr sz="2000" spc="-20" dirty="0">
                <a:cs typeface="Lucida Sans Unicode"/>
              </a:rPr>
              <a:t>n</a:t>
            </a:r>
            <a:r>
              <a:rPr sz="2000" spc="-35" dirty="0">
                <a:cs typeface="Lucida Sans Unicode"/>
              </a:rPr>
              <a:t>al  </a:t>
            </a:r>
            <a:r>
              <a:rPr sz="2000" spc="-25" dirty="0">
                <a:cs typeface="Lucida Sans Unicode"/>
              </a:rPr>
              <a:t>Products</a:t>
            </a:r>
            <a:endParaRPr sz="2000" dirty="0">
              <a:cs typeface="Lucida Sans Unicode"/>
            </a:endParaRPr>
          </a:p>
        </p:txBody>
      </p:sp>
      <p:sp>
        <p:nvSpPr>
          <p:cNvPr id="15" name="object 15"/>
          <p:cNvSpPr txBox="1"/>
          <p:nvPr/>
        </p:nvSpPr>
        <p:spPr>
          <a:xfrm>
            <a:off x="5284954" y="1742415"/>
            <a:ext cx="1995170" cy="635635"/>
          </a:xfrm>
          <a:prstGeom prst="rect">
            <a:avLst/>
          </a:prstGeom>
        </p:spPr>
        <p:txBody>
          <a:bodyPr vert="horz" wrap="square" lIns="0" tIns="13335" rIns="0" bIns="0" rtlCol="0">
            <a:spAutoFit/>
          </a:bodyPr>
          <a:lstStyle/>
          <a:p>
            <a:pPr marL="12700" marR="5080" algn="ctr">
              <a:lnSpc>
                <a:spcPct val="100000"/>
              </a:lnSpc>
              <a:spcBef>
                <a:spcPts val="105"/>
              </a:spcBef>
            </a:pPr>
            <a:r>
              <a:rPr sz="2000" spc="-35" dirty="0">
                <a:cs typeface="Lucida Sans Unicode"/>
              </a:rPr>
              <a:t>Quality</a:t>
            </a:r>
            <a:r>
              <a:rPr sz="2000" spc="-114" dirty="0">
                <a:cs typeface="Lucida Sans Unicode"/>
              </a:rPr>
              <a:t> </a:t>
            </a:r>
            <a:r>
              <a:rPr sz="2000" spc="-80" dirty="0">
                <a:cs typeface="Lucida Sans Unicode"/>
              </a:rPr>
              <a:t>Te</a:t>
            </a:r>
            <a:r>
              <a:rPr sz="2000" spc="-65" dirty="0">
                <a:cs typeface="Lucida Sans Unicode"/>
              </a:rPr>
              <a:t>s</a:t>
            </a:r>
            <a:r>
              <a:rPr sz="2000" spc="-70" dirty="0">
                <a:cs typeface="Lucida Sans Unicode"/>
              </a:rPr>
              <a:t>ting  </a:t>
            </a:r>
            <a:r>
              <a:rPr sz="2000" spc="-40" dirty="0">
                <a:cs typeface="Lucida Sans Unicode"/>
              </a:rPr>
              <a:t>of</a:t>
            </a:r>
            <a:r>
              <a:rPr sz="2000" spc="-105" dirty="0">
                <a:cs typeface="Lucida Sans Unicode"/>
              </a:rPr>
              <a:t> </a:t>
            </a:r>
            <a:r>
              <a:rPr sz="2000" spc="-5" dirty="0">
                <a:cs typeface="Lucida Sans Unicode"/>
              </a:rPr>
              <a:t>Ra</a:t>
            </a:r>
            <a:r>
              <a:rPr sz="2000" dirty="0">
                <a:cs typeface="Lucida Sans Unicode"/>
              </a:rPr>
              <a:t>w</a:t>
            </a:r>
            <a:r>
              <a:rPr sz="2000" spc="-114" dirty="0">
                <a:cs typeface="Lucida Sans Unicode"/>
              </a:rPr>
              <a:t> </a:t>
            </a:r>
            <a:r>
              <a:rPr sz="2000" spc="85" dirty="0">
                <a:cs typeface="Lucida Sans Unicode"/>
              </a:rPr>
              <a:t>M</a:t>
            </a:r>
            <a:r>
              <a:rPr sz="2000" spc="-25" dirty="0">
                <a:cs typeface="Lucida Sans Unicode"/>
              </a:rPr>
              <a:t>a</a:t>
            </a:r>
            <a:r>
              <a:rPr sz="2000" spc="-10" dirty="0">
                <a:cs typeface="Lucida Sans Unicode"/>
              </a:rPr>
              <a:t>t</a:t>
            </a:r>
            <a:r>
              <a:rPr sz="2000" spc="10" dirty="0">
                <a:cs typeface="Lucida Sans Unicode"/>
              </a:rPr>
              <a:t>e</a:t>
            </a:r>
            <a:r>
              <a:rPr sz="2000" spc="-45" dirty="0">
                <a:cs typeface="Lucida Sans Unicode"/>
              </a:rPr>
              <a:t>ria</a:t>
            </a:r>
            <a:r>
              <a:rPr sz="2000" spc="-40" dirty="0">
                <a:cs typeface="Lucida Sans Unicode"/>
              </a:rPr>
              <a:t>l</a:t>
            </a:r>
            <a:r>
              <a:rPr sz="2000" spc="-65" dirty="0">
                <a:cs typeface="Lucida Sans Unicode"/>
              </a:rPr>
              <a:t>s</a:t>
            </a:r>
            <a:endParaRPr sz="2000" dirty="0">
              <a:cs typeface="Lucida Sans Unicode"/>
            </a:endParaRPr>
          </a:p>
        </p:txBody>
      </p:sp>
      <p:sp>
        <p:nvSpPr>
          <p:cNvPr id="16" name="object 16"/>
          <p:cNvSpPr txBox="1"/>
          <p:nvPr/>
        </p:nvSpPr>
        <p:spPr>
          <a:xfrm>
            <a:off x="2067051" y="3188892"/>
            <a:ext cx="1440053" cy="635635"/>
          </a:xfrm>
          <a:prstGeom prst="rect">
            <a:avLst/>
          </a:prstGeom>
        </p:spPr>
        <p:txBody>
          <a:bodyPr vert="horz" wrap="square" lIns="0" tIns="12700" rIns="0" bIns="0" rtlCol="0">
            <a:spAutoFit/>
          </a:bodyPr>
          <a:lstStyle/>
          <a:p>
            <a:pPr marL="12700" marR="5080" algn="ctr">
              <a:lnSpc>
                <a:spcPct val="100000"/>
              </a:lnSpc>
              <a:spcBef>
                <a:spcPts val="100"/>
              </a:spcBef>
            </a:pPr>
            <a:r>
              <a:rPr sz="2000" spc="-105" dirty="0">
                <a:cs typeface="Lucida Sans Unicode"/>
              </a:rPr>
              <a:t>A</a:t>
            </a:r>
            <a:r>
              <a:rPr sz="2000" spc="-75" dirty="0">
                <a:cs typeface="Lucida Sans Unicode"/>
              </a:rPr>
              <a:t>cc</a:t>
            </a:r>
            <a:r>
              <a:rPr sz="2000" spc="-20" dirty="0">
                <a:cs typeface="Lucida Sans Unicode"/>
              </a:rPr>
              <a:t>ept</a:t>
            </a:r>
            <a:r>
              <a:rPr sz="2000" spc="-30" dirty="0">
                <a:cs typeface="Lucida Sans Unicode"/>
              </a:rPr>
              <a:t>a</a:t>
            </a:r>
            <a:r>
              <a:rPr sz="2000" spc="-25" dirty="0">
                <a:cs typeface="Lucida Sans Unicode"/>
              </a:rPr>
              <a:t>n</a:t>
            </a:r>
            <a:r>
              <a:rPr sz="2000" spc="-75" dirty="0">
                <a:cs typeface="Lucida Sans Unicode"/>
              </a:rPr>
              <a:t>c</a:t>
            </a:r>
            <a:r>
              <a:rPr sz="2000" spc="5" dirty="0">
                <a:cs typeface="Lucida Sans Unicode"/>
              </a:rPr>
              <a:t>e  </a:t>
            </a:r>
            <a:r>
              <a:rPr sz="2000" spc="-45" dirty="0">
                <a:cs typeface="Lucida Sans Unicode"/>
              </a:rPr>
              <a:t>Sampling</a:t>
            </a:r>
            <a:endParaRPr sz="2000" dirty="0">
              <a:cs typeface="Lucida Sans Unicode"/>
            </a:endParaRPr>
          </a:p>
        </p:txBody>
      </p:sp>
      <p:sp>
        <p:nvSpPr>
          <p:cNvPr id="17" name="object 17"/>
          <p:cNvSpPr txBox="1"/>
          <p:nvPr/>
        </p:nvSpPr>
        <p:spPr>
          <a:xfrm>
            <a:off x="5393182" y="3341293"/>
            <a:ext cx="2157730" cy="330835"/>
          </a:xfrm>
          <a:prstGeom prst="rect">
            <a:avLst/>
          </a:prstGeom>
        </p:spPr>
        <p:txBody>
          <a:bodyPr vert="horz" wrap="square" lIns="0" tIns="12700" rIns="0" bIns="0" rtlCol="0">
            <a:spAutoFit/>
          </a:bodyPr>
          <a:lstStyle/>
          <a:p>
            <a:pPr marL="12700">
              <a:lnSpc>
                <a:spcPct val="100000"/>
              </a:lnSpc>
              <a:spcBef>
                <a:spcPts val="100"/>
              </a:spcBef>
            </a:pPr>
            <a:r>
              <a:rPr sz="2000" spc="-5" dirty="0">
                <a:cs typeface="Lucida Sans Unicode"/>
              </a:rPr>
              <a:t>Q</a:t>
            </a:r>
            <a:r>
              <a:rPr sz="2000" spc="-15" dirty="0">
                <a:cs typeface="Lucida Sans Unicode"/>
              </a:rPr>
              <a:t>u</a:t>
            </a:r>
            <a:r>
              <a:rPr sz="2000" spc="-45" dirty="0">
                <a:cs typeface="Lucida Sans Unicode"/>
              </a:rPr>
              <a:t>alit</a:t>
            </a:r>
            <a:r>
              <a:rPr sz="2000" spc="-55" dirty="0">
                <a:cs typeface="Lucida Sans Unicode"/>
              </a:rPr>
              <a:t>y</a:t>
            </a:r>
            <a:r>
              <a:rPr sz="2000" spc="-125" dirty="0">
                <a:cs typeface="Lucida Sans Unicode"/>
              </a:rPr>
              <a:t> </a:t>
            </a:r>
            <a:r>
              <a:rPr sz="2000" spc="-105" dirty="0">
                <a:cs typeface="Lucida Sans Unicode"/>
              </a:rPr>
              <a:t>A</a:t>
            </a:r>
            <a:r>
              <a:rPr sz="2000" spc="-70" dirty="0">
                <a:cs typeface="Lucida Sans Unicode"/>
              </a:rPr>
              <a:t>s</a:t>
            </a:r>
            <a:r>
              <a:rPr sz="2000" spc="-20" dirty="0">
                <a:cs typeface="Lucida Sans Unicode"/>
              </a:rPr>
              <a:t>sura</a:t>
            </a:r>
            <a:r>
              <a:rPr sz="2000" spc="-30" dirty="0">
                <a:cs typeface="Lucida Sans Unicode"/>
              </a:rPr>
              <a:t>n</a:t>
            </a:r>
            <a:r>
              <a:rPr sz="2000" spc="-40" dirty="0">
                <a:cs typeface="Lucida Sans Unicode"/>
              </a:rPr>
              <a:t>ce</a:t>
            </a:r>
            <a:endParaRPr sz="2000" dirty="0">
              <a:cs typeface="Lucida Sans Unicode"/>
            </a:endParaRPr>
          </a:p>
        </p:txBody>
      </p:sp>
      <p:sp>
        <p:nvSpPr>
          <p:cNvPr id="18" name="Slide Number Placeholder 17">
            <a:extLst>
              <a:ext uri="{FF2B5EF4-FFF2-40B4-BE49-F238E27FC236}">
                <a16:creationId xmlns:a16="http://schemas.microsoft.com/office/drawing/2014/main" id="{EC97CE45-1F33-E9AF-AED5-91D38CA9427A}"/>
              </a:ext>
            </a:extLst>
          </p:cNvPr>
          <p:cNvSpPr>
            <a:spLocks noGrp="1"/>
          </p:cNvSpPr>
          <p:nvPr>
            <p:ph type="sldNum" sz="quarter" idx="7"/>
          </p:nvPr>
        </p:nvSpPr>
        <p:spPr/>
        <p:txBody>
          <a:bodyPr/>
          <a:lstStyle/>
          <a:p>
            <a:fld id="{B6F15528-21DE-4FAA-801E-634DDDAF4B2B}" type="slidenum">
              <a:rPr lang="en-US" smtClean="0"/>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BFD3562B-40BB-3E08-013D-A439DCD8B9B7}"/>
              </a:ext>
            </a:extLst>
          </p:cNvPr>
          <p:cNvSpPr txBox="1">
            <a:spLocks noGrp="1"/>
          </p:cNvSpPr>
          <p:nvPr>
            <p:ph type="title"/>
          </p:nvPr>
        </p:nvSpPr>
        <p:spPr>
          <a:xfrm>
            <a:off x="895350" y="590993"/>
            <a:ext cx="7583018" cy="505267"/>
          </a:xfrm>
          <a:prstGeom prst="rect">
            <a:avLst/>
          </a:prstGeom>
        </p:spPr>
        <p:txBody>
          <a:bodyPr vert="horz" wrap="square" lIns="0" tIns="12700" rIns="0" bIns="0" rtlCol="0">
            <a:spAutoFit/>
          </a:bodyPr>
          <a:lstStyle/>
          <a:p>
            <a:pPr marL="12700">
              <a:lnSpc>
                <a:spcPct val="100000"/>
              </a:lnSpc>
              <a:spcBef>
                <a:spcPts val="100"/>
              </a:spcBef>
            </a:pPr>
            <a:r>
              <a:rPr sz="3200" spc="-50" dirty="0">
                <a:solidFill>
                  <a:schemeClr val="tx1"/>
                </a:solidFill>
                <a:latin typeface="+mj-lt"/>
              </a:rPr>
              <a:t>Functions</a:t>
            </a:r>
            <a:r>
              <a:rPr sz="3200" spc="-185" dirty="0">
                <a:solidFill>
                  <a:schemeClr val="tx1"/>
                </a:solidFill>
                <a:latin typeface="+mj-lt"/>
              </a:rPr>
              <a:t> </a:t>
            </a:r>
            <a:r>
              <a:rPr sz="3200" spc="-55" dirty="0">
                <a:solidFill>
                  <a:schemeClr val="tx1"/>
                </a:solidFill>
                <a:latin typeface="+mj-lt"/>
              </a:rPr>
              <a:t>of</a:t>
            </a:r>
            <a:r>
              <a:rPr sz="3200" spc="-170" dirty="0">
                <a:solidFill>
                  <a:schemeClr val="tx1"/>
                </a:solidFill>
                <a:latin typeface="+mj-lt"/>
              </a:rPr>
              <a:t> </a:t>
            </a:r>
            <a:r>
              <a:rPr sz="3200" spc="-50" dirty="0">
                <a:solidFill>
                  <a:schemeClr val="tx1"/>
                </a:solidFill>
                <a:latin typeface="+mj-lt"/>
              </a:rPr>
              <a:t>the</a:t>
            </a:r>
            <a:r>
              <a:rPr sz="3200" spc="-185" dirty="0">
                <a:solidFill>
                  <a:schemeClr val="tx1"/>
                </a:solidFill>
                <a:latin typeface="+mj-lt"/>
              </a:rPr>
              <a:t> </a:t>
            </a:r>
            <a:r>
              <a:rPr lang="en-US" sz="3200" spc="10" dirty="0">
                <a:solidFill>
                  <a:schemeClr val="tx1"/>
                </a:solidFill>
                <a:latin typeface="+mj-lt"/>
              </a:rPr>
              <a:t>QA Sub-department</a:t>
            </a:r>
            <a:endParaRPr sz="3200" spc="-135" dirty="0">
              <a:solidFill>
                <a:schemeClr val="tx1"/>
              </a:solidFill>
              <a:latin typeface="+mj-lt"/>
            </a:endParaRPr>
          </a:p>
        </p:txBody>
      </p:sp>
      <p:sp>
        <p:nvSpPr>
          <p:cNvPr id="4" name="object 4">
            <a:extLst>
              <a:ext uri="{FF2B5EF4-FFF2-40B4-BE49-F238E27FC236}">
                <a16:creationId xmlns:a16="http://schemas.microsoft.com/office/drawing/2014/main" id="{45F0ACF6-C09B-768C-CFD7-06582650DD6A}"/>
              </a:ext>
            </a:extLst>
          </p:cNvPr>
          <p:cNvSpPr txBox="1"/>
          <p:nvPr/>
        </p:nvSpPr>
        <p:spPr>
          <a:xfrm>
            <a:off x="931334" y="1949785"/>
            <a:ext cx="3200400" cy="1243930"/>
          </a:xfrm>
          <a:prstGeom prst="rect">
            <a:avLst/>
          </a:prstGeom>
        </p:spPr>
        <p:txBody>
          <a:bodyPr vert="horz" wrap="square" lIns="0" tIns="12700" rIns="0" bIns="0" rtlCol="0">
            <a:spAutoFit/>
          </a:bodyPr>
          <a:lstStyle/>
          <a:p>
            <a:pPr marL="354965" indent="-342900">
              <a:lnSpc>
                <a:spcPct val="100000"/>
              </a:lnSpc>
              <a:spcBef>
                <a:spcPts val="100"/>
              </a:spcBef>
              <a:buSzPct val="50000"/>
              <a:buFont typeface="Wingdings" panose="05000000000000000000" pitchFamily="2" charset="2"/>
              <a:buChar char="Ø"/>
              <a:tabLst>
                <a:tab pos="185420" algn="l"/>
              </a:tabLst>
            </a:pPr>
            <a:r>
              <a:rPr sz="2000" spc="40" dirty="0">
                <a:solidFill>
                  <a:srgbClr val="181818"/>
                </a:solidFill>
                <a:cs typeface="Lucida Sans Unicode"/>
              </a:rPr>
              <a:t>M</a:t>
            </a:r>
            <a:r>
              <a:rPr sz="2000" spc="35" dirty="0">
                <a:solidFill>
                  <a:srgbClr val="181818"/>
                </a:solidFill>
                <a:cs typeface="Lucida Sans Unicode"/>
              </a:rPr>
              <a:t>o</a:t>
            </a:r>
            <a:r>
              <a:rPr sz="2000" spc="-75" dirty="0">
                <a:solidFill>
                  <a:srgbClr val="181818"/>
                </a:solidFill>
                <a:cs typeface="Lucida Sans Unicode"/>
              </a:rPr>
              <a:t>n</a:t>
            </a:r>
            <a:r>
              <a:rPr sz="2000" spc="-30" dirty="0">
                <a:solidFill>
                  <a:srgbClr val="181818"/>
                </a:solidFill>
                <a:cs typeface="Lucida Sans Unicode"/>
              </a:rPr>
              <a:t>i</a:t>
            </a:r>
            <a:r>
              <a:rPr sz="2000" spc="-35" dirty="0">
                <a:solidFill>
                  <a:srgbClr val="181818"/>
                </a:solidFill>
                <a:cs typeface="Lucida Sans Unicode"/>
              </a:rPr>
              <a:t>t</a:t>
            </a:r>
            <a:r>
              <a:rPr sz="2000" spc="-50" dirty="0">
                <a:solidFill>
                  <a:srgbClr val="181818"/>
                </a:solidFill>
                <a:cs typeface="Lucida Sans Unicode"/>
              </a:rPr>
              <a:t>o</a:t>
            </a:r>
            <a:r>
              <a:rPr sz="2000" spc="-60" dirty="0">
                <a:solidFill>
                  <a:srgbClr val="181818"/>
                </a:solidFill>
                <a:cs typeface="Lucida Sans Unicode"/>
              </a:rPr>
              <a:t>r</a:t>
            </a:r>
            <a:r>
              <a:rPr sz="2000" spc="-35" dirty="0">
                <a:solidFill>
                  <a:srgbClr val="181818"/>
                </a:solidFill>
                <a:cs typeface="Lucida Sans Unicode"/>
              </a:rPr>
              <a:t>i</a:t>
            </a:r>
            <a:r>
              <a:rPr sz="2000" spc="-100" dirty="0">
                <a:solidFill>
                  <a:srgbClr val="181818"/>
                </a:solidFill>
                <a:cs typeface="Lucida Sans Unicode"/>
              </a:rPr>
              <a:t>ng</a:t>
            </a:r>
            <a:r>
              <a:rPr sz="2000" spc="-170" dirty="0">
                <a:solidFill>
                  <a:srgbClr val="181818"/>
                </a:solidFill>
                <a:cs typeface="Lucida Sans Unicode"/>
              </a:rPr>
              <a:t> </a:t>
            </a:r>
            <a:r>
              <a:rPr sz="2000" spc="-35" dirty="0">
                <a:solidFill>
                  <a:srgbClr val="181818"/>
                </a:solidFill>
                <a:cs typeface="Lucida Sans Unicode"/>
              </a:rPr>
              <a:t>t</a:t>
            </a:r>
            <a:r>
              <a:rPr sz="2000" spc="-45" dirty="0">
                <a:solidFill>
                  <a:srgbClr val="181818"/>
                </a:solidFill>
                <a:cs typeface="Lucida Sans Unicode"/>
              </a:rPr>
              <a:t>h</a:t>
            </a:r>
            <a:r>
              <a:rPr sz="2000" spc="5" dirty="0">
                <a:solidFill>
                  <a:srgbClr val="181818"/>
                </a:solidFill>
                <a:cs typeface="Lucida Sans Unicode"/>
              </a:rPr>
              <a:t>e</a:t>
            </a:r>
            <a:r>
              <a:rPr sz="2000" spc="-130" dirty="0">
                <a:solidFill>
                  <a:srgbClr val="181818"/>
                </a:solidFill>
                <a:cs typeface="Lucida Sans Unicode"/>
              </a:rPr>
              <a:t> </a:t>
            </a:r>
            <a:r>
              <a:rPr sz="2000" spc="-30" dirty="0">
                <a:solidFill>
                  <a:srgbClr val="181818"/>
                </a:solidFill>
                <a:cs typeface="Lucida Sans Unicode"/>
              </a:rPr>
              <a:t>p</a:t>
            </a:r>
            <a:r>
              <a:rPr sz="2000" spc="-15" dirty="0">
                <a:solidFill>
                  <a:srgbClr val="181818"/>
                </a:solidFill>
                <a:cs typeface="Lucida Sans Unicode"/>
              </a:rPr>
              <a:t>r</a:t>
            </a:r>
            <a:r>
              <a:rPr sz="2000" spc="-35" dirty="0">
                <a:solidFill>
                  <a:srgbClr val="181818"/>
                </a:solidFill>
                <a:cs typeface="Lucida Sans Unicode"/>
              </a:rPr>
              <a:t>od</a:t>
            </a:r>
            <a:r>
              <a:rPr sz="2000" spc="-70" dirty="0">
                <a:solidFill>
                  <a:srgbClr val="181818"/>
                </a:solidFill>
                <a:cs typeface="Lucida Sans Unicode"/>
              </a:rPr>
              <a:t>uct</a:t>
            </a:r>
            <a:r>
              <a:rPr sz="2000" spc="-35" dirty="0">
                <a:solidFill>
                  <a:srgbClr val="181818"/>
                </a:solidFill>
                <a:cs typeface="Lucida Sans Unicode"/>
              </a:rPr>
              <a:t>i</a:t>
            </a:r>
            <a:r>
              <a:rPr sz="2000" spc="-55" dirty="0">
                <a:solidFill>
                  <a:srgbClr val="181818"/>
                </a:solidFill>
                <a:cs typeface="Lucida Sans Unicode"/>
              </a:rPr>
              <a:t>on.</a:t>
            </a:r>
            <a:endParaRPr sz="2000" dirty="0">
              <a:cs typeface="Lucida Sans Unicode"/>
            </a:endParaRPr>
          </a:p>
          <a:p>
            <a:pPr marL="354965" marR="5080" indent="-342900">
              <a:lnSpc>
                <a:spcPct val="100000"/>
              </a:lnSpc>
              <a:buSzPct val="50000"/>
              <a:buFont typeface="Wingdings" panose="05000000000000000000" pitchFamily="2" charset="2"/>
              <a:buChar char="Ø"/>
              <a:tabLst>
                <a:tab pos="185420" algn="l"/>
              </a:tabLst>
            </a:pPr>
            <a:r>
              <a:rPr sz="2000" spc="-105" dirty="0">
                <a:solidFill>
                  <a:srgbClr val="181818"/>
                </a:solidFill>
                <a:cs typeface="Lucida Sans Unicode"/>
              </a:rPr>
              <a:t>Fixin</a:t>
            </a:r>
            <a:r>
              <a:rPr sz="2000" spc="-135" dirty="0">
                <a:solidFill>
                  <a:srgbClr val="181818"/>
                </a:solidFill>
                <a:cs typeface="Lucida Sans Unicode"/>
              </a:rPr>
              <a:t>g</a:t>
            </a:r>
            <a:r>
              <a:rPr sz="2000" spc="-130" dirty="0">
                <a:solidFill>
                  <a:srgbClr val="181818"/>
                </a:solidFill>
                <a:cs typeface="Lucida Sans Unicode"/>
              </a:rPr>
              <a:t> </a:t>
            </a:r>
            <a:r>
              <a:rPr sz="2000" spc="-45" dirty="0">
                <a:solidFill>
                  <a:srgbClr val="181818"/>
                </a:solidFill>
                <a:cs typeface="Lucida Sans Unicode"/>
              </a:rPr>
              <a:t>po</a:t>
            </a:r>
            <a:r>
              <a:rPr sz="2000" spc="-25" dirty="0">
                <a:solidFill>
                  <a:srgbClr val="181818"/>
                </a:solidFill>
                <a:cs typeface="Lucida Sans Unicode"/>
              </a:rPr>
              <a:t>t</a:t>
            </a:r>
            <a:r>
              <a:rPr sz="2000" spc="-45" dirty="0">
                <a:solidFill>
                  <a:srgbClr val="181818"/>
                </a:solidFill>
                <a:cs typeface="Lucida Sans Unicode"/>
              </a:rPr>
              <a:t>entia</a:t>
            </a:r>
            <a:r>
              <a:rPr sz="2000" spc="-25" dirty="0">
                <a:solidFill>
                  <a:srgbClr val="181818"/>
                </a:solidFill>
                <a:cs typeface="Lucida Sans Unicode"/>
              </a:rPr>
              <a:t>l</a:t>
            </a:r>
            <a:r>
              <a:rPr sz="2000" spc="-135" dirty="0">
                <a:solidFill>
                  <a:srgbClr val="181818"/>
                </a:solidFill>
                <a:cs typeface="Lucida Sans Unicode"/>
              </a:rPr>
              <a:t> </a:t>
            </a:r>
            <a:r>
              <a:rPr sz="2000" spc="-35" dirty="0">
                <a:solidFill>
                  <a:srgbClr val="181818"/>
                </a:solidFill>
                <a:cs typeface="Lucida Sans Unicode"/>
              </a:rPr>
              <a:t>q</a:t>
            </a:r>
            <a:r>
              <a:rPr sz="2000" spc="-50" dirty="0">
                <a:solidFill>
                  <a:srgbClr val="181818"/>
                </a:solidFill>
                <a:cs typeface="Lucida Sans Unicode"/>
              </a:rPr>
              <a:t>uali</a:t>
            </a:r>
            <a:r>
              <a:rPr sz="2000" spc="-35" dirty="0">
                <a:solidFill>
                  <a:srgbClr val="181818"/>
                </a:solidFill>
                <a:cs typeface="Lucida Sans Unicode"/>
              </a:rPr>
              <a:t>ty  </a:t>
            </a:r>
            <a:r>
              <a:rPr sz="2000" spc="-30" dirty="0">
                <a:solidFill>
                  <a:srgbClr val="181818"/>
                </a:solidFill>
                <a:cs typeface="Lucida Sans Unicode"/>
              </a:rPr>
              <a:t>p</a:t>
            </a:r>
            <a:r>
              <a:rPr sz="2000" spc="-15" dirty="0">
                <a:solidFill>
                  <a:srgbClr val="181818"/>
                </a:solidFill>
                <a:cs typeface="Lucida Sans Unicode"/>
              </a:rPr>
              <a:t>r</a:t>
            </a:r>
            <a:r>
              <a:rPr sz="2000" spc="-35" dirty="0">
                <a:solidFill>
                  <a:srgbClr val="181818"/>
                </a:solidFill>
                <a:cs typeface="Lucida Sans Unicode"/>
              </a:rPr>
              <a:t>ob</a:t>
            </a:r>
            <a:r>
              <a:rPr sz="2000" spc="-45" dirty="0">
                <a:solidFill>
                  <a:srgbClr val="181818"/>
                </a:solidFill>
                <a:cs typeface="Lucida Sans Unicode"/>
              </a:rPr>
              <a:t>lems</a:t>
            </a:r>
            <a:r>
              <a:rPr sz="2000" spc="-130" dirty="0">
                <a:solidFill>
                  <a:srgbClr val="181818"/>
                </a:solidFill>
                <a:cs typeface="Lucida Sans Unicode"/>
              </a:rPr>
              <a:t> </a:t>
            </a:r>
            <a:r>
              <a:rPr sz="2000" spc="-55" dirty="0">
                <a:solidFill>
                  <a:srgbClr val="181818"/>
                </a:solidFill>
                <a:cs typeface="Lucida Sans Unicode"/>
              </a:rPr>
              <a:t>in</a:t>
            </a:r>
            <a:r>
              <a:rPr sz="2000" spc="-135" dirty="0">
                <a:solidFill>
                  <a:srgbClr val="181818"/>
                </a:solidFill>
                <a:cs typeface="Lucida Sans Unicode"/>
              </a:rPr>
              <a:t> </a:t>
            </a:r>
            <a:r>
              <a:rPr sz="2000" spc="-35" dirty="0">
                <a:solidFill>
                  <a:srgbClr val="181818"/>
                </a:solidFill>
                <a:cs typeface="Lucida Sans Unicode"/>
              </a:rPr>
              <a:t>t</a:t>
            </a:r>
            <a:r>
              <a:rPr sz="2000" spc="-45" dirty="0">
                <a:solidFill>
                  <a:srgbClr val="181818"/>
                </a:solidFill>
                <a:cs typeface="Lucida Sans Unicode"/>
              </a:rPr>
              <a:t>h</a:t>
            </a:r>
            <a:r>
              <a:rPr sz="2000" spc="5" dirty="0">
                <a:solidFill>
                  <a:srgbClr val="181818"/>
                </a:solidFill>
                <a:cs typeface="Lucida Sans Unicode"/>
              </a:rPr>
              <a:t>e</a:t>
            </a:r>
            <a:r>
              <a:rPr sz="2000" spc="-140" dirty="0">
                <a:solidFill>
                  <a:srgbClr val="181818"/>
                </a:solidFill>
                <a:cs typeface="Lucida Sans Unicode"/>
              </a:rPr>
              <a:t> </a:t>
            </a:r>
            <a:r>
              <a:rPr sz="2000" spc="-25" dirty="0">
                <a:solidFill>
                  <a:srgbClr val="181818"/>
                </a:solidFill>
                <a:cs typeface="Lucida Sans Unicode"/>
              </a:rPr>
              <a:t>pr</a:t>
            </a:r>
            <a:r>
              <a:rPr sz="2000" spc="-20" dirty="0">
                <a:solidFill>
                  <a:srgbClr val="181818"/>
                </a:solidFill>
                <a:cs typeface="Lucida Sans Unicode"/>
              </a:rPr>
              <a:t>o</a:t>
            </a:r>
            <a:r>
              <a:rPr sz="2000" spc="-30" dirty="0">
                <a:solidFill>
                  <a:srgbClr val="181818"/>
                </a:solidFill>
                <a:cs typeface="Lucida Sans Unicode"/>
              </a:rPr>
              <a:t>d</a:t>
            </a:r>
            <a:r>
              <a:rPr sz="2000" spc="-25" dirty="0">
                <a:solidFill>
                  <a:srgbClr val="181818"/>
                </a:solidFill>
                <a:cs typeface="Lucida Sans Unicode"/>
              </a:rPr>
              <a:t>u</a:t>
            </a:r>
            <a:r>
              <a:rPr sz="2000" spc="-90" dirty="0">
                <a:solidFill>
                  <a:srgbClr val="181818"/>
                </a:solidFill>
                <a:cs typeface="Lucida Sans Unicode"/>
              </a:rPr>
              <a:t>ct</a:t>
            </a:r>
            <a:r>
              <a:rPr sz="2000" spc="-55" dirty="0">
                <a:solidFill>
                  <a:srgbClr val="181818"/>
                </a:solidFill>
                <a:cs typeface="Lucida Sans Unicode"/>
              </a:rPr>
              <a:t>i</a:t>
            </a:r>
            <a:r>
              <a:rPr sz="2000" spc="-20" dirty="0">
                <a:solidFill>
                  <a:srgbClr val="181818"/>
                </a:solidFill>
                <a:cs typeface="Lucida Sans Unicode"/>
              </a:rPr>
              <a:t>on  </a:t>
            </a:r>
            <a:r>
              <a:rPr sz="2000" spc="-30" dirty="0">
                <a:solidFill>
                  <a:srgbClr val="181818"/>
                </a:solidFill>
                <a:cs typeface="Lucida Sans Unicode"/>
              </a:rPr>
              <a:t>phase</a:t>
            </a:r>
            <a:endParaRPr sz="2000" dirty="0">
              <a:cs typeface="Lucida Sans Unicode"/>
            </a:endParaRPr>
          </a:p>
        </p:txBody>
      </p:sp>
      <p:pic>
        <p:nvPicPr>
          <p:cNvPr id="7" name="Picture 6" descr="Shelves of shelves with products on them&#10;&#10;Description automatically generated">
            <a:extLst>
              <a:ext uri="{FF2B5EF4-FFF2-40B4-BE49-F238E27FC236}">
                <a16:creationId xmlns:a16="http://schemas.microsoft.com/office/drawing/2014/main" id="{B1F488C1-9B66-5757-9592-63849169766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500" r="8112"/>
          <a:stretch/>
        </p:blipFill>
        <p:spPr>
          <a:xfrm>
            <a:off x="4343401" y="1352550"/>
            <a:ext cx="4021058" cy="3199957"/>
          </a:xfrm>
          <a:prstGeom prst="rect">
            <a:avLst/>
          </a:prstGeom>
          <a:ln>
            <a:noFill/>
          </a:ln>
          <a:effectLst>
            <a:outerShdw blurRad="292100" dist="139700" dir="2700000" algn="tl" rotWithShape="0">
              <a:srgbClr val="333333">
                <a:alpha val="65000"/>
              </a:srgbClr>
            </a:outerShdw>
          </a:effectLst>
        </p:spPr>
      </p:pic>
      <p:sp>
        <p:nvSpPr>
          <p:cNvPr id="8" name="object 12">
            <a:extLst>
              <a:ext uri="{FF2B5EF4-FFF2-40B4-BE49-F238E27FC236}">
                <a16:creationId xmlns:a16="http://schemas.microsoft.com/office/drawing/2014/main" id="{88F6BB94-08ED-3844-4A21-D054C2C7D041}"/>
              </a:ext>
            </a:extLst>
          </p:cNvPr>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2" name="Slide Number Placeholder 1">
            <a:extLst>
              <a:ext uri="{FF2B5EF4-FFF2-40B4-BE49-F238E27FC236}">
                <a16:creationId xmlns:a16="http://schemas.microsoft.com/office/drawing/2014/main" id="{CA2538BF-BD33-A4BC-6C04-D022358A7961}"/>
              </a:ext>
            </a:extLst>
          </p:cNvPr>
          <p:cNvSpPr>
            <a:spLocks noGrp="1"/>
          </p:cNvSpPr>
          <p:nvPr>
            <p:ph type="sldNum" sz="quarter" idx="7"/>
          </p:nvPr>
        </p:nvSpPr>
        <p:spPr/>
        <p:txBody>
          <a:bodyPr/>
          <a:lstStyle/>
          <a:p>
            <a:fld id="{B6F15528-21DE-4FAA-801E-634DDDAF4B2B}" type="slidenum">
              <a:rPr lang="en-US" smtClean="0"/>
              <a:t>24</a:t>
            </a:fld>
            <a:endParaRPr lang="en-US"/>
          </a:p>
        </p:txBody>
      </p:sp>
    </p:spTree>
    <p:extLst>
      <p:ext uri="{BB962C8B-B14F-4D97-AF65-F5344CB8AC3E}">
        <p14:creationId xmlns:p14="http://schemas.microsoft.com/office/powerpoint/2010/main" val="1161528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09050AC3-3607-28AA-A1DD-BF570EB3F2F6}"/>
              </a:ext>
            </a:extLst>
          </p:cNvPr>
          <p:cNvSpPr txBox="1">
            <a:spLocks noGrp="1"/>
          </p:cNvSpPr>
          <p:nvPr>
            <p:ph type="title"/>
          </p:nvPr>
        </p:nvSpPr>
        <p:spPr>
          <a:xfrm>
            <a:off x="1101119" y="457974"/>
            <a:ext cx="7838460" cy="505267"/>
          </a:xfrm>
          <a:prstGeom prst="rect">
            <a:avLst/>
          </a:prstGeom>
        </p:spPr>
        <p:txBody>
          <a:bodyPr vert="horz" wrap="square" lIns="0" tIns="12700" rIns="0" bIns="0" rtlCol="0">
            <a:spAutoFit/>
          </a:bodyPr>
          <a:lstStyle/>
          <a:p>
            <a:pPr marL="12700">
              <a:lnSpc>
                <a:spcPct val="100000"/>
              </a:lnSpc>
              <a:spcBef>
                <a:spcPts val="100"/>
              </a:spcBef>
            </a:pPr>
            <a:r>
              <a:rPr lang="en-US" sz="3200" spc="-50" dirty="0">
                <a:solidFill>
                  <a:schemeClr val="tx1"/>
                </a:solidFill>
                <a:latin typeface="+mj-lt"/>
              </a:rPr>
              <a:t>Functions</a:t>
            </a:r>
            <a:r>
              <a:rPr lang="en-US" sz="3200" spc="-185" dirty="0">
                <a:solidFill>
                  <a:schemeClr val="tx1"/>
                </a:solidFill>
                <a:latin typeface="+mj-lt"/>
              </a:rPr>
              <a:t> </a:t>
            </a:r>
            <a:r>
              <a:rPr lang="en-US" sz="3200" spc="-55" dirty="0">
                <a:solidFill>
                  <a:schemeClr val="tx1"/>
                </a:solidFill>
                <a:latin typeface="+mj-lt"/>
              </a:rPr>
              <a:t>of</a:t>
            </a:r>
            <a:r>
              <a:rPr lang="en-US" sz="3200" spc="-170" dirty="0">
                <a:solidFill>
                  <a:schemeClr val="tx1"/>
                </a:solidFill>
                <a:latin typeface="+mj-lt"/>
              </a:rPr>
              <a:t> </a:t>
            </a:r>
            <a:r>
              <a:rPr lang="en-US" sz="3200" spc="-50" dirty="0">
                <a:solidFill>
                  <a:schemeClr val="tx1"/>
                </a:solidFill>
                <a:latin typeface="+mj-lt"/>
              </a:rPr>
              <a:t>the</a:t>
            </a:r>
            <a:r>
              <a:rPr lang="en-US" sz="3200" spc="-185" dirty="0">
                <a:solidFill>
                  <a:schemeClr val="tx1"/>
                </a:solidFill>
                <a:latin typeface="+mj-lt"/>
              </a:rPr>
              <a:t> </a:t>
            </a:r>
            <a:r>
              <a:rPr lang="en-US" sz="3200" spc="10" dirty="0">
                <a:solidFill>
                  <a:schemeClr val="tx1"/>
                </a:solidFill>
                <a:latin typeface="+mj-lt"/>
              </a:rPr>
              <a:t>R&amp;D Sub-department</a:t>
            </a:r>
            <a:endParaRPr sz="3200" spc="-70" dirty="0">
              <a:solidFill>
                <a:schemeClr val="tx1"/>
              </a:solidFill>
              <a:latin typeface="+mj-lt"/>
            </a:endParaRPr>
          </a:p>
        </p:txBody>
      </p:sp>
      <p:sp>
        <p:nvSpPr>
          <p:cNvPr id="3" name="object 12">
            <a:extLst>
              <a:ext uri="{FF2B5EF4-FFF2-40B4-BE49-F238E27FC236}">
                <a16:creationId xmlns:a16="http://schemas.microsoft.com/office/drawing/2014/main" id="{583A6CF3-4013-B9B5-CDDB-0CD4B16D201A}"/>
              </a:ext>
            </a:extLst>
          </p:cNvPr>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pic>
        <p:nvPicPr>
          <p:cNvPr id="7" name="Picture 6" descr="A group of glass beakers on a table&#10;&#10;Description automatically generated">
            <a:extLst>
              <a:ext uri="{FF2B5EF4-FFF2-40B4-BE49-F238E27FC236}">
                <a16:creationId xmlns:a16="http://schemas.microsoft.com/office/drawing/2014/main" id="{737E4C61-3FC0-2B10-4F03-570C06E5A93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27778"/>
          <a:stretch/>
        </p:blipFill>
        <p:spPr>
          <a:xfrm>
            <a:off x="5645045" y="1260378"/>
            <a:ext cx="3294534" cy="3172514"/>
          </a:xfrm>
          <a:prstGeom prst="rect">
            <a:avLst/>
          </a:prstGeom>
        </p:spPr>
      </p:pic>
      <p:sp>
        <p:nvSpPr>
          <p:cNvPr id="9" name="TextBox 8">
            <a:extLst>
              <a:ext uri="{FF2B5EF4-FFF2-40B4-BE49-F238E27FC236}">
                <a16:creationId xmlns:a16="http://schemas.microsoft.com/office/drawing/2014/main" id="{1B91724B-62FB-CA85-665F-58DF6C882A06}"/>
              </a:ext>
            </a:extLst>
          </p:cNvPr>
          <p:cNvSpPr txBox="1"/>
          <p:nvPr/>
        </p:nvSpPr>
        <p:spPr>
          <a:xfrm>
            <a:off x="1073045" y="1650535"/>
            <a:ext cx="4572000" cy="646331"/>
          </a:xfrm>
          <a:prstGeom prst="rect">
            <a:avLst/>
          </a:prstGeom>
          <a:noFill/>
        </p:spPr>
        <p:txBody>
          <a:bodyPr wrap="square">
            <a:spAutoFit/>
          </a:bodyPr>
          <a:lstStyle/>
          <a:p>
            <a:r>
              <a:rPr lang="en-US" sz="2000" b="1" dirty="0"/>
              <a:t>Benchmarking</a:t>
            </a:r>
          </a:p>
          <a:p>
            <a:r>
              <a:rPr lang="en-US" sz="1600" dirty="0"/>
              <a:t>Existing products from  other brands as  motivation</a:t>
            </a:r>
          </a:p>
        </p:txBody>
      </p:sp>
      <p:sp>
        <p:nvSpPr>
          <p:cNvPr id="11" name="TextBox 10">
            <a:extLst>
              <a:ext uri="{FF2B5EF4-FFF2-40B4-BE49-F238E27FC236}">
                <a16:creationId xmlns:a16="http://schemas.microsoft.com/office/drawing/2014/main" id="{A789F339-A5CB-31B9-93A2-D72EA12C2F92}"/>
              </a:ext>
            </a:extLst>
          </p:cNvPr>
          <p:cNvSpPr txBox="1"/>
          <p:nvPr/>
        </p:nvSpPr>
        <p:spPr>
          <a:xfrm>
            <a:off x="1073045" y="2738093"/>
            <a:ext cx="4572000" cy="677108"/>
          </a:xfrm>
          <a:prstGeom prst="rect">
            <a:avLst/>
          </a:prstGeom>
          <a:noFill/>
        </p:spPr>
        <p:txBody>
          <a:bodyPr wrap="square">
            <a:spAutoFit/>
          </a:bodyPr>
          <a:lstStyle/>
          <a:p>
            <a:r>
              <a:rPr lang="en-US" sz="2000" b="1" dirty="0"/>
              <a:t>Innovation</a:t>
            </a:r>
          </a:p>
          <a:p>
            <a:r>
              <a:rPr lang="en-US" dirty="0"/>
              <a:t>Innovative Formulation</a:t>
            </a:r>
          </a:p>
        </p:txBody>
      </p:sp>
      <p:sp>
        <p:nvSpPr>
          <p:cNvPr id="2" name="Slide Number Placeholder 1">
            <a:extLst>
              <a:ext uri="{FF2B5EF4-FFF2-40B4-BE49-F238E27FC236}">
                <a16:creationId xmlns:a16="http://schemas.microsoft.com/office/drawing/2014/main" id="{7EF51FA2-463E-3347-F24E-18FC3C9F8999}"/>
              </a:ext>
            </a:extLst>
          </p:cNvPr>
          <p:cNvSpPr>
            <a:spLocks noGrp="1"/>
          </p:cNvSpPr>
          <p:nvPr>
            <p:ph type="sldNum" sz="quarter" idx="7"/>
          </p:nvPr>
        </p:nvSpPr>
        <p:spPr/>
        <p:txBody>
          <a:bodyPr/>
          <a:lstStyle/>
          <a:p>
            <a:fld id="{B6F15528-21DE-4FAA-801E-634DDDAF4B2B}" type="slidenum">
              <a:rPr lang="en-US" smtClean="0"/>
              <a:t>25</a:t>
            </a:fld>
            <a:endParaRPr lang="en-US"/>
          </a:p>
        </p:txBody>
      </p:sp>
    </p:spTree>
    <p:extLst>
      <p:ext uri="{BB962C8B-B14F-4D97-AF65-F5344CB8AC3E}">
        <p14:creationId xmlns:p14="http://schemas.microsoft.com/office/powerpoint/2010/main" val="1051730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647700" cy="5143500"/>
            <a:chOff x="0" y="0"/>
            <a:chExt cx="647700" cy="5143500"/>
          </a:xfrm>
        </p:grpSpPr>
        <p:sp>
          <p:nvSpPr>
            <p:cNvPr id="3" name="object 3"/>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4" name="object 4"/>
            <p:cNvSpPr/>
            <p:nvPr/>
          </p:nvSpPr>
          <p:spPr>
            <a:xfrm>
              <a:off x="143256" y="3128771"/>
              <a:ext cx="361315" cy="1475740"/>
            </a:xfrm>
            <a:custGeom>
              <a:avLst/>
              <a:gdLst/>
              <a:ahLst/>
              <a:cxnLst/>
              <a:rect l="l" t="t" r="r" b="b"/>
              <a:pathLst>
                <a:path w="361315" h="1475739">
                  <a:moveTo>
                    <a:pt x="36576" y="1448028"/>
                  </a:moveTo>
                  <a:lnTo>
                    <a:pt x="28384" y="1440180"/>
                  </a:lnTo>
                  <a:lnTo>
                    <a:pt x="8191" y="1440180"/>
                  </a:lnTo>
                  <a:lnTo>
                    <a:pt x="0" y="1448028"/>
                  </a:lnTo>
                  <a:lnTo>
                    <a:pt x="0" y="1457706"/>
                  </a:lnTo>
                  <a:lnTo>
                    <a:pt x="0" y="1467383"/>
                  </a:lnTo>
                  <a:lnTo>
                    <a:pt x="8191" y="1475232"/>
                  </a:lnTo>
                  <a:lnTo>
                    <a:pt x="28384" y="1475232"/>
                  </a:lnTo>
                  <a:lnTo>
                    <a:pt x="36576" y="1467383"/>
                  </a:lnTo>
                  <a:lnTo>
                    <a:pt x="36576" y="1448028"/>
                  </a:lnTo>
                  <a:close/>
                </a:path>
                <a:path w="361315" h="1475739">
                  <a:moveTo>
                    <a:pt x="36576" y="1097280"/>
                  </a:moveTo>
                  <a:lnTo>
                    <a:pt x="35128" y="1090168"/>
                  </a:lnTo>
                  <a:lnTo>
                    <a:pt x="31216" y="1084351"/>
                  </a:lnTo>
                  <a:lnTo>
                    <a:pt x="25400" y="1080439"/>
                  </a:lnTo>
                  <a:lnTo>
                    <a:pt x="18288" y="1078992"/>
                  </a:lnTo>
                  <a:lnTo>
                    <a:pt x="11163" y="1080439"/>
                  </a:lnTo>
                  <a:lnTo>
                    <a:pt x="5346" y="1084351"/>
                  </a:lnTo>
                  <a:lnTo>
                    <a:pt x="1435" y="1090168"/>
                  </a:lnTo>
                  <a:lnTo>
                    <a:pt x="0" y="1097280"/>
                  </a:lnTo>
                  <a:lnTo>
                    <a:pt x="1435" y="1104404"/>
                  </a:lnTo>
                  <a:lnTo>
                    <a:pt x="5346" y="1110221"/>
                  </a:lnTo>
                  <a:lnTo>
                    <a:pt x="11163" y="1114132"/>
                  </a:lnTo>
                  <a:lnTo>
                    <a:pt x="18288" y="1115568"/>
                  </a:lnTo>
                  <a:lnTo>
                    <a:pt x="25400" y="1114132"/>
                  </a:lnTo>
                  <a:lnTo>
                    <a:pt x="31216" y="1110221"/>
                  </a:lnTo>
                  <a:lnTo>
                    <a:pt x="35128" y="1104404"/>
                  </a:lnTo>
                  <a:lnTo>
                    <a:pt x="36576" y="1097280"/>
                  </a:lnTo>
                  <a:close/>
                </a:path>
                <a:path w="361315" h="1475739">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40"/>
                  </a:lnTo>
                  <a:lnTo>
                    <a:pt x="5346" y="750557"/>
                  </a:lnTo>
                  <a:lnTo>
                    <a:pt x="11163" y="754468"/>
                  </a:lnTo>
                  <a:lnTo>
                    <a:pt x="18288" y="755904"/>
                  </a:lnTo>
                  <a:lnTo>
                    <a:pt x="25400" y="754468"/>
                  </a:lnTo>
                  <a:lnTo>
                    <a:pt x="31216" y="750557"/>
                  </a:lnTo>
                  <a:lnTo>
                    <a:pt x="35128" y="744740"/>
                  </a:lnTo>
                  <a:lnTo>
                    <a:pt x="36576" y="737616"/>
                  </a:lnTo>
                  <a:close/>
                </a:path>
                <a:path w="361315" h="1475739">
                  <a:moveTo>
                    <a:pt x="361188" y="1448028"/>
                  </a:moveTo>
                  <a:lnTo>
                    <a:pt x="352996" y="1440180"/>
                  </a:lnTo>
                  <a:lnTo>
                    <a:pt x="332803" y="1440180"/>
                  </a:lnTo>
                  <a:lnTo>
                    <a:pt x="324612" y="1448028"/>
                  </a:lnTo>
                  <a:lnTo>
                    <a:pt x="324612" y="1457706"/>
                  </a:lnTo>
                  <a:lnTo>
                    <a:pt x="324612" y="1467383"/>
                  </a:lnTo>
                  <a:lnTo>
                    <a:pt x="332803" y="1475232"/>
                  </a:lnTo>
                  <a:lnTo>
                    <a:pt x="352996" y="1475232"/>
                  </a:lnTo>
                  <a:lnTo>
                    <a:pt x="361188" y="1467383"/>
                  </a:lnTo>
                  <a:lnTo>
                    <a:pt x="361188" y="1448028"/>
                  </a:lnTo>
                  <a:close/>
                </a:path>
                <a:path w="361315" h="1475739">
                  <a:moveTo>
                    <a:pt x="361188" y="7874"/>
                  </a:moveTo>
                  <a:lnTo>
                    <a:pt x="352996" y="0"/>
                  </a:lnTo>
                  <a:lnTo>
                    <a:pt x="332803" y="0"/>
                  </a:lnTo>
                  <a:lnTo>
                    <a:pt x="324612" y="7874"/>
                  </a:lnTo>
                  <a:lnTo>
                    <a:pt x="324612" y="17526"/>
                  </a:lnTo>
                  <a:lnTo>
                    <a:pt x="324612" y="27178"/>
                  </a:lnTo>
                  <a:lnTo>
                    <a:pt x="332803" y="35052"/>
                  </a:lnTo>
                  <a:lnTo>
                    <a:pt x="352996" y="35052"/>
                  </a:lnTo>
                  <a:lnTo>
                    <a:pt x="361188" y="27178"/>
                  </a:lnTo>
                  <a:lnTo>
                    <a:pt x="361188" y="7874"/>
                  </a:lnTo>
                  <a:close/>
                </a:path>
              </a:pathLst>
            </a:custGeom>
            <a:solidFill>
              <a:srgbClr val="181818"/>
            </a:solidFill>
          </p:spPr>
          <p:txBody>
            <a:bodyPr wrap="square" lIns="0" tIns="0" rIns="0" bIns="0" rtlCol="0"/>
            <a:lstStyle/>
            <a:p>
              <a:endParaRPr/>
            </a:p>
          </p:txBody>
        </p:sp>
      </p:grpSp>
      <p:grpSp>
        <p:nvGrpSpPr>
          <p:cNvPr id="5" name="object 5"/>
          <p:cNvGrpSpPr/>
          <p:nvPr/>
        </p:nvGrpSpPr>
        <p:grpSpPr>
          <a:xfrm>
            <a:off x="7344156" y="0"/>
            <a:ext cx="1800225" cy="5148580"/>
            <a:chOff x="7344156" y="0"/>
            <a:chExt cx="1800225" cy="5148580"/>
          </a:xfrm>
        </p:grpSpPr>
        <p:sp>
          <p:nvSpPr>
            <p:cNvPr id="6" name="object 6"/>
            <p:cNvSpPr/>
            <p:nvPr/>
          </p:nvSpPr>
          <p:spPr>
            <a:xfrm>
              <a:off x="8496300" y="0"/>
              <a:ext cx="647700" cy="4874260"/>
            </a:xfrm>
            <a:custGeom>
              <a:avLst/>
              <a:gdLst/>
              <a:ahLst/>
              <a:cxnLst/>
              <a:rect l="l" t="t" r="r" b="b"/>
              <a:pathLst>
                <a:path w="647700" h="4874260">
                  <a:moveTo>
                    <a:pt x="0" y="4873752"/>
                  </a:moveTo>
                  <a:lnTo>
                    <a:pt x="647700" y="4873752"/>
                  </a:lnTo>
                  <a:lnTo>
                    <a:pt x="647700" y="0"/>
                  </a:lnTo>
                  <a:lnTo>
                    <a:pt x="0" y="0"/>
                  </a:lnTo>
                  <a:lnTo>
                    <a:pt x="0" y="4873752"/>
                  </a:lnTo>
                  <a:close/>
                </a:path>
              </a:pathLst>
            </a:custGeom>
            <a:solidFill>
              <a:srgbClr val="D2D2D2"/>
            </a:solidFill>
          </p:spPr>
          <p:txBody>
            <a:bodyPr wrap="square" lIns="0" tIns="0" rIns="0" bIns="0" rtlCol="0"/>
            <a:lstStyle/>
            <a:p>
              <a:endParaRPr/>
            </a:p>
          </p:txBody>
        </p:sp>
        <p:sp>
          <p:nvSpPr>
            <p:cNvPr id="7" name="object 7"/>
            <p:cNvSpPr/>
            <p:nvPr/>
          </p:nvSpPr>
          <p:spPr>
            <a:xfrm>
              <a:off x="7344156" y="4873751"/>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endParaRPr/>
            </a:p>
          </p:txBody>
        </p:sp>
        <p:sp>
          <p:nvSpPr>
            <p:cNvPr id="8" name="object 8"/>
            <p:cNvSpPr/>
            <p:nvPr/>
          </p:nvSpPr>
          <p:spPr>
            <a:xfrm>
              <a:off x="7703820" y="0"/>
              <a:ext cx="721360" cy="539750"/>
            </a:xfrm>
            <a:custGeom>
              <a:avLst/>
              <a:gdLst/>
              <a:ahLst/>
              <a:cxnLst/>
              <a:rect l="l" t="t" r="r" b="b"/>
              <a:pathLst>
                <a:path w="721359" h="539750">
                  <a:moveTo>
                    <a:pt x="0" y="539496"/>
                  </a:moveTo>
                  <a:lnTo>
                    <a:pt x="720851" y="539496"/>
                  </a:lnTo>
                  <a:lnTo>
                    <a:pt x="720851" y="0"/>
                  </a:lnTo>
                </a:path>
                <a:path w="721359" h="539750">
                  <a:moveTo>
                    <a:pt x="0" y="0"/>
                  </a:moveTo>
                  <a:lnTo>
                    <a:pt x="0" y="539496"/>
                  </a:lnTo>
                </a:path>
              </a:pathLst>
            </a:custGeom>
            <a:ln w="9525">
              <a:solidFill>
                <a:srgbClr val="4475C9"/>
              </a:solidFill>
            </a:ln>
          </p:spPr>
          <p:txBody>
            <a:bodyPr wrap="square" lIns="0" tIns="0" rIns="0" bIns="0" rtlCol="0"/>
            <a:lstStyle/>
            <a:p>
              <a:endParaRPr/>
            </a:p>
          </p:txBody>
        </p:sp>
        <p:sp>
          <p:nvSpPr>
            <p:cNvPr id="9" name="object 9"/>
            <p:cNvSpPr/>
            <p:nvPr/>
          </p:nvSpPr>
          <p:spPr>
            <a:xfrm>
              <a:off x="8639556" y="539495"/>
              <a:ext cx="360045" cy="1477010"/>
            </a:xfrm>
            <a:custGeom>
              <a:avLst/>
              <a:gdLst/>
              <a:ahLst/>
              <a:cxnLst/>
              <a:rect l="l" t="t" r="r" b="b"/>
              <a:pathLst>
                <a:path w="360045" h="1477010">
                  <a:moveTo>
                    <a:pt x="36576" y="1458468"/>
                  </a:moveTo>
                  <a:lnTo>
                    <a:pt x="35140" y="1451330"/>
                  </a:lnTo>
                  <a:lnTo>
                    <a:pt x="31242" y="1445514"/>
                  </a:lnTo>
                  <a:lnTo>
                    <a:pt x="25425" y="1441615"/>
                  </a:lnTo>
                  <a:lnTo>
                    <a:pt x="18288" y="1440180"/>
                  </a:lnTo>
                  <a:lnTo>
                    <a:pt x="11137" y="1441615"/>
                  </a:lnTo>
                  <a:lnTo>
                    <a:pt x="5321" y="1445514"/>
                  </a:lnTo>
                  <a:lnTo>
                    <a:pt x="1422" y="1451330"/>
                  </a:lnTo>
                  <a:lnTo>
                    <a:pt x="0" y="1458468"/>
                  </a:lnTo>
                  <a:lnTo>
                    <a:pt x="1422" y="1465618"/>
                  </a:lnTo>
                  <a:lnTo>
                    <a:pt x="5334" y="1471422"/>
                  </a:lnTo>
                  <a:lnTo>
                    <a:pt x="11137" y="1475333"/>
                  </a:lnTo>
                  <a:lnTo>
                    <a:pt x="18288" y="1476756"/>
                  </a:lnTo>
                  <a:lnTo>
                    <a:pt x="25425" y="1475333"/>
                  </a:lnTo>
                  <a:lnTo>
                    <a:pt x="31242" y="1471422"/>
                  </a:lnTo>
                  <a:lnTo>
                    <a:pt x="35140" y="1465618"/>
                  </a:lnTo>
                  <a:lnTo>
                    <a:pt x="36576" y="1458468"/>
                  </a:lnTo>
                  <a:close/>
                </a:path>
                <a:path w="360045" h="1477010">
                  <a:moveTo>
                    <a:pt x="36576" y="1098804"/>
                  </a:moveTo>
                  <a:lnTo>
                    <a:pt x="35140" y="1091666"/>
                  </a:lnTo>
                  <a:lnTo>
                    <a:pt x="31242" y="1085850"/>
                  </a:lnTo>
                  <a:lnTo>
                    <a:pt x="25425" y="1081951"/>
                  </a:lnTo>
                  <a:lnTo>
                    <a:pt x="18288" y="1080516"/>
                  </a:lnTo>
                  <a:lnTo>
                    <a:pt x="11137" y="1081951"/>
                  </a:lnTo>
                  <a:lnTo>
                    <a:pt x="5321" y="1085850"/>
                  </a:lnTo>
                  <a:lnTo>
                    <a:pt x="1422" y="1091666"/>
                  </a:lnTo>
                  <a:lnTo>
                    <a:pt x="0" y="1098804"/>
                  </a:lnTo>
                  <a:lnTo>
                    <a:pt x="1422" y="1105954"/>
                  </a:lnTo>
                  <a:lnTo>
                    <a:pt x="5334" y="1111758"/>
                  </a:lnTo>
                  <a:lnTo>
                    <a:pt x="11137" y="1115669"/>
                  </a:lnTo>
                  <a:lnTo>
                    <a:pt x="18288" y="1117092"/>
                  </a:lnTo>
                  <a:lnTo>
                    <a:pt x="25425" y="1115669"/>
                  </a:lnTo>
                  <a:lnTo>
                    <a:pt x="31242" y="1111758"/>
                  </a:lnTo>
                  <a:lnTo>
                    <a:pt x="35140" y="1105954"/>
                  </a:lnTo>
                  <a:lnTo>
                    <a:pt x="36576" y="1098804"/>
                  </a:lnTo>
                  <a:close/>
                </a:path>
                <a:path w="360045" h="1477010">
                  <a:moveTo>
                    <a:pt x="36576" y="728726"/>
                  </a:moveTo>
                  <a:lnTo>
                    <a:pt x="28448" y="720852"/>
                  </a:lnTo>
                  <a:lnTo>
                    <a:pt x="8128" y="720852"/>
                  </a:lnTo>
                  <a:lnTo>
                    <a:pt x="0" y="728726"/>
                  </a:lnTo>
                  <a:lnTo>
                    <a:pt x="0" y="738378"/>
                  </a:lnTo>
                  <a:lnTo>
                    <a:pt x="0" y="748030"/>
                  </a:lnTo>
                  <a:lnTo>
                    <a:pt x="8128" y="755904"/>
                  </a:lnTo>
                  <a:lnTo>
                    <a:pt x="28448" y="755904"/>
                  </a:lnTo>
                  <a:lnTo>
                    <a:pt x="36576" y="748030"/>
                  </a:lnTo>
                  <a:lnTo>
                    <a:pt x="36576" y="728726"/>
                  </a:lnTo>
                  <a:close/>
                </a:path>
                <a:path w="360045" h="1477010">
                  <a:moveTo>
                    <a:pt x="36576" y="377952"/>
                  </a:moveTo>
                  <a:lnTo>
                    <a:pt x="35140" y="370814"/>
                  </a:lnTo>
                  <a:lnTo>
                    <a:pt x="31242" y="364998"/>
                  </a:lnTo>
                  <a:lnTo>
                    <a:pt x="25425" y="361099"/>
                  </a:lnTo>
                  <a:lnTo>
                    <a:pt x="18288" y="359664"/>
                  </a:lnTo>
                  <a:lnTo>
                    <a:pt x="11137" y="361099"/>
                  </a:lnTo>
                  <a:lnTo>
                    <a:pt x="5321" y="364998"/>
                  </a:lnTo>
                  <a:lnTo>
                    <a:pt x="1422" y="370814"/>
                  </a:lnTo>
                  <a:lnTo>
                    <a:pt x="0" y="377952"/>
                  </a:lnTo>
                  <a:lnTo>
                    <a:pt x="1422" y="385102"/>
                  </a:lnTo>
                  <a:lnTo>
                    <a:pt x="5334" y="390906"/>
                  </a:lnTo>
                  <a:lnTo>
                    <a:pt x="11137" y="394817"/>
                  </a:lnTo>
                  <a:lnTo>
                    <a:pt x="18288" y="396240"/>
                  </a:lnTo>
                  <a:lnTo>
                    <a:pt x="25425" y="394817"/>
                  </a:lnTo>
                  <a:lnTo>
                    <a:pt x="31242" y="390906"/>
                  </a:lnTo>
                  <a:lnTo>
                    <a:pt x="35140" y="385102"/>
                  </a:lnTo>
                  <a:lnTo>
                    <a:pt x="36576" y="377952"/>
                  </a:lnTo>
                  <a:close/>
                </a:path>
                <a:path w="360045" h="1477010">
                  <a:moveTo>
                    <a:pt x="36576" y="18288"/>
                  </a:moveTo>
                  <a:lnTo>
                    <a:pt x="35140" y="11150"/>
                  </a:lnTo>
                  <a:lnTo>
                    <a:pt x="31242" y="5346"/>
                  </a:lnTo>
                  <a:lnTo>
                    <a:pt x="25425" y="1435"/>
                  </a:lnTo>
                  <a:lnTo>
                    <a:pt x="18288" y="0"/>
                  </a:lnTo>
                  <a:lnTo>
                    <a:pt x="11137" y="1435"/>
                  </a:lnTo>
                  <a:lnTo>
                    <a:pt x="5321" y="5346"/>
                  </a:lnTo>
                  <a:lnTo>
                    <a:pt x="1422" y="11150"/>
                  </a:lnTo>
                  <a:lnTo>
                    <a:pt x="0" y="18288"/>
                  </a:lnTo>
                  <a:lnTo>
                    <a:pt x="1422" y="25438"/>
                  </a:lnTo>
                  <a:lnTo>
                    <a:pt x="5334" y="31242"/>
                  </a:lnTo>
                  <a:lnTo>
                    <a:pt x="11137" y="35153"/>
                  </a:lnTo>
                  <a:lnTo>
                    <a:pt x="18288" y="36576"/>
                  </a:lnTo>
                  <a:lnTo>
                    <a:pt x="25425" y="35153"/>
                  </a:lnTo>
                  <a:lnTo>
                    <a:pt x="31242" y="31242"/>
                  </a:lnTo>
                  <a:lnTo>
                    <a:pt x="35140" y="25438"/>
                  </a:lnTo>
                  <a:lnTo>
                    <a:pt x="36576" y="18288"/>
                  </a:lnTo>
                  <a:close/>
                </a:path>
                <a:path w="360045" h="1477010">
                  <a:moveTo>
                    <a:pt x="359664" y="1448308"/>
                  </a:moveTo>
                  <a:lnTo>
                    <a:pt x="351790" y="1440180"/>
                  </a:lnTo>
                  <a:lnTo>
                    <a:pt x="332486" y="1440180"/>
                  </a:lnTo>
                  <a:lnTo>
                    <a:pt x="324612" y="1448308"/>
                  </a:lnTo>
                  <a:lnTo>
                    <a:pt x="324612" y="1458468"/>
                  </a:lnTo>
                  <a:lnTo>
                    <a:pt x="324612" y="1468628"/>
                  </a:lnTo>
                  <a:lnTo>
                    <a:pt x="332486" y="1476756"/>
                  </a:lnTo>
                  <a:lnTo>
                    <a:pt x="351790" y="1476756"/>
                  </a:lnTo>
                  <a:lnTo>
                    <a:pt x="359664" y="1468628"/>
                  </a:lnTo>
                  <a:lnTo>
                    <a:pt x="359664" y="1448308"/>
                  </a:lnTo>
                  <a:close/>
                </a:path>
                <a:path w="360045" h="1477010">
                  <a:moveTo>
                    <a:pt x="359664" y="1088644"/>
                  </a:moveTo>
                  <a:lnTo>
                    <a:pt x="351790" y="1080516"/>
                  </a:lnTo>
                  <a:lnTo>
                    <a:pt x="332486" y="1080516"/>
                  </a:lnTo>
                  <a:lnTo>
                    <a:pt x="324612" y="1088644"/>
                  </a:lnTo>
                  <a:lnTo>
                    <a:pt x="324612" y="1098804"/>
                  </a:lnTo>
                  <a:lnTo>
                    <a:pt x="324612" y="1108964"/>
                  </a:lnTo>
                  <a:lnTo>
                    <a:pt x="332486" y="1117092"/>
                  </a:lnTo>
                  <a:lnTo>
                    <a:pt x="351790" y="1117092"/>
                  </a:lnTo>
                  <a:lnTo>
                    <a:pt x="359664" y="1108964"/>
                  </a:lnTo>
                  <a:lnTo>
                    <a:pt x="359664" y="1088644"/>
                  </a:lnTo>
                  <a:close/>
                </a:path>
                <a:path w="360045" h="1477010">
                  <a:moveTo>
                    <a:pt x="359664" y="728726"/>
                  </a:moveTo>
                  <a:lnTo>
                    <a:pt x="351790" y="720852"/>
                  </a:lnTo>
                  <a:lnTo>
                    <a:pt x="332486" y="720852"/>
                  </a:lnTo>
                  <a:lnTo>
                    <a:pt x="324612" y="728726"/>
                  </a:lnTo>
                  <a:lnTo>
                    <a:pt x="324612" y="738378"/>
                  </a:lnTo>
                  <a:lnTo>
                    <a:pt x="324612" y="748030"/>
                  </a:lnTo>
                  <a:lnTo>
                    <a:pt x="332486" y="755904"/>
                  </a:lnTo>
                  <a:lnTo>
                    <a:pt x="351790" y="755904"/>
                  </a:lnTo>
                  <a:lnTo>
                    <a:pt x="359664" y="748030"/>
                  </a:lnTo>
                  <a:lnTo>
                    <a:pt x="359664" y="728726"/>
                  </a:lnTo>
                  <a:close/>
                </a:path>
                <a:path w="360045" h="1477010">
                  <a:moveTo>
                    <a:pt x="359664" y="367792"/>
                  </a:moveTo>
                  <a:lnTo>
                    <a:pt x="351790" y="359664"/>
                  </a:lnTo>
                  <a:lnTo>
                    <a:pt x="332486" y="359664"/>
                  </a:lnTo>
                  <a:lnTo>
                    <a:pt x="324612" y="367792"/>
                  </a:lnTo>
                  <a:lnTo>
                    <a:pt x="324612" y="377952"/>
                  </a:lnTo>
                  <a:lnTo>
                    <a:pt x="324612" y="388112"/>
                  </a:lnTo>
                  <a:lnTo>
                    <a:pt x="332486" y="396240"/>
                  </a:lnTo>
                  <a:lnTo>
                    <a:pt x="351790" y="396240"/>
                  </a:lnTo>
                  <a:lnTo>
                    <a:pt x="359664" y="388112"/>
                  </a:lnTo>
                  <a:lnTo>
                    <a:pt x="359664" y="367792"/>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grpSp>
      <p:sp>
        <p:nvSpPr>
          <p:cNvPr id="10" name="object 10"/>
          <p:cNvSpPr/>
          <p:nvPr/>
        </p:nvSpPr>
        <p:spPr>
          <a:xfrm>
            <a:off x="6083808" y="4604003"/>
            <a:ext cx="539750" cy="539750"/>
          </a:xfrm>
          <a:custGeom>
            <a:avLst/>
            <a:gdLst/>
            <a:ahLst/>
            <a:cxnLst/>
            <a:rect l="l" t="t" r="r" b="b"/>
            <a:pathLst>
              <a:path w="539750" h="539750">
                <a:moveTo>
                  <a:pt x="539495" y="0"/>
                </a:moveTo>
                <a:lnTo>
                  <a:pt x="0" y="0"/>
                </a:lnTo>
                <a:lnTo>
                  <a:pt x="0" y="539496"/>
                </a:lnTo>
                <a:lnTo>
                  <a:pt x="539495" y="539496"/>
                </a:lnTo>
                <a:lnTo>
                  <a:pt x="539495" y="0"/>
                </a:lnTo>
                <a:close/>
              </a:path>
            </a:pathLst>
          </a:custGeom>
          <a:solidFill>
            <a:srgbClr val="4475C9"/>
          </a:solidFill>
        </p:spPr>
        <p:txBody>
          <a:bodyPr wrap="square" lIns="0" tIns="0" rIns="0" bIns="0" rtlCol="0"/>
          <a:lstStyle/>
          <a:p>
            <a:endParaRPr/>
          </a:p>
        </p:txBody>
      </p:sp>
      <p:sp>
        <p:nvSpPr>
          <p:cNvPr id="11" name="object 11"/>
          <p:cNvSpPr/>
          <p:nvPr/>
        </p:nvSpPr>
        <p:spPr>
          <a:xfrm>
            <a:off x="5724144"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2" name="object 12"/>
          <p:cNvSpPr/>
          <p:nvPr/>
        </p:nvSpPr>
        <p:spPr>
          <a:xfrm>
            <a:off x="5364479"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3" name="object 13"/>
          <p:cNvSpPr/>
          <p:nvPr/>
        </p:nvSpPr>
        <p:spPr>
          <a:xfrm>
            <a:off x="3241548" y="0"/>
            <a:ext cx="539750" cy="539750"/>
          </a:xfrm>
          <a:custGeom>
            <a:avLst/>
            <a:gdLst/>
            <a:ahLst/>
            <a:cxnLst/>
            <a:rect l="l" t="t" r="r" b="b"/>
            <a:pathLst>
              <a:path w="539750" h="539750">
                <a:moveTo>
                  <a:pt x="539496" y="0"/>
                </a:moveTo>
                <a:lnTo>
                  <a:pt x="0" y="0"/>
                </a:lnTo>
                <a:lnTo>
                  <a:pt x="0" y="539496"/>
                </a:lnTo>
                <a:lnTo>
                  <a:pt x="539496" y="539496"/>
                </a:lnTo>
                <a:lnTo>
                  <a:pt x="539496" y="0"/>
                </a:lnTo>
                <a:close/>
              </a:path>
            </a:pathLst>
          </a:custGeom>
          <a:solidFill>
            <a:srgbClr val="4475C9"/>
          </a:solidFill>
        </p:spPr>
        <p:txBody>
          <a:bodyPr wrap="square" lIns="0" tIns="0" rIns="0" bIns="0" rtlCol="0"/>
          <a:lstStyle/>
          <a:p>
            <a:endParaRPr/>
          </a:p>
        </p:txBody>
      </p:sp>
      <p:sp>
        <p:nvSpPr>
          <p:cNvPr id="14" name="object 14"/>
          <p:cNvSpPr/>
          <p:nvPr/>
        </p:nvSpPr>
        <p:spPr>
          <a:xfrm>
            <a:off x="3960876"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15" name="object 15"/>
          <p:cNvSpPr/>
          <p:nvPr/>
        </p:nvSpPr>
        <p:spPr>
          <a:xfrm>
            <a:off x="4320540"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16" name="object 16"/>
          <p:cNvSpPr/>
          <p:nvPr/>
        </p:nvSpPr>
        <p:spPr>
          <a:xfrm>
            <a:off x="719327" y="4604003"/>
            <a:ext cx="721360" cy="539750"/>
          </a:xfrm>
          <a:custGeom>
            <a:avLst/>
            <a:gdLst/>
            <a:ahLst/>
            <a:cxnLst/>
            <a:rect l="l" t="t" r="r" b="b"/>
            <a:pathLst>
              <a:path w="721360" h="539750">
                <a:moveTo>
                  <a:pt x="720852" y="539495"/>
                </a:moveTo>
                <a:lnTo>
                  <a:pt x="720852" y="0"/>
                </a:lnTo>
                <a:lnTo>
                  <a:pt x="0" y="0"/>
                </a:lnTo>
                <a:lnTo>
                  <a:pt x="0" y="539495"/>
                </a:lnTo>
              </a:path>
            </a:pathLst>
          </a:custGeom>
          <a:ln w="9525">
            <a:solidFill>
              <a:srgbClr val="181818"/>
            </a:solidFill>
          </a:ln>
        </p:spPr>
        <p:txBody>
          <a:bodyPr wrap="square" lIns="0" tIns="0" rIns="0" bIns="0" rtlCol="0"/>
          <a:lstStyle/>
          <a:p>
            <a:endParaRPr/>
          </a:p>
        </p:txBody>
      </p:sp>
      <p:sp>
        <p:nvSpPr>
          <p:cNvPr id="17" name="object 17"/>
          <p:cNvSpPr/>
          <p:nvPr/>
        </p:nvSpPr>
        <p:spPr>
          <a:xfrm>
            <a:off x="719327" y="0"/>
            <a:ext cx="1801495" cy="269875"/>
          </a:xfrm>
          <a:custGeom>
            <a:avLst/>
            <a:gdLst/>
            <a:ahLst/>
            <a:cxnLst/>
            <a:rect l="l" t="t" r="r" b="b"/>
            <a:pathLst>
              <a:path w="1801495" h="269875">
                <a:moveTo>
                  <a:pt x="1801368" y="0"/>
                </a:moveTo>
                <a:lnTo>
                  <a:pt x="0" y="0"/>
                </a:lnTo>
                <a:lnTo>
                  <a:pt x="0" y="269748"/>
                </a:lnTo>
                <a:lnTo>
                  <a:pt x="1801368" y="269748"/>
                </a:lnTo>
                <a:lnTo>
                  <a:pt x="1801368" y="0"/>
                </a:lnTo>
                <a:close/>
              </a:path>
            </a:pathLst>
          </a:custGeom>
          <a:solidFill>
            <a:srgbClr val="4475C9"/>
          </a:solidFill>
        </p:spPr>
        <p:txBody>
          <a:bodyPr wrap="square" lIns="0" tIns="0" rIns="0" bIns="0" rtlCol="0"/>
          <a:lstStyle/>
          <a:p>
            <a:endParaRPr/>
          </a:p>
        </p:txBody>
      </p:sp>
      <p:sp>
        <p:nvSpPr>
          <p:cNvPr id="18" name="object 18"/>
          <p:cNvSpPr/>
          <p:nvPr/>
        </p:nvSpPr>
        <p:spPr>
          <a:xfrm>
            <a:off x="143255" y="3128772"/>
            <a:ext cx="36830" cy="35560"/>
          </a:xfrm>
          <a:custGeom>
            <a:avLst/>
            <a:gdLst/>
            <a:ahLst/>
            <a:cxnLst/>
            <a:rect l="l" t="t" r="r" b="b"/>
            <a:pathLst>
              <a:path w="36830" h="35560">
                <a:moveTo>
                  <a:pt x="28384" y="0"/>
                </a:moveTo>
                <a:lnTo>
                  <a:pt x="8191" y="0"/>
                </a:lnTo>
                <a:lnTo>
                  <a:pt x="0" y="7873"/>
                </a:lnTo>
                <a:lnTo>
                  <a:pt x="0" y="17525"/>
                </a:lnTo>
                <a:lnTo>
                  <a:pt x="0" y="27177"/>
                </a:lnTo>
                <a:lnTo>
                  <a:pt x="8191" y="35051"/>
                </a:lnTo>
                <a:lnTo>
                  <a:pt x="28384" y="35051"/>
                </a:lnTo>
                <a:lnTo>
                  <a:pt x="36576" y="27177"/>
                </a:lnTo>
                <a:lnTo>
                  <a:pt x="36576" y="7873"/>
                </a:lnTo>
                <a:lnTo>
                  <a:pt x="28384" y="0"/>
                </a:lnTo>
                <a:close/>
              </a:path>
            </a:pathLst>
          </a:custGeom>
          <a:solidFill>
            <a:srgbClr val="181818"/>
          </a:solidFill>
        </p:spPr>
        <p:txBody>
          <a:bodyPr wrap="square" lIns="0" tIns="0" rIns="0" bIns="0" rtlCol="0"/>
          <a:lstStyle/>
          <a:p>
            <a:endParaRPr/>
          </a:p>
        </p:txBody>
      </p:sp>
      <p:sp>
        <p:nvSpPr>
          <p:cNvPr id="19" name="object 19"/>
          <p:cNvSpPr/>
          <p:nvPr/>
        </p:nvSpPr>
        <p:spPr>
          <a:xfrm>
            <a:off x="143255" y="3488435"/>
            <a:ext cx="36830" cy="36830"/>
          </a:xfrm>
          <a:custGeom>
            <a:avLst/>
            <a:gdLst/>
            <a:ahLst/>
            <a:cxnLst/>
            <a:rect l="l" t="t" r="r" b="b"/>
            <a:pathLst>
              <a:path w="36830" h="36829">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20" name="object 20"/>
          <p:cNvSpPr/>
          <p:nvPr/>
        </p:nvSpPr>
        <p:spPr>
          <a:xfrm>
            <a:off x="467868" y="3488435"/>
            <a:ext cx="36830" cy="36830"/>
          </a:xfrm>
          <a:custGeom>
            <a:avLst/>
            <a:gdLst/>
            <a:ahLst/>
            <a:cxnLst/>
            <a:rect l="l" t="t" r="r" b="b"/>
            <a:pathLst>
              <a:path w="36829" h="36829">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3848100"/>
            <a:ext cx="36830" cy="36830"/>
          </a:xfrm>
          <a:custGeom>
            <a:avLst/>
            <a:gdLst/>
            <a:ahLst/>
            <a:cxnLst/>
            <a:rect l="l" t="t" r="r" b="b"/>
            <a:pathLst>
              <a:path w="36829" h="36829">
                <a:moveTo>
                  <a:pt x="18287" y="0"/>
                </a:moveTo>
                <a:lnTo>
                  <a:pt x="11171" y="1428"/>
                </a:lnTo>
                <a:lnTo>
                  <a:pt x="5357" y="5334"/>
                </a:lnTo>
                <a:lnTo>
                  <a:pt x="1437" y="11144"/>
                </a:lnTo>
                <a:lnTo>
                  <a:pt x="0" y="18287"/>
                </a:lnTo>
                <a:lnTo>
                  <a:pt x="1437" y="25404"/>
                </a:lnTo>
                <a:lnTo>
                  <a:pt x="5357" y="31218"/>
                </a:lnTo>
                <a:lnTo>
                  <a:pt x="11171" y="35138"/>
                </a:lnTo>
                <a:lnTo>
                  <a:pt x="18287" y="36575"/>
                </a:lnTo>
                <a:lnTo>
                  <a:pt x="25404" y="35138"/>
                </a:lnTo>
                <a:lnTo>
                  <a:pt x="31218" y="31218"/>
                </a:lnTo>
                <a:lnTo>
                  <a:pt x="35138" y="25404"/>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4207764"/>
            <a:ext cx="36830" cy="36830"/>
          </a:xfrm>
          <a:custGeom>
            <a:avLst/>
            <a:gdLst/>
            <a:ahLst/>
            <a:cxnLst/>
            <a:rect l="l" t="t" r="r" b="b"/>
            <a:pathLst>
              <a:path w="36829" h="36829">
                <a:moveTo>
                  <a:pt x="18287" y="0"/>
                </a:moveTo>
                <a:lnTo>
                  <a:pt x="11171" y="1437"/>
                </a:lnTo>
                <a:lnTo>
                  <a:pt x="5357" y="5357"/>
                </a:lnTo>
                <a:lnTo>
                  <a:pt x="1437" y="11171"/>
                </a:lnTo>
                <a:lnTo>
                  <a:pt x="0" y="18288"/>
                </a:lnTo>
                <a:lnTo>
                  <a:pt x="1437" y="25404"/>
                </a:lnTo>
                <a:lnTo>
                  <a:pt x="5357" y="31218"/>
                </a:lnTo>
                <a:lnTo>
                  <a:pt x="11171" y="35138"/>
                </a:lnTo>
                <a:lnTo>
                  <a:pt x="18287" y="36576"/>
                </a:lnTo>
                <a:lnTo>
                  <a:pt x="25404" y="35138"/>
                </a:lnTo>
                <a:lnTo>
                  <a:pt x="31218" y="31218"/>
                </a:lnTo>
                <a:lnTo>
                  <a:pt x="35138" y="25404"/>
                </a:lnTo>
                <a:lnTo>
                  <a:pt x="36575" y="18288"/>
                </a:lnTo>
                <a:lnTo>
                  <a:pt x="35138" y="11171"/>
                </a:lnTo>
                <a:lnTo>
                  <a:pt x="31218" y="5357"/>
                </a:lnTo>
                <a:lnTo>
                  <a:pt x="25404" y="1437"/>
                </a:lnTo>
                <a:lnTo>
                  <a:pt x="18287" y="0"/>
                </a:lnTo>
                <a:close/>
              </a:path>
            </a:pathLst>
          </a:custGeom>
          <a:solidFill>
            <a:srgbClr val="181818"/>
          </a:solidFill>
        </p:spPr>
        <p:txBody>
          <a:bodyPr wrap="square" lIns="0" tIns="0" rIns="0" bIns="0" rtlCol="0"/>
          <a:lstStyle/>
          <a:p>
            <a:endParaRPr/>
          </a:p>
        </p:txBody>
      </p:sp>
      <p:sp>
        <p:nvSpPr>
          <p:cNvPr id="23" name="object 23"/>
          <p:cNvSpPr/>
          <p:nvPr/>
        </p:nvSpPr>
        <p:spPr>
          <a:xfrm>
            <a:off x="7235952" y="89915"/>
            <a:ext cx="36830" cy="36830"/>
          </a:xfrm>
          <a:custGeom>
            <a:avLst/>
            <a:gdLst/>
            <a:ahLst/>
            <a:cxnLst/>
            <a:rect l="l" t="t" r="r" b="b"/>
            <a:pathLst>
              <a:path w="36829" h="36830">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4" name="object 24"/>
          <p:cNvSpPr/>
          <p:nvPr/>
        </p:nvSpPr>
        <p:spPr>
          <a:xfrm>
            <a:off x="6876288" y="89915"/>
            <a:ext cx="36830" cy="36830"/>
          </a:xfrm>
          <a:custGeom>
            <a:avLst/>
            <a:gdLst/>
            <a:ahLst/>
            <a:cxnLst/>
            <a:rect l="l" t="t" r="r" b="b"/>
            <a:pathLst>
              <a:path w="36829" h="36830">
                <a:moveTo>
                  <a:pt x="18287" y="0"/>
                </a:moveTo>
                <a:lnTo>
                  <a:pt x="11144" y="1428"/>
                </a:lnTo>
                <a:lnTo>
                  <a:pt x="5333" y="5334"/>
                </a:lnTo>
                <a:lnTo>
                  <a:pt x="1428" y="11144"/>
                </a:lnTo>
                <a:lnTo>
                  <a:pt x="0" y="18287"/>
                </a:lnTo>
                <a:lnTo>
                  <a:pt x="1428" y="25431"/>
                </a:lnTo>
                <a:lnTo>
                  <a:pt x="5333" y="31241"/>
                </a:lnTo>
                <a:lnTo>
                  <a:pt x="11144" y="35147"/>
                </a:lnTo>
                <a:lnTo>
                  <a:pt x="18287" y="36575"/>
                </a:lnTo>
                <a:lnTo>
                  <a:pt x="25431" y="35147"/>
                </a:lnTo>
                <a:lnTo>
                  <a:pt x="31241" y="31241"/>
                </a:lnTo>
                <a:lnTo>
                  <a:pt x="35147" y="25431"/>
                </a:lnTo>
                <a:lnTo>
                  <a:pt x="36575" y="18287"/>
                </a:lnTo>
                <a:lnTo>
                  <a:pt x="35147" y="11144"/>
                </a:lnTo>
                <a:lnTo>
                  <a:pt x="31241" y="5334"/>
                </a:lnTo>
                <a:lnTo>
                  <a:pt x="25431" y="1428"/>
                </a:lnTo>
                <a:lnTo>
                  <a:pt x="18287" y="0"/>
                </a:lnTo>
                <a:close/>
              </a:path>
            </a:pathLst>
          </a:custGeom>
          <a:solidFill>
            <a:srgbClr val="181818"/>
          </a:solidFill>
        </p:spPr>
        <p:txBody>
          <a:bodyPr wrap="square" lIns="0" tIns="0" rIns="0" bIns="0" rtlCol="0"/>
          <a:lstStyle/>
          <a:p>
            <a:endParaRPr/>
          </a:p>
        </p:txBody>
      </p:sp>
      <p:sp>
        <p:nvSpPr>
          <p:cNvPr id="25" name="object 25"/>
          <p:cNvSpPr/>
          <p:nvPr/>
        </p:nvSpPr>
        <p:spPr>
          <a:xfrm>
            <a:off x="6516623" y="89915"/>
            <a:ext cx="36830" cy="36830"/>
          </a:xfrm>
          <a:custGeom>
            <a:avLst/>
            <a:gdLst/>
            <a:ahLst/>
            <a:cxnLst/>
            <a:rect l="l" t="t" r="r" b="b"/>
            <a:pathLst>
              <a:path w="36829" h="36830">
                <a:moveTo>
                  <a:pt x="18287" y="0"/>
                </a:moveTo>
                <a:lnTo>
                  <a:pt x="11144" y="1428"/>
                </a:lnTo>
                <a:lnTo>
                  <a:pt x="5333" y="5334"/>
                </a:lnTo>
                <a:lnTo>
                  <a:pt x="1428" y="11144"/>
                </a:lnTo>
                <a:lnTo>
                  <a:pt x="0" y="18287"/>
                </a:lnTo>
                <a:lnTo>
                  <a:pt x="1428" y="25431"/>
                </a:lnTo>
                <a:lnTo>
                  <a:pt x="5333" y="31241"/>
                </a:lnTo>
                <a:lnTo>
                  <a:pt x="11144" y="35147"/>
                </a:lnTo>
                <a:lnTo>
                  <a:pt x="18287" y="36575"/>
                </a:lnTo>
                <a:lnTo>
                  <a:pt x="25431" y="35147"/>
                </a:lnTo>
                <a:lnTo>
                  <a:pt x="31242" y="31241"/>
                </a:lnTo>
                <a:lnTo>
                  <a:pt x="35147" y="25431"/>
                </a:lnTo>
                <a:lnTo>
                  <a:pt x="36575" y="18287"/>
                </a:lnTo>
                <a:lnTo>
                  <a:pt x="35147" y="11144"/>
                </a:lnTo>
                <a:lnTo>
                  <a:pt x="31241" y="5334"/>
                </a:lnTo>
                <a:lnTo>
                  <a:pt x="25431" y="1428"/>
                </a:lnTo>
                <a:lnTo>
                  <a:pt x="18287" y="0"/>
                </a:lnTo>
                <a:close/>
              </a:path>
            </a:pathLst>
          </a:custGeom>
          <a:solidFill>
            <a:srgbClr val="181818"/>
          </a:solidFill>
        </p:spPr>
        <p:txBody>
          <a:bodyPr wrap="square" lIns="0" tIns="0" rIns="0" bIns="0" rtlCol="0"/>
          <a:lstStyle/>
          <a:p>
            <a:endParaRPr/>
          </a:p>
        </p:txBody>
      </p:sp>
      <p:sp>
        <p:nvSpPr>
          <p:cNvPr id="26" name="object 26"/>
          <p:cNvSpPr/>
          <p:nvPr/>
        </p:nvSpPr>
        <p:spPr>
          <a:xfrm>
            <a:off x="6156959" y="89915"/>
            <a:ext cx="35560" cy="36830"/>
          </a:xfrm>
          <a:custGeom>
            <a:avLst/>
            <a:gdLst/>
            <a:ahLst/>
            <a:cxnLst/>
            <a:rect l="l" t="t" r="r" b="b"/>
            <a:pathLst>
              <a:path w="35560" h="36830">
                <a:moveTo>
                  <a:pt x="27177" y="0"/>
                </a:moveTo>
                <a:lnTo>
                  <a:pt x="7874" y="0"/>
                </a:lnTo>
                <a:lnTo>
                  <a:pt x="0" y="8128"/>
                </a:lnTo>
                <a:lnTo>
                  <a:pt x="0" y="18287"/>
                </a:lnTo>
                <a:lnTo>
                  <a:pt x="0" y="28448"/>
                </a:lnTo>
                <a:lnTo>
                  <a:pt x="7874" y="36575"/>
                </a:lnTo>
                <a:lnTo>
                  <a:pt x="27177" y="36575"/>
                </a:lnTo>
                <a:lnTo>
                  <a:pt x="35051" y="28448"/>
                </a:lnTo>
                <a:lnTo>
                  <a:pt x="35051" y="8128"/>
                </a:lnTo>
                <a:lnTo>
                  <a:pt x="27177" y="0"/>
                </a:lnTo>
                <a:close/>
              </a:path>
            </a:pathLst>
          </a:custGeom>
          <a:solidFill>
            <a:srgbClr val="181818"/>
          </a:solidFill>
        </p:spPr>
        <p:txBody>
          <a:bodyPr wrap="square" lIns="0" tIns="0" rIns="0" bIns="0" rtlCol="0"/>
          <a:lstStyle/>
          <a:p>
            <a:endParaRPr/>
          </a:p>
        </p:txBody>
      </p:sp>
      <p:sp>
        <p:nvSpPr>
          <p:cNvPr id="27" name="object 27"/>
          <p:cNvSpPr/>
          <p:nvPr/>
        </p:nvSpPr>
        <p:spPr>
          <a:xfrm>
            <a:off x="5797296" y="89915"/>
            <a:ext cx="35560" cy="36830"/>
          </a:xfrm>
          <a:custGeom>
            <a:avLst/>
            <a:gdLst/>
            <a:ahLst/>
            <a:cxnLst/>
            <a:rect l="l" t="t" r="r" b="b"/>
            <a:pathLst>
              <a:path w="35560" h="36830">
                <a:moveTo>
                  <a:pt x="27177" y="0"/>
                </a:moveTo>
                <a:lnTo>
                  <a:pt x="7874" y="0"/>
                </a:lnTo>
                <a:lnTo>
                  <a:pt x="0" y="8128"/>
                </a:lnTo>
                <a:lnTo>
                  <a:pt x="0" y="18287"/>
                </a:lnTo>
                <a:lnTo>
                  <a:pt x="0" y="28448"/>
                </a:lnTo>
                <a:lnTo>
                  <a:pt x="7874" y="36575"/>
                </a:lnTo>
                <a:lnTo>
                  <a:pt x="27177" y="36575"/>
                </a:lnTo>
                <a:lnTo>
                  <a:pt x="35051" y="28448"/>
                </a:lnTo>
                <a:lnTo>
                  <a:pt x="35051" y="8128"/>
                </a:lnTo>
                <a:lnTo>
                  <a:pt x="27177" y="0"/>
                </a:lnTo>
                <a:close/>
              </a:path>
            </a:pathLst>
          </a:custGeom>
          <a:solidFill>
            <a:srgbClr val="181818"/>
          </a:solidFill>
        </p:spPr>
        <p:txBody>
          <a:bodyPr wrap="square" lIns="0" tIns="0" rIns="0" bIns="0" rtlCol="0"/>
          <a:lstStyle/>
          <a:p>
            <a:endParaRPr/>
          </a:p>
        </p:txBody>
      </p:sp>
      <p:sp>
        <p:nvSpPr>
          <p:cNvPr id="28" name="object 28"/>
          <p:cNvSpPr/>
          <p:nvPr/>
        </p:nvSpPr>
        <p:spPr>
          <a:xfrm>
            <a:off x="7235952" y="414527"/>
            <a:ext cx="36830" cy="35560"/>
          </a:xfrm>
          <a:custGeom>
            <a:avLst/>
            <a:gdLst/>
            <a:ahLst/>
            <a:cxnLst/>
            <a:rect l="l" t="t" r="r" b="b"/>
            <a:pathLst>
              <a:path w="36829" h="35559">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29" name="object 29"/>
          <p:cNvSpPr/>
          <p:nvPr/>
        </p:nvSpPr>
        <p:spPr>
          <a:xfrm>
            <a:off x="6876288" y="414527"/>
            <a:ext cx="36830" cy="35560"/>
          </a:xfrm>
          <a:custGeom>
            <a:avLst/>
            <a:gdLst/>
            <a:ahLst/>
            <a:cxnLst/>
            <a:rect l="l" t="t" r="r" b="b"/>
            <a:pathLst>
              <a:path w="36829" h="35559">
                <a:moveTo>
                  <a:pt x="28447" y="0"/>
                </a:moveTo>
                <a:lnTo>
                  <a:pt x="8127" y="0"/>
                </a:lnTo>
                <a:lnTo>
                  <a:pt x="0" y="7874"/>
                </a:lnTo>
                <a:lnTo>
                  <a:pt x="0" y="17525"/>
                </a:lnTo>
                <a:lnTo>
                  <a:pt x="0" y="27177"/>
                </a:lnTo>
                <a:lnTo>
                  <a:pt x="8127" y="35051"/>
                </a:lnTo>
                <a:lnTo>
                  <a:pt x="28447" y="35051"/>
                </a:lnTo>
                <a:lnTo>
                  <a:pt x="36575" y="27177"/>
                </a:lnTo>
                <a:lnTo>
                  <a:pt x="36575" y="7874"/>
                </a:lnTo>
                <a:lnTo>
                  <a:pt x="28447" y="0"/>
                </a:lnTo>
                <a:close/>
              </a:path>
            </a:pathLst>
          </a:custGeom>
          <a:solidFill>
            <a:srgbClr val="181818"/>
          </a:solidFill>
        </p:spPr>
        <p:txBody>
          <a:bodyPr wrap="square" lIns="0" tIns="0" rIns="0" bIns="0" rtlCol="0"/>
          <a:lstStyle/>
          <a:p>
            <a:endParaRPr/>
          </a:p>
        </p:txBody>
      </p:sp>
      <p:sp>
        <p:nvSpPr>
          <p:cNvPr id="30" name="object 30"/>
          <p:cNvSpPr/>
          <p:nvPr/>
        </p:nvSpPr>
        <p:spPr>
          <a:xfrm>
            <a:off x="6516623" y="414527"/>
            <a:ext cx="36830" cy="35560"/>
          </a:xfrm>
          <a:custGeom>
            <a:avLst/>
            <a:gdLst/>
            <a:ahLst/>
            <a:cxnLst/>
            <a:rect l="l" t="t" r="r" b="b"/>
            <a:pathLst>
              <a:path w="36829" h="35559">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31" name="object 31"/>
          <p:cNvSpPr/>
          <p:nvPr/>
        </p:nvSpPr>
        <p:spPr>
          <a:xfrm>
            <a:off x="6156959" y="414527"/>
            <a:ext cx="35560" cy="35560"/>
          </a:xfrm>
          <a:custGeom>
            <a:avLst/>
            <a:gdLst/>
            <a:ahLst/>
            <a:cxnLst/>
            <a:rect l="l" t="t" r="r" b="b"/>
            <a:pathLst>
              <a:path w="35560" h="35559">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5797296" y="414527"/>
            <a:ext cx="35560" cy="35560"/>
          </a:xfrm>
          <a:custGeom>
            <a:avLst/>
            <a:gdLst/>
            <a:ahLst/>
            <a:cxnLst/>
            <a:rect l="l" t="t" r="r" b="b"/>
            <a:pathLst>
              <a:path w="35560" h="35559">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3" name="object 33"/>
          <p:cNvSpPr txBox="1">
            <a:spLocks noGrp="1"/>
          </p:cNvSpPr>
          <p:nvPr>
            <p:ph type="title"/>
          </p:nvPr>
        </p:nvSpPr>
        <p:spPr>
          <a:xfrm>
            <a:off x="2667430" y="2164134"/>
            <a:ext cx="3489529" cy="689932"/>
          </a:xfrm>
          <a:prstGeom prst="rect">
            <a:avLst/>
          </a:prstGeom>
        </p:spPr>
        <p:txBody>
          <a:bodyPr vert="horz" wrap="square" lIns="0" tIns="12700" rIns="0" bIns="0" rtlCol="0">
            <a:spAutoFit/>
          </a:bodyPr>
          <a:lstStyle/>
          <a:p>
            <a:pPr marL="1643380" marR="5080" indent="-1631314" algn="ctr">
              <a:lnSpc>
                <a:spcPct val="100000"/>
              </a:lnSpc>
              <a:spcBef>
                <a:spcPts val="100"/>
              </a:spcBef>
            </a:pPr>
            <a:r>
              <a:rPr sz="4400" spc="-65" dirty="0">
                <a:solidFill>
                  <a:schemeClr val="tx1"/>
                </a:solidFill>
                <a:latin typeface="+mj-lt"/>
                <a:ea typeface="Verdana" panose="020B0604030504040204" pitchFamily="34" charset="0"/>
              </a:rPr>
              <a:t>PROJ</a:t>
            </a:r>
            <a:r>
              <a:rPr lang="en-US" sz="4400" spc="-65" dirty="0">
                <a:solidFill>
                  <a:schemeClr val="tx1"/>
                </a:solidFill>
                <a:latin typeface="+mj-lt"/>
                <a:ea typeface="Verdana" panose="020B0604030504040204" pitchFamily="34" charset="0"/>
              </a:rPr>
              <a:t>EC</a:t>
            </a:r>
            <a:r>
              <a:rPr sz="4400" spc="-65" dirty="0">
                <a:solidFill>
                  <a:schemeClr val="tx1"/>
                </a:solidFill>
                <a:latin typeface="+mj-lt"/>
                <a:ea typeface="Verdana" panose="020B0604030504040204" pitchFamily="34" charset="0"/>
              </a:rPr>
              <a:t>T</a:t>
            </a:r>
            <a:r>
              <a:rPr sz="4400" spc="-385" dirty="0">
                <a:solidFill>
                  <a:schemeClr val="tx1"/>
                </a:solidFill>
                <a:latin typeface="+mj-lt"/>
                <a:ea typeface="Verdana" panose="020B0604030504040204" pitchFamily="34" charset="0"/>
              </a:rPr>
              <a:t>S</a:t>
            </a:r>
            <a:endParaRPr sz="4400" dirty="0">
              <a:solidFill>
                <a:schemeClr val="tx1"/>
              </a:solidFill>
              <a:latin typeface="+mj-lt"/>
              <a:ea typeface="Verdana" panose="020B0604030504040204" pitchFamily="34" charset="0"/>
            </a:endParaRPr>
          </a:p>
        </p:txBody>
      </p:sp>
      <p:sp>
        <p:nvSpPr>
          <p:cNvPr id="34" name="object 34"/>
          <p:cNvSpPr/>
          <p:nvPr/>
        </p:nvSpPr>
        <p:spPr>
          <a:xfrm>
            <a:off x="2430461" y="2979366"/>
            <a:ext cx="3960495" cy="0"/>
          </a:xfrm>
          <a:custGeom>
            <a:avLst/>
            <a:gdLst/>
            <a:ahLst/>
            <a:cxnLst/>
            <a:rect l="l" t="t" r="r" b="b"/>
            <a:pathLst>
              <a:path w="3960495">
                <a:moveTo>
                  <a:pt x="0" y="0"/>
                </a:moveTo>
                <a:lnTo>
                  <a:pt x="3959987" y="0"/>
                </a:lnTo>
              </a:path>
            </a:pathLst>
          </a:custGeom>
          <a:ln w="19050">
            <a:solidFill>
              <a:srgbClr val="181818"/>
            </a:solidFill>
          </a:ln>
        </p:spPr>
        <p:txBody>
          <a:bodyPr wrap="square" lIns="0" tIns="0" rIns="0" bIns="0" rtlCol="0"/>
          <a:lstStyle/>
          <a:p>
            <a:endParaRPr/>
          </a:p>
        </p:txBody>
      </p:sp>
      <p:sp>
        <p:nvSpPr>
          <p:cNvPr id="35" name="Slide Number Placeholder 34">
            <a:extLst>
              <a:ext uri="{FF2B5EF4-FFF2-40B4-BE49-F238E27FC236}">
                <a16:creationId xmlns:a16="http://schemas.microsoft.com/office/drawing/2014/main" id="{ACE10BB6-7846-AA72-38B7-1D56BF0C7747}"/>
              </a:ext>
            </a:extLst>
          </p:cNvPr>
          <p:cNvSpPr>
            <a:spLocks noGrp="1"/>
          </p:cNvSpPr>
          <p:nvPr>
            <p:ph type="sldNum" sz="quarter" idx="7"/>
          </p:nvPr>
        </p:nvSpPr>
        <p:spPr>
          <a:xfrm>
            <a:off x="6896481" y="4839997"/>
            <a:ext cx="2103120" cy="276999"/>
          </a:xfrm>
        </p:spPr>
        <p:txBody>
          <a:bodyPr/>
          <a:lstStyle/>
          <a:p>
            <a:fld id="{B6F15528-21DE-4FAA-801E-634DDDAF4B2B}" type="slidenum">
              <a:rPr lang="en-US" smtClean="0"/>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7339393" y="0"/>
            <a:ext cx="1804670" cy="5148580"/>
            <a:chOff x="7339393" y="0"/>
            <a:chExt cx="1804670" cy="5148580"/>
          </a:xfrm>
        </p:grpSpPr>
        <p:sp>
          <p:nvSpPr>
            <p:cNvPr id="6" name="object 6"/>
            <p:cNvSpPr/>
            <p:nvPr/>
          </p:nvSpPr>
          <p:spPr>
            <a:xfrm>
              <a:off x="8496300" y="0"/>
              <a:ext cx="647700" cy="4874260"/>
            </a:xfrm>
            <a:custGeom>
              <a:avLst/>
              <a:gdLst/>
              <a:ahLst/>
              <a:cxnLst/>
              <a:rect l="l" t="t" r="r" b="b"/>
              <a:pathLst>
                <a:path w="647700" h="4874260">
                  <a:moveTo>
                    <a:pt x="0" y="4873752"/>
                  </a:moveTo>
                  <a:lnTo>
                    <a:pt x="647700" y="4873752"/>
                  </a:lnTo>
                  <a:lnTo>
                    <a:pt x="647700" y="0"/>
                  </a:lnTo>
                  <a:lnTo>
                    <a:pt x="0" y="0"/>
                  </a:lnTo>
                  <a:lnTo>
                    <a:pt x="0" y="4873752"/>
                  </a:lnTo>
                  <a:close/>
                </a:path>
              </a:pathLst>
            </a:custGeom>
            <a:solidFill>
              <a:srgbClr val="D2D2D2"/>
            </a:solidFill>
          </p:spPr>
          <p:txBody>
            <a:bodyPr wrap="square" lIns="0" tIns="0" rIns="0" bIns="0" rtlCol="0"/>
            <a:lstStyle/>
            <a:p>
              <a:endParaRPr/>
            </a:p>
          </p:txBody>
        </p:sp>
        <p:sp>
          <p:nvSpPr>
            <p:cNvPr id="7" name="object 7"/>
            <p:cNvSpPr/>
            <p:nvPr/>
          </p:nvSpPr>
          <p:spPr>
            <a:xfrm>
              <a:off x="8639556" y="539495"/>
              <a:ext cx="360045" cy="1477010"/>
            </a:xfrm>
            <a:custGeom>
              <a:avLst/>
              <a:gdLst/>
              <a:ahLst/>
              <a:cxnLst/>
              <a:rect l="l" t="t" r="r" b="b"/>
              <a:pathLst>
                <a:path w="360045" h="1477010">
                  <a:moveTo>
                    <a:pt x="36576" y="1458468"/>
                  </a:moveTo>
                  <a:lnTo>
                    <a:pt x="35140" y="1451330"/>
                  </a:lnTo>
                  <a:lnTo>
                    <a:pt x="31242" y="1445514"/>
                  </a:lnTo>
                  <a:lnTo>
                    <a:pt x="25425" y="1441615"/>
                  </a:lnTo>
                  <a:lnTo>
                    <a:pt x="18288" y="1440180"/>
                  </a:lnTo>
                  <a:lnTo>
                    <a:pt x="11137" y="1441615"/>
                  </a:lnTo>
                  <a:lnTo>
                    <a:pt x="5321" y="1445514"/>
                  </a:lnTo>
                  <a:lnTo>
                    <a:pt x="1422" y="1451330"/>
                  </a:lnTo>
                  <a:lnTo>
                    <a:pt x="0" y="1458468"/>
                  </a:lnTo>
                  <a:lnTo>
                    <a:pt x="1422" y="1465618"/>
                  </a:lnTo>
                  <a:lnTo>
                    <a:pt x="5334" y="1471422"/>
                  </a:lnTo>
                  <a:lnTo>
                    <a:pt x="11137" y="1475333"/>
                  </a:lnTo>
                  <a:lnTo>
                    <a:pt x="18288" y="1476756"/>
                  </a:lnTo>
                  <a:lnTo>
                    <a:pt x="25425" y="1475333"/>
                  </a:lnTo>
                  <a:lnTo>
                    <a:pt x="31242" y="1471422"/>
                  </a:lnTo>
                  <a:lnTo>
                    <a:pt x="35140" y="1465618"/>
                  </a:lnTo>
                  <a:lnTo>
                    <a:pt x="36576" y="1458468"/>
                  </a:lnTo>
                  <a:close/>
                </a:path>
                <a:path w="360045" h="1477010">
                  <a:moveTo>
                    <a:pt x="36576" y="1088390"/>
                  </a:moveTo>
                  <a:lnTo>
                    <a:pt x="28448" y="1080516"/>
                  </a:lnTo>
                  <a:lnTo>
                    <a:pt x="8128" y="1080516"/>
                  </a:lnTo>
                  <a:lnTo>
                    <a:pt x="0" y="1088390"/>
                  </a:lnTo>
                  <a:lnTo>
                    <a:pt x="0" y="1098042"/>
                  </a:lnTo>
                  <a:lnTo>
                    <a:pt x="0" y="1107694"/>
                  </a:lnTo>
                  <a:lnTo>
                    <a:pt x="8128" y="1115568"/>
                  </a:lnTo>
                  <a:lnTo>
                    <a:pt x="28448" y="1115568"/>
                  </a:lnTo>
                  <a:lnTo>
                    <a:pt x="36576" y="1107694"/>
                  </a:lnTo>
                  <a:lnTo>
                    <a:pt x="36576" y="1088390"/>
                  </a:lnTo>
                  <a:close/>
                </a:path>
                <a:path w="360045" h="1477010">
                  <a:moveTo>
                    <a:pt x="359664" y="367792"/>
                  </a:moveTo>
                  <a:lnTo>
                    <a:pt x="351790" y="359664"/>
                  </a:lnTo>
                  <a:lnTo>
                    <a:pt x="332486" y="359664"/>
                  </a:lnTo>
                  <a:lnTo>
                    <a:pt x="324612" y="367792"/>
                  </a:lnTo>
                  <a:lnTo>
                    <a:pt x="324612" y="377952"/>
                  </a:lnTo>
                  <a:lnTo>
                    <a:pt x="324612" y="388112"/>
                  </a:lnTo>
                  <a:lnTo>
                    <a:pt x="332486" y="396240"/>
                  </a:lnTo>
                  <a:lnTo>
                    <a:pt x="351790" y="396240"/>
                  </a:lnTo>
                  <a:lnTo>
                    <a:pt x="359664" y="388112"/>
                  </a:lnTo>
                  <a:lnTo>
                    <a:pt x="359664" y="367792"/>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sp>
          <p:nvSpPr>
            <p:cNvPr id="8" name="object 8"/>
            <p:cNvSpPr/>
            <p:nvPr/>
          </p:nvSpPr>
          <p:spPr>
            <a:xfrm>
              <a:off x="7344156" y="4873751"/>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endParaRPr/>
            </a:p>
          </p:txBody>
        </p:sp>
        <p:sp>
          <p:nvSpPr>
            <p:cNvPr id="9" name="object 9"/>
            <p:cNvSpPr/>
            <p:nvPr/>
          </p:nvSpPr>
          <p:spPr>
            <a:xfrm>
              <a:off x="7344156" y="0"/>
              <a:ext cx="719455" cy="539750"/>
            </a:xfrm>
            <a:custGeom>
              <a:avLst/>
              <a:gdLst/>
              <a:ahLst/>
              <a:cxnLst/>
              <a:rect l="l" t="t" r="r" b="b"/>
              <a:pathLst>
                <a:path w="719454" h="539750">
                  <a:moveTo>
                    <a:pt x="0" y="539496"/>
                  </a:moveTo>
                  <a:lnTo>
                    <a:pt x="719327" y="539496"/>
                  </a:lnTo>
                  <a:lnTo>
                    <a:pt x="719327" y="0"/>
                  </a:lnTo>
                </a:path>
                <a:path w="719454" h="539750">
                  <a:moveTo>
                    <a:pt x="0" y="0"/>
                  </a:moveTo>
                  <a:lnTo>
                    <a:pt x="0" y="539496"/>
                  </a:lnTo>
                </a:path>
              </a:pathLst>
            </a:custGeom>
            <a:ln w="9525">
              <a:solidFill>
                <a:srgbClr val="181818"/>
              </a:solidFill>
            </a:ln>
          </p:spPr>
          <p:txBody>
            <a:bodyPr wrap="square" lIns="0" tIns="0" rIns="0" bIns="0" rtlCol="0"/>
            <a:lstStyle/>
            <a:p>
              <a:endParaRPr/>
            </a:p>
          </p:txBody>
        </p:sp>
      </p:grpSp>
      <p:sp>
        <p:nvSpPr>
          <p:cNvPr id="10" name="object 10"/>
          <p:cNvSpPr/>
          <p:nvPr/>
        </p:nvSpPr>
        <p:spPr>
          <a:xfrm>
            <a:off x="8639556" y="539495"/>
            <a:ext cx="36830" cy="36830"/>
          </a:xfrm>
          <a:custGeom>
            <a:avLst/>
            <a:gdLst/>
            <a:ahLst/>
            <a:cxnLst/>
            <a:rect l="l" t="t" r="r" b="b"/>
            <a:pathLst>
              <a:path w="36829" h="36829">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11" name="object 11"/>
          <p:cNvSpPr/>
          <p:nvPr/>
        </p:nvSpPr>
        <p:spPr>
          <a:xfrm>
            <a:off x="8639556" y="899160"/>
            <a:ext cx="36830" cy="36830"/>
          </a:xfrm>
          <a:custGeom>
            <a:avLst/>
            <a:gdLst/>
            <a:ahLst/>
            <a:cxnLst/>
            <a:rect l="l" t="t" r="r" b="b"/>
            <a:pathLst>
              <a:path w="36829" h="36830">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12" name="object 12"/>
          <p:cNvSpPr/>
          <p:nvPr/>
        </p:nvSpPr>
        <p:spPr>
          <a:xfrm>
            <a:off x="8639556" y="1258824"/>
            <a:ext cx="36830" cy="36830"/>
          </a:xfrm>
          <a:custGeom>
            <a:avLst/>
            <a:gdLst/>
            <a:ahLst/>
            <a:cxnLst/>
            <a:rect l="l" t="t" r="r" b="b"/>
            <a:pathLst>
              <a:path w="36829" h="36830">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13" name="object 13"/>
          <p:cNvSpPr/>
          <p:nvPr/>
        </p:nvSpPr>
        <p:spPr>
          <a:xfrm>
            <a:off x="8964168" y="1258824"/>
            <a:ext cx="35560" cy="36830"/>
          </a:xfrm>
          <a:custGeom>
            <a:avLst/>
            <a:gdLst/>
            <a:ahLst/>
            <a:cxnLst/>
            <a:rect l="l" t="t" r="r" b="b"/>
            <a:pathLst>
              <a:path w="35559" h="36830">
                <a:moveTo>
                  <a:pt x="27177" y="0"/>
                </a:moveTo>
                <a:lnTo>
                  <a:pt x="7874" y="0"/>
                </a:lnTo>
                <a:lnTo>
                  <a:pt x="0" y="8127"/>
                </a:lnTo>
                <a:lnTo>
                  <a:pt x="0" y="18287"/>
                </a:lnTo>
                <a:lnTo>
                  <a:pt x="0" y="28448"/>
                </a:lnTo>
                <a:lnTo>
                  <a:pt x="7874" y="36575"/>
                </a:lnTo>
                <a:lnTo>
                  <a:pt x="27177" y="36575"/>
                </a:lnTo>
                <a:lnTo>
                  <a:pt x="35051" y="28448"/>
                </a:lnTo>
                <a:lnTo>
                  <a:pt x="35051" y="8127"/>
                </a:lnTo>
                <a:lnTo>
                  <a:pt x="27177" y="0"/>
                </a:lnTo>
                <a:close/>
              </a:path>
            </a:pathLst>
          </a:custGeom>
          <a:solidFill>
            <a:srgbClr val="181818"/>
          </a:solidFill>
        </p:spPr>
        <p:txBody>
          <a:bodyPr wrap="square" lIns="0" tIns="0" rIns="0" bIns="0" rtlCol="0"/>
          <a:lstStyle/>
          <a:p>
            <a:endParaRPr/>
          </a:p>
        </p:txBody>
      </p:sp>
      <p:sp>
        <p:nvSpPr>
          <p:cNvPr id="14" name="object 14"/>
          <p:cNvSpPr/>
          <p:nvPr/>
        </p:nvSpPr>
        <p:spPr>
          <a:xfrm>
            <a:off x="8964168" y="1620011"/>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15" name="object 15"/>
          <p:cNvSpPr/>
          <p:nvPr/>
        </p:nvSpPr>
        <p:spPr>
          <a:xfrm>
            <a:off x="8964168" y="1979676"/>
            <a:ext cx="35560" cy="36830"/>
          </a:xfrm>
          <a:custGeom>
            <a:avLst/>
            <a:gdLst/>
            <a:ahLst/>
            <a:cxnLst/>
            <a:rect l="l" t="t" r="r" b="b"/>
            <a:pathLst>
              <a:path w="35559" h="36830">
                <a:moveTo>
                  <a:pt x="27177" y="0"/>
                </a:moveTo>
                <a:lnTo>
                  <a:pt x="7874" y="0"/>
                </a:lnTo>
                <a:lnTo>
                  <a:pt x="0" y="8128"/>
                </a:lnTo>
                <a:lnTo>
                  <a:pt x="0" y="18287"/>
                </a:lnTo>
                <a:lnTo>
                  <a:pt x="0" y="28448"/>
                </a:lnTo>
                <a:lnTo>
                  <a:pt x="7874" y="36575"/>
                </a:lnTo>
                <a:lnTo>
                  <a:pt x="27177" y="36575"/>
                </a:lnTo>
                <a:lnTo>
                  <a:pt x="35051" y="28448"/>
                </a:lnTo>
                <a:lnTo>
                  <a:pt x="35051" y="8128"/>
                </a:lnTo>
                <a:lnTo>
                  <a:pt x="27177" y="0"/>
                </a:lnTo>
                <a:close/>
              </a:path>
            </a:pathLst>
          </a:custGeom>
          <a:solidFill>
            <a:srgbClr val="181818"/>
          </a:solidFill>
        </p:spPr>
        <p:txBody>
          <a:bodyPr wrap="square" lIns="0" tIns="0" rIns="0" bIns="0" rtlCol="0"/>
          <a:lstStyle/>
          <a:p>
            <a:endParaRPr/>
          </a:p>
        </p:txBody>
      </p:sp>
      <p:sp>
        <p:nvSpPr>
          <p:cNvPr id="16" name="object 16"/>
          <p:cNvSpPr/>
          <p:nvPr/>
        </p:nvSpPr>
        <p:spPr>
          <a:xfrm>
            <a:off x="6083808" y="4604003"/>
            <a:ext cx="539750" cy="539750"/>
          </a:xfrm>
          <a:custGeom>
            <a:avLst/>
            <a:gdLst/>
            <a:ahLst/>
            <a:cxnLst/>
            <a:rect l="l" t="t" r="r" b="b"/>
            <a:pathLst>
              <a:path w="539750" h="539750">
                <a:moveTo>
                  <a:pt x="539495" y="0"/>
                </a:moveTo>
                <a:lnTo>
                  <a:pt x="0" y="0"/>
                </a:lnTo>
                <a:lnTo>
                  <a:pt x="0" y="539496"/>
                </a:lnTo>
                <a:lnTo>
                  <a:pt x="539495" y="539496"/>
                </a:lnTo>
                <a:lnTo>
                  <a:pt x="539495" y="0"/>
                </a:lnTo>
                <a:close/>
              </a:path>
            </a:pathLst>
          </a:custGeom>
          <a:solidFill>
            <a:srgbClr val="4475C9"/>
          </a:solidFill>
        </p:spPr>
        <p:txBody>
          <a:bodyPr wrap="square" lIns="0" tIns="0" rIns="0" bIns="0" rtlCol="0"/>
          <a:lstStyle/>
          <a:p>
            <a:endParaRPr/>
          </a:p>
        </p:txBody>
      </p:sp>
      <p:sp>
        <p:nvSpPr>
          <p:cNvPr id="17" name="object 17"/>
          <p:cNvSpPr/>
          <p:nvPr/>
        </p:nvSpPr>
        <p:spPr>
          <a:xfrm>
            <a:off x="5724144"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8" name="object 18"/>
          <p:cNvSpPr/>
          <p:nvPr/>
        </p:nvSpPr>
        <p:spPr>
          <a:xfrm>
            <a:off x="5364479"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20" name="object 20"/>
          <p:cNvSpPr txBox="1"/>
          <p:nvPr/>
        </p:nvSpPr>
        <p:spPr>
          <a:xfrm>
            <a:off x="4279374" y="2154154"/>
            <a:ext cx="4148617" cy="1366400"/>
          </a:xfrm>
          <a:prstGeom prst="rect">
            <a:avLst/>
          </a:prstGeom>
        </p:spPr>
        <p:txBody>
          <a:bodyPr vert="horz" wrap="square" lIns="0" tIns="12065" rIns="0" bIns="0" rtlCol="0">
            <a:spAutoFit/>
          </a:bodyPr>
          <a:lstStyle/>
          <a:p>
            <a:pPr marL="12700" marR="5080" algn="ctr">
              <a:lnSpc>
                <a:spcPct val="100000"/>
              </a:lnSpc>
              <a:spcBef>
                <a:spcPts val="95"/>
              </a:spcBef>
            </a:pPr>
            <a:r>
              <a:rPr sz="4400" b="1" spc="-185" dirty="0">
                <a:solidFill>
                  <a:srgbClr val="181818"/>
                </a:solidFill>
                <a:latin typeface="+mj-lt"/>
                <a:cs typeface="Verdana"/>
              </a:rPr>
              <a:t>Inventory</a:t>
            </a:r>
            <a:r>
              <a:rPr sz="4400" b="1" spc="-204" dirty="0">
                <a:solidFill>
                  <a:srgbClr val="181818"/>
                </a:solidFill>
                <a:latin typeface="+mj-lt"/>
                <a:cs typeface="Verdana"/>
              </a:rPr>
              <a:t> </a:t>
            </a:r>
            <a:r>
              <a:rPr sz="4400" b="1" spc="-140" dirty="0">
                <a:solidFill>
                  <a:srgbClr val="181818"/>
                </a:solidFill>
                <a:latin typeface="+mj-lt"/>
                <a:cs typeface="Verdana"/>
              </a:rPr>
              <a:t>S</a:t>
            </a:r>
            <a:r>
              <a:rPr sz="4400" b="1" spc="-160" dirty="0">
                <a:solidFill>
                  <a:srgbClr val="181818"/>
                </a:solidFill>
                <a:latin typeface="+mj-lt"/>
                <a:cs typeface="Verdana"/>
              </a:rPr>
              <a:t>p</a:t>
            </a:r>
            <a:r>
              <a:rPr sz="4400" b="1" spc="-55" dirty="0">
                <a:solidFill>
                  <a:srgbClr val="181818"/>
                </a:solidFill>
                <a:latin typeface="+mj-lt"/>
                <a:cs typeface="Verdana"/>
              </a:rPr>
              <a:t>ace  </a:t>
            </a:r>
            <a:r>
              <a:rPr sz="4400" b="1" spc="-105" dirty="0">
                <a:solidFill>
                  <a:srgbClr val="181818"/>
                </a:solidFill>
                <a:latin typeface="+mj-lt"/>
                <a:cs typeface="Verdana"/>
              </a:rPr>
              <a:t>Utilization</a:t>
            </a:r>
            <a:endParaRPr sz="4400" dirty="0">
              <a:latin typeface="+mj-lt"/>
              <a:cs typeface="Verdana"/>
            </a:endParaRPr>
          </a:p>
        </p:txBody>
      </p:sp>
      <p:pic>
        <p:nvPicPr>
          <p:cNvPr id="21" name="object 21"/>
          <p:cNvPicPr/>
          <p:nvPr/>
        </p:nvPicPr>
        <p:blipFill>
          <a:blip r:embed="rId2" cstate="print"/>
          <a:stretch>
            <a:fillRect/>
          </a:stretch>
        </p:blipFill>
        <p:spPr>
          <a:xfrm>
            <a:off x="36689" y="1114035"/>
            <a:ext cx="4323587" cy="2814828"/>
          </a:xfrm>
          <a:prstGeom prst="rect">
            <a:avLst/>
          </a:prstGeom>
        </p:spPr>
      </p:pic>
      <p:sp>
        <p:nvSpPr>
          <p:cNvPr id="22" name="object 22"/>
          <p:cNvSpPr txBox="1"/>
          <p:nvPr/>
        </p:nvSpPr>
        <p:spPr>
          <a:xfrm>
            <a:off x="3320099" y="1149793"/>
            <a:ext cx="858519" cy="940435"/>
          </a:xfrm>
          <a:prstGeom prst="rect">
            <a:avLst/>
          </a:prstGeom>
        </p:spPr>
        <p:txBody>
          <a:bodyPr vert="horz" wrap="square" lIns="0" tIns="12700" rIns="0" bIns="0" rtlCol="0">
            <a:spAutoFit/>
          </a:bodyPr>
          <a:lstStyle/>
          <a:p>
            <a:pPr marL="12700">
              <a:lnSpc>
                <a:spcPct val="100000"/>
              </a:lnSpc>
              <a:spcBef>
                <a:spcPts val="100"/>
              </a:spcBef>
            </a:pPr>
            <a:r>
              <a:rPr sz="6000" b="1" spc="-990" dirty="0">
                <a:solidFill>
                  <a:srgbClr val="FFFFFF"/>
                </a:solidFill>
                <a:latin typeface="Verdana"/>
                <a:cs typeface="Verdana"/>
              </a:rPr>
              <a:t>01</a:t>
            </a:r>
            <a:endParaRPr sz="6000" dirty="0">
              <a:latin typeface="Verdana"/>
              <a:cs typeface="Verdana"/>
            </a:endParaRPr>
          </a:p>
        </p:txBody>
      </p:sp>
      <p:sp>
        <p:nvSpPr>
          <p:cNvPr id="24" name="object 24"/>
          <p:cNvSpPr/>
          <p:nvPr/>
        </p:nvSpPr>
        <p:spPr>
          <a:xfrm>
            <a:off x="0" y="4424045"/>
            <a:ext cx="719455" cy="719455"/>
          </a:xfrm>
          <a:custGeom>
            <a:avLst/>
            <a:gdLst/>
            <a:ahLst/>
            <a:cxnLst/>
            <a:rect l="l" t="t" r="r" b="b"/>
            <a:pathLst>
              <a:path w="719454" h="719454">
                <a:moveTo>
                  <a:pt x="0" y="719328"/>
                </a:moveTo>
                <a:lnTo>
                  <a:pt x="719327" y="719328"/>
                </a:lnTo>
                <a:lnTo>
                  <a:pt x="719327" y="0"/>
                </a:lnTo>
                <a:lnTo>
                  <a:pt x="0" y="0"/>
                </a:lnTo>
                <a:lnTo>
                  <a:pt x="0" y="719328"/>
                </a:lnTo>
                <a:close/>
              </a:path>
            </a:pathLst>
          </a:custGeom>
          <a:ln w="9525">
            <a:solidFill>
              <a:srgbClr val="4475C9"/>
            </a:solidFill>
          </a:ln>
        </p:spPr>
        <p:txBody>
          <a:bodyPr wrap="square" lIns="0" tIns="0" rIns="0" bIns="0" rtlCol="0"/>
          <a:lstStyle/>
          <a:p>
            <a:endParaRPr/>
          </a:p>
        </p:txBody>
      </p:sp>
      <p:sp>
        <p:nvSpPr>
          <p:cNvPr id="2" name="Slide Number Placeholder 1">
            <a:extLst>
              <a:ext uri="{FF2B5EF4-FFF2-40B4-BE49-F238E27FC236}">
                <a16:creationId xmlns:a16="http://schemas.microsoft.com/office/drawing/2014/main" id="{A345B99F-6C7E-8774-4823-87255CD53B6A}"/>
              </a:ext>
            </a:extLst>
          </p:cNvPr>
          <p:cNvSpPr>
            <a:spLocks noGrp="1"/>
          </p:cNvSpPr>
          <p:nvPr>
            <p:ph type="sldNum" sz="quarter" idx="7"/>
          </p:nvPr>
        </p:nvSpPr>
        <p:spPr>
          <a:xfrm>
            <a:off x="6792468" y="4624147"/>
            <a:ext cx="2103120" cy="276999"/>
          </a:xfrm>
        </p:spPr>
        <p:txBody>
          <a:bodyPr/>
          <a:lstStyle/>
          <a:p>
            <a:fld id="{B6F15528-21DE-4FAA-801E-634DDDAF4B2B}" type="slidenum">
              <a:rPr lang="en-US" smtClean="0"/>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7" name="object 7"/>
          <p:cNvSpPr/>
          <p:nvPr/>
        </p:nvSpPr>
        <p:spPr>
          <a:xfrm>
            <a:off x="7344156" y="0"/>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endParaRPr/>
          </a:p>
        </p:txBody>
      </p:sp>
      <p:sp>
        <p:nvSpPr>
          <p:cNvPr id="12" name="object 12"/>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181818"/>
            </a:solidFill>
          </a:ln>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4" name="object 44"/>
          <p:cNvSpPr txBox="1">
            <a:spLocks noGrp="1"/>
          </p:cNvSpPr>
          <p:nvPr>
            <p:ph type="title"/>
          </p:nvPr>
        </p:nvSpPr>
        <p:spPr>
          <a:xfrm>
            <a:off x="3341553" y="525586"/>
            <a:ext cx="3574415" cy="505267"/>
          </a:xfrm>
          <a:prstGeom prst="rect">
            <a:avLst/>
          </a:prstGeom>
        </p:spPr>
        <p:txBody>
          <a:bodyPr vert="horz" wrap="square" lIns="0" tIns="12700" rIns="0" bIns="0" rtlCol="0">
            <a:spAutoFit/>
          </a:bodyPr>
          <a:lstStyle/>
          <a:p>
            <a:pPr marL="12700">
              <a:lnSpc>
                <a:spcPct val="100000"/>
              </a:lnSpc>
              <a:spcBef>
                <a:spcPts val="100"/>
              </a:spcBef>
            </a:pPr>
            <a:r>
              <a:rPr sz="3200" spc="-85" dirty="0">
                <a:latin typeface="+mj-lt"/>
                <a:ea typeface="Verdana" panose="020B0604030504040204" pitchFamily="34" charset="0"/>
              </a:rPr>
              <a:t>Table</a:t>
            </a:r>
            <a:r>
              <a:rPr sz="3200" spc="-160" dirty="0">
                <a:latin typeface="+mj-lt"/>
                <a:ea typeface="Verdana" panose="020B0604030504040204" pitchFamily="34" charset="0"/>
              </a:rPr>
              <a:t> </a:t>
            </a:r>
            <a:r>
              <a:rPr sz="3200" spc="-60" dirty="0">
                <a:latin typeface="+mj-lt"/>
                <a:ea typeface="Verdana" panose="020B0604030504040204" pitchFamily="34" charset="0"/>
              </a:rPr>
              <a:t>of</a:t>
            </a:r>
            <a:r>
              <a:rPr sz="3200" spc="-155" dirty="0">
                <a:latin typeface="+mj-lt"/>
                <a:ea typeface="Verdana" panose="020B0604030504040204" pitchFamily="34" charset="0"/>
              </a:rPr>
              <a:t> </a:t>
            </a:r>
            <a:r>
              <a:rPr sz="3200" spc="-10" dirty="0">
                <a:latin typeface="+mj-lt"/>
                <a:ea typeface="Verdana" panose="020B0604030504040204" pitchFamily="34" charset="0"/>
              </a:rPr>
              <a:t>c</a:t>
            </a:r>
            <a:r>
              <a:rPr sz="3200" spc="-5" dirty="0">
                <a:latin typeface="+mj-lt"/>
                <a:ea typeface="Verdana" panose="020B0604030504040204" pitchFamily="34" charset="0"/>
              </a:rPr>
              <a:t>o</a:t>
            </a:r>
            <a:r>
              <a:rPr sz="3200" spc="-45" dirty="0">
                <a:latin typeface="+mj-lt"/>
                <a:ea typeface="Verdana" panose="020B0604030504040204" pitchFamily="34" charset="0"/>
              </a:rPr>
              <a:t>nt</a:t>
            </a:r>
            <a:r>
              <a:rPr sz="3200" spc="-50" dirty="0">
                <a:latin typeface="+mj-lt"/>
                <a:ea typeface="Verdana" panose="020B0604030504040204" pitchFamily="34" charset="0"/>
              </a:rPr>
              <a:t>e</a:t>
            </a:r>
            <a:r>
              <a:rPr sz="3200" spc="-75" dirty="0">
                <a:latin typeface="+mj-lt"/>
                <a:ea typeface="Verdana" panose="020B0604030504040204" pitchFamily="34" charset="0"/>
              </a:rPr>
              <a:t>nts</a:t>
            </a:r>
          </a:p>
        </p:txBody>
      </p:sp>
      <p:sp>
        <p:nvSpPr>
          <p:cNvPr id="45" name="object 45"/>
          <p:cNvSpPr txBox="1"/>
          <p:nvPr/>
        </p:nvSpPr>
        <p:spPr>
          <a:xfrm>
            <a:off x="2384016" y="1418082"/>
            <a:ext cx="746759" cy="539891"/>
          </a:xfrm>
          <a:prstGeom prst="rect">
            <a:avLst/>
          </a:prstGeom>
          <a:solidFill>
            <a:srgbClr val="4475C9"/>
          </a:solidFill>
        </p:spPr>
        <p:txBody>
          <a:bodyPr vert="horz" wrap="square" lIns="0" tIns="77470" rIns="0" bIns="0" rtlCol="0">
            <a:spAutoFit/>
          </a:bodyPr>
          <a:lstStyle/>
          <a:p>
            <a:pPr marL="152400">
              <a:lnSpc>
                <a:spcPct val="100000"/>
              </a:lnSpc>
              <a:spcBef>
                <a:spcPts val="610"/>
              </a:spcBef>
            </a:pPr>
            <a:r>
              <a:rPr lang="en-US" sz="3000" b="1" dirty="0">
                <a:solidFill>
                  <a:schemeClr val="bg1"/>
                </a:solidFill>
                <a:latin typeface="Verdana" panose="020B0604030504040204" pitchFamily="34" charset="0"/>
                <a:ea typeface="Verdana" panose="020B0604030504040204" pitchFamily="34" charset="0"/>
                <a:cs typeface="Verdana"/>
              </a:rPr>
              <a:t>01</a:t>
            </a:r>
            <a:endParaRPr sz="3000" b="1" dirty="0">
              <a:solidFill>
                <a:schemeClr val="bg1"/>
              </a:solidFill>
              <a:latin typeface="Verdana" panose="020B0604030504040204" pitchFamily="34" charset="0"/>
              <a:ea typeface="Verdana" panose="020B0604030504040204" pitchFamily="34" charset="0"/>
              <a:cs typeface="Verdana"/>
            </a:endParaRPr>
          </a:p>
        </p:txBody>
      </p:sp>
      <p:sp>
        <p:nvSpPr>
          <p:cNvPr id="46" name="object 46"/>
          <p:cNvSpPr txBox="1"/>
          <p:nvPr/>
        </p:nvSpPr>
        <p:spPr>
          <a:xfrm>
            <a:off x="2384016" y="3333750"/>
            <a:ext cx="734695" cy="646430"/>
          </a:xfrm>
          <a:prstGeom prst="rect">
            <a:avLst/>
          </a:prstGeom>
          <a:solidFill>
            <a:srgbClr val="4475C9"/>
          </a:solidFill>
        </p:spPr>
        <p:txBody>
          <a:bodyPr vert="horz" wrap="square" lIns="0" tIns="77470" rIns="0" bIns="0" rtlCol="0">
            <a:spAutoFit/>
          </a:bodyPr>
          <a:lstStyle/>
          <a:p>
            <a:pPr marL="120650">
              <a:lnSpc>
                <a:spcPct val="100000"/>
              </a:lnSpc>
              <a:spcBef>
                <a:spcPts val="610"/>
              </a:spcBef>
            </a:pPr>
            <a:r>
              <a:rPr sz="3000" b="1" spc="-210" dirty="0">
                <a:solidFill>
                  <a:srgbClr val="FFFFFF"/>
                </a:solidFill>
                <a:latin typeface="Verdana"/>
                <a:cs typeface="Verdana"/>
              </a:rPr>
              <a:t>03</a:t>
            </a:r>
            <a:endParaRPr sz="3000">
              <a:latin typeface="Verdana"/>
              <a:cs typeface="Verdana"/>
            </a:endParaRPr>
          </a:p>
        </p:txBody>
      </p:sp>
      <p:sp>
        <p:nvSpPr>
          <p:cNvPr id="47" name="object 47"/>
          <p:cNvSpPr txBox="1"/>
          <p:nvPr/>
        </p:nvSpPr>
        <p:spPr>
          <a:xfrm>
            <a:off x="2384016" y="2372106"/>
            <a:ext cx="734695" cy="646430"/>
          </a:xfrm>
          <a:prstGeom prst="rect">
            <a:avLst/>
          </a:prstGeom>
          <a:solidFill>
            <a:srgbClr val="4475C9"/>
          </a:solidFill>
        </p:spPr>
        <p:txBody>
          <a:bodyPr vert="horz" wrap="square" lIns="0" tIns="76835" rIns="0" bIns="0" rtlCol="0">
            <a:spAutoFit/>
          </a:bodyPr>
          <a:lstStyle/>
          <a:p>
            <a:pPr marL="121920">
              <a:lnSpc>
                <a:spcPct val="100000"/>
              </a:lnSpc>
              <a:spcBef>
                <a:spcPts val="605"/>
              </a:spcBef>
            </a:pPr>
            <a:r>
              <a:rPr sz="3000" b="1" spc="-215" dirty="0">
                <a:solidFill>
                  <a:srgbClr val="FFFFFF"/>
                </a:solidFill>
                <a:latin typeface="Verdana"/>
                <a:cs typeface="Verdana"/>
              </a:rPr>
              <a:t>02</a:t>
            </a:r>
            <a:endParaRPr sz="3000" dirty="0">
              <a:latin typeface="Verdana"/>
              <a:cs typeface="Verdana"/>
            </a:endParaRPr>
          </a:p>
        </p:txBody>
      </p:sp>
      <p:sp>
        <p:nvSpPr>
          <p:cNvPr id="48" name="object 48"/>
          <p:cNvSpPr txBox="1"/>
          <p:nvPr/>
        </p:nvSpPr>
        <p:spPr>
          <a:xfrm>
            <a:off x="3240604" y="1549200"/>
            <a:ext cx="1063625" cy="320601"/>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181818"/>
                </a:solidFill>
                <a:latin typeface="+mj-lt"/>
                <a:cs typeface="Verdana"/>
              </a:rPr>
              <a:t>P</a:t>
            </a:r>
            <a:r>
              <a:rPr sz="2000" b="1" spc="-45" dirty="0">
                <a:solidFill>
                  <a:srgbClr val="181818"/>
                </a:solidFill>
                <a:latin typeface="+mj-lt"/>
                <a:cs typeface="Verdana"/>
              </a:rPr>
              <a:t>ro</a:t>
            </a:r>
            <a:r>
              <a:rPr sz="2000" b="1" spc="-65" dirty="0">
                <a:solidFill>
                  <a:srgbClr val="181818"/>
                </a:solidFill>
                <a:latin typeface="+mj-lt"/>
                <a:cs typeface="Verdana"/>
              </a:rPr>
              <a:t>b</a:t>
            </a:r>
            <a:r>
              <a:rPr sz="2000" b="1" spc="-40" dirty="0">
                <a:solidFill>
                  <a:srgbClr val="181818"/>
                </a:solidFill>
                <a:latin typeface="+mj-lt"/>
                <a:cs typeface="Verdana"/>
              </a:rPr>
              <a:t>lem</a:t>
            </a:r>
            <a:endParaRPr sz="2000" dirty="0">
              <a:latin typeface="+mj-lt"/>
              <a:cs typeface="Verdana"/>
            </a:endParaRPr>
          </a:p>
        </p:txBody>
      </p:sp>
      <p:sp>
        <p:nvSpPr>
          <p:cNvPr id="49" name="object 49"/>
          <p:cNvSpPr txBox="1"/>
          <p:nvPr/>
        </p:nvSpPr>
        <p:spPr>
          <a:xfrm>
            <a:off x="3240604" y="2467074"/>
            <a:ext cx="1040765" cy="320601"/>
          </a:xfrm>
          <a:prstGeom prst="rect">
            <a:avLst/>
          </a:prstGeom>
        </p:spPr>
        <p:txBody>
          <a:bodyPr vert="horz" wrap="square" lIns="0" tIns="12700" rIns="0" bIns="0" rtlCol="0">
            <a:spAutoFit/>
          </a:bodyPr>
          <a:lstStyle/>
          <a:p>
            <a:pPr marL="12700">
              <a:lnSpc>
                <a:spcPct val="100000"/>
              </a:lnSpc>
              <a:spcBef>
                <a:spcPts val="100"/>
              </a:spcBef>
            </a:pPr>
            <a:r>
              <a:rPr sz="2000" b="1" spc="-50" dirty="0">
                <a:solidFill>
                  <a:srgbClr val="181818"/>
                </a:solidFill>
                <a:latin typeface="+mj-lt"/>
                <a:cs typeface="Verdana"/>
              </a:rPr>
              <a:t>Solution</a:t>
            </a:r>
            <a:endParaRPr sz="2000" dirty="0">
              <a:latin typeface="+mj-lt"/>
              <a:cs typeface="Verdana"/>
            </a:endParaRPr>
          </a:p>
        </p:txBody>
      </p:sp>
      <p:sp>
        <p:nvSpPr>
          <p:cNvPr id="50" name="object 50"/>
          <p:cNvSpPr txBox="1"/>
          <p:nvPr/>
        </p:nvSpPr>
        <p:spPr>
          <a:xfrm>
            <a:off x="3240604" y="3487165"/>
            <a:ext cx="1748155" cy="320601"/>
          </a:xfrm>
          <a:prstGeom prst="rect">
            <a:avLst/>
          </a:prstGeom>
        </p:spPr>
        <p:txBody>
          <a:bodyPr vert="horz" wrap="square" lIns="0" tIns="12700" rIns="0" bIns="0" rtlCol="0">
            <a:spAutoFit/>
          </a:bodyPr>
          <a:lstStyle/>
          <a:p>
            <a:pPr marL="12700" marR="5080">
              <a:lnSpc>
                <a:spcPct val="100000"/>
              </a:lnSpc>
              <a:spcBef>
                <a:spcPts val="100"/>
              </a:spcBef>
            </a:pPr>
            <a:r>
              <a:rPr lang="en-US" sz="2000" b="1" spc="-50" dirty="0">
                <a:solidFill>
                  <a:srgbClr val="181818"/>
                </a:solidFill>
                <a:latin typeface="+mj-lt"/>
                <a:cs typeface="Verdana"/>
              </a:rPr>
              <a:t>Methodology</a:t>
            </a:r>
            <a:endParaRPr sz="2000" dirty="0">
              <a:latin typeface="+mj-lt"/>
              <a:cs typeface="Verdana"/>
            </a:endParaRPr>
          </a:p>
        </p:txBody>
      </p:sp>
      <p:sp>
        <p:nvSpPr>
          <p:cNvPr id="51" name="object 51"/>
          <p:cNvSpPr txBox="1"/>
          <p:nvPr/>
        </p:nvSpPr>
        <p:spPr>
          <a:xfrm>
            <a:off x="5187696" y="1889760"/>
            <a:ext cx="721360" cy="646430"/>
          </a:xfrm>
          <a:prstGeom prst="rect">
            <a:avLst/>
          </a:prstGeom>
          <a:solidFill>
            <a:srgbClr val="4475C9"/>
          </a:solidFill>
        </p:spPr>
        <p:txBody>
          <a:bodyPr vert="horz" wrap="square" lIns="0" tIns="76835" rIns="0" bIns="0" rtlCol="0">
            <a:spAutoFit/>
          </a:bodyPr>
          <a:lstStyle/>
          <a:p>
            <a:pPr marL="97155">
              <a:lnSpc>
                <a:spcPct val="100000"/>
              </a:lnSpc>
              <a:spcBef>
                <a:spcPts val="605"/>
              </a:spcBef>
            </a:pPr>
            <a:r>
              <a:rPr sz="3000" b="1" spc="-60" dirty="0">
                <a:solidFill>
                  <a:srgbClr val="FFFFFF"/>
                </a:solidFill>
                <a:latin typeface="Verdana"/>
                <a:cs typeface="Verdana"/>
              </a:rPr>
              <a:t>04</a:t>
            </a:r>
            <a:endParaRPr sz="3000">
              <a:latin typeface="Verdana"/>
              <a:cs typeface="Verdana"/>
            </a:endParaRPr>
          </a:p>
        </p:txBody>
      </p:sp>
      <p:sp>
        <p:nvSpPr>
          <p:cNvPr id="52" name="object 52"/>
          <p:cNvSpPr txBox="1"/>
          <p:nvPr/>
        </p:nvSpPr>
        <p:spPr>
          <a:xfrm>
            <a:off x="6064206" y="1907813"/>
            <a:ext cx="1042035" cy="628377"/>
          </a:xfrm>
          <a:prstGeom prst="rect">
            <a:avLst/>
          </a:prstGeom>
        </p:spPr>
        <p:txBody>
          <a:bodyPr vert="horz" wrap="square" lIns="0" tIns="12700" rIns="0" bIns="0" rtlCol="0">
            <a:spAutoFit/>
          </a:bodyPr>
          <a:lstStyle/>
          <a:p>
            <a:pPr marL="12700" marR="5080">
              <a:lnSpc>
                <a:spcPct val="100000"/>
              </a:lnSpc>
              <a:spcBef>
                <a:spcPts val="100"/>
              </a:spcBef>
            </a:pPr>
            <a:r>
              <a:rPr sz="2000" b="1" spc="-30" dirty="0">
                <a:solidFill>
                  <a:srgbClr val="181818"/>
                </a:solidFill>
                <a:latin typeface="+mj-lt"/>
                <a:cs typeface="Verdana"/>
              </a:rPr>
              <a:t>Cost </a:t>
            </a:r>
            <a:r>
              <a:rPr sz="2000" b="1" spc="-25" dirty="0">
                <a:solidFill>
                  <a:srgbClr val="181818"/>
                </a:solidFill>
                <a:latin typeface="+mj-lt"/>
                <a:cs typeface="Verdana"/>
              </a:rPr>
              <a:t> </a:t>
            </a:r>
            <a:r>
              <a:rPr sz="2000" b="1" spc="-30" dirty="0">
                <a:solidFill>
                  <a:srgbClr val="181818"/>
                </a:solidFill>
                <a:latin typeface="+mj-lt"/>
                <a:cs typeface="Verdana"/>
              </a:rPr>
              <a:t>An</a:t>
            </a:r>
            <a:r>
              <a:rPr sz="2000" b="1" spc="-40" dirty="0">
                <a:solidFill>
                  <a:srgbClr val="181818"/>
                </a:solidFill>
                <a:latin typeface="+mj-lt"/>
                <a:cs typeface="Verdana"/>
              </a:rPr>
              <a:t>a</a:t>
            </a:r>
            <a:r>
              <a:rPr sz="2000" b="1" spc="-70" dirty="0">
                <a:solidFill>
                  <a:srgbClr val="181818"/>
                </a:solidFill>
                <a:latin typeface="+mj-lt"/>
                <a:cs typeface="Verdana"/>
              </a:rPr>
              <a:t>lysis</a:t>
            </a:r>
            <a:endParaRPr sz="2000" dirty="0">
              <a:latin typeface="+mj-lt"/>
              <a:cs typeface="Verdana"/>
            </a:endParaRPr>
          </a:p>
        </p:txBody>
      </p:sp>
      <p:sp>
        <p:nvSpPr>
          <p:cNvPr id="53" name="object 53"/>
          <p:cNvSpPr txBox="1"/>
          <p:nvPr/>
        </p:nvSpPr>
        <p:spPr>
          <a:xfrm>
            <a:off x="5187696" y="2840735"/>
            <a:ext cx="721360" cy="646430"/>
          </a:xfrm>
          <a:prstGeom prst="rect">
            <a:avLst/>
          </a:prstGeom>
          <a:solidFill>
            <a:srgbClr val="4475C9"/>
          </a:solidFill>
        </p:spPr>
        <p:txBody>
          <a:bodyPr vert="horz" wrap="square" lIns="0" tIns="76835" rIns="0" bIns="0" rtlCol="0">
            <a:spAutoFit/>
          </a:bodyPr>
          <a:lstStyle/>
          <a:p>
            <a:pPr marL="113664">
              <a:lnSpc>
                <a:spcPct val="100000"/>
              </a:lnSpc>
              <a:spcBef>
                <a:spcPts val="605"/>
              </a:spcBef>
            </a:pPr>
            <a:r>
              <a:rPr sz="3000" b="1" spc="-200" dirty="0">
                <a:solidFill>
                  <a:srgbClr val="FFFFFF"/>
                </a:solidFill>
                <a:latin typeface="Verdana"/>
                <a:cs typeface="Verdana"/>
              </a:rPr>
              <a:t>05</a:t>
            </a:r>
            <a:endParaRPr sz="3000">
              <a:latin typeface="Verdana"/>
              <a:cs typeface="Verdana"/>
            </a:endParaRPr>
          </a:p>
        </p:txBody>
      </p:sp>
      <p:sp>
        <p:nvSpPr>
          <p:cNvPr id="54" name="object 54"/>
          <p:cNvSpPr txBox="1"/>
          <p:nvPr/>
        </p:nvSpPr>
        <p:spPr>
          <a:xfrm>
            <a:off x="6062301" y="2897231"/>
            <a:ext cx="1043940" cy="628377"/>
          </a:xfrm>
          <a:prstGeom prst="rect">
            <a:avLst/>
          </a:prstGeom>
        </p:spPr>
        <p:txBody>
          <a:bodyPr vert="horz" wrap="square" lIns="0" tIns="12700" rIns="0" bIns="0" rtlCol="0">
            <a:spAutoFit/>
          </a:bodyPr>
          <a:lstStyle/>
          <a:p>
            <a:pPr marL="12700">
              <a:lnSpc>
                <a:spcPct val="100000"/>
              </a:lnSpc>
              <a:spcBef>
                <a:spcPts val="100"/>
              </a:spcBef>
            </a:pPr>
            <a:r>
              <a:rPr sz="2000" b="1" spc="-15" dirty="0">
                <a:solidFill>
                  <a:srgbClr val="181818"/>
                </a:solidFill>
                <a:latin typeface="+mj-lt"/>
                <a:cs typeface="Verdana"/>
              </a:rPr>
              <a:t>B</a:t>
            </a:r>
            <a:r>
              <a:rPr sz="2000" b="1" spc="-25" dirty="0">
                <a:solidFill>
                  <a:srgbClr val="181818"/>
                </a:solidFill>
                <a:latin typeface="+mj-lt"/>
                <a:cs typeface="Verdana"/>
              </a:rPr>
              <a:t>e</a:t>
            </a:r>
            <a:r>
              <a:rPr sz="2000" b="1" spc="-40" dirty="0">
                <a:solidFill>
                  <a:srgbClr val="181818"/>
                </a:solidFill>
                <a:latin typeface="+mj-lt"/>
                <a:cs typeface="Verdana"/>
              </a:rPr>
              <a:t>n</a:t>
            </a:r>
            <a:r>
              <a:rPr sz="2000" b="1" spc="-45" dirty="0">
                <a:solidFill>
                  <a:srgbClr val="181818"/>
                </a:solidFill>
                <a:latin typeface="+mj-lt"/>
                <a:cs typeface="Verdana"/>
              </a:rPr>
              <a:t>efits</a:t>
            </a:r>
            <a:endParaRPr sz="2000" dirty="0">
              <a:latin typeface="+mj-lt"/>
              <a:cs typeface="Verdana"/>
            </a:endParaRPr>
          </a:p>
          <a:p>
            <a:pPr marL="12700">
              <a:lnSpc>
                <a:spcPct val="100000"/>
              </a:lnSpc>
            </a:pPr>
            <a:r>
              <a:rPr sz="2000" b="1" spc="-55" dirty="0">
                <a:solidFill>
                  <a:srgbClr val="181818"/>
                </a:solidFill>
                <a:latin typeface="+mj-lt"/>
                <a:cs typeface="Verdana"/>
              </a:rPr>
              <a:t>Analysis</a:t>
            </a:r>
            <a:endParaRPr sz="2000" dirty="0">
              <a:latin typeface="+mj-lt"/>
              <a:cs typeface="Verdana"/>
            </a:endParaRPr>
          </a:p>
        </p:txBody>
      </p:sp>
      <p:sp>
        <p:nvSpPr>
          <p:cNvPr id="3" name="Slide Number Placeholder 2">
            <a:extLst>
              <a:ext uri="{FF2B5EF4-FFF2-40B4-BE49-F238E27FC236}">
                <a16:creationId xmlns:a16="http://schemas.microsoft.com/office/drawing/2014/main" id="{0CE73E7C-6B20-0EC8-F6CE-0CAF76A77941}"/>
              </a:ext>
            </a:extLst>
          </p:cNvPr>
          <p:cNvSpPr>
            <a:spLocks noGrp="1"/>
          </p:cNvSpPr>
          <p:nvPr>
            <p:ph type="sldNum" sz="quarter" idx="7"/>
          </p:nvPr>
        </p:nvSpPr>
        <p:spPr/>
        <p:txBody>
          <a:bodyPr/>
          <a:lstStyle/>
          <a:p>
            <a:fld id="{B6F15528-21DE-4FAA-801E-634DDDAF4B2B}"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endParaRPr/>
          </a:p>
        </p:txBody>
      </p:sp>
      <p:sp>
        <p:nvSpPr>
          <p:cNvPr id="12" name="object 12"/>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181818"/>
            </a:solidFill>
          </a:ln>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5" name="Google Shape;953;p32">
            <a:extLst>
              <a:ext uri="{FF2B5EF4-FFF2-40B4-BE49-F238E27FC236}">
                <a16:creationId xmlns:a16="http://schemas.microsoft.com/office/drawing/2014/main" id="{F07613C7-7D58-C77A-2613-CAF68CF49308}"/>
              </a:ext>
            </a:extLst>
          </p:cNvPr>
          <p:cNvSpPr txBox="1">
            <a:spLocks/>
          </p:cNvSpPr>
          <p:nvPr/>
        </p:nvSpPr>
        <p:spPr>
          <a:xfrm>
            <a:off x="913753" y="1235026"/>
            <a:ext cx="2391082" cy="740366"/>
          </a:xfrm>
          <a:prstGeom prst="rect">
            <a:avLst/>
          </a:prstGeom>
        </p:spPr>
        <p:txBody>
          <a:bodyPr spcFirstLastPara="1" wrap="square" lIns="91425" tIns="91425" rIns="91425" bIns="91425" anchor="t" anchorCtr="0">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rtl="0"/>
            <a:r>
              <a:rPr lang="en-US" sz="2000" kern="0" dirty="0">
                <a:solidFill>
                  <a:sysClr val="windowText" lastClr="000000"/>
                </a:solidFill>
              </a:rPr>
              <a:t>Underutilization of vertical space </a:t>
            </a:r>
            <a:br>
              <a:rPr lang="en-US" sz="2400" kern="0" dirty="0">
                <a:solidFill>
                  <a:sysClr val="windowText" lastClr="000000"/>
                </a:solidFill>
              </a:rPr>
            </a:br>
            <a:endParaRPr lang="en-US" sz="2400" kern="0" dirty="0">
              <a:solidFill>
                <a:sysClr val="windowText" lastClr="000000"/>
              </a:solidFill>
            </a:endParaRPr>
          </a:p>
        </p:txBody>
      </p:sp>
      <p:sp>
        <p:nvSpPr>
          <p:cNvPr id="6" name="Google Shape;955;p32">
            <a:extLst>
              <a:ext uri="{FF2B5EF4-FFF2-40B4-BE49-F238E27FC236}">
                <a16:creationId xmlns:a16="http://schemas.microsoft.com/office/drawing/2014/main" id="{B3A8AFB9-4858-63E1-3727-BD1910929653}"/>
              </a:ext>
            </a:extLst>
          </p:cNvPr>
          <p:cNvSpPr txBox="1">
            <a:spLocks noGrp="1"/>
          </p:cNvSpPr>
          <p:nvPr>
            <p:ph type="title"/>
          </p:nvPr>
        </p:nvSpPr>
        <p:spPr>
          <a:xfrm>
            <a:off x="3440958" y="269875"/>
            <a:ext cx="2989936"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latin typeface="+mj-lt"/>
                <a:ea typeface="Verdana" panose="020B0604030504040204" pitchFamily="34" charset="0"/>
              </a:rPr>
              <a:t>Observations</a:t>
            </a:r>
            <a:endParaRPr sz="3200" dirty="0">
              <a:latin typeface="+mj-lt"/>
              <a:ea typeface="Verdana" panose="020B0604030504040204" pitchFamily="34" charset="0"/>
            </a:endParaRPr>
          </a:p>
        </p:txBody>
      </p:sp>
      <p:pic>
        <p:nvPicPr>
          <p:cNvPr id="57" name="Picture 56">
            <a:extLst>
              <a:ext uri="{FF2B5EF4-FFF2-40B4-BE49-F238E27FC236}">
                <a16:creationId xmlns:a16="http://schemas.microsoft.com/office/drawing/2014/main" id="{F306F0AF-1C00-9FB7-3739-B4421D9350E7}"/>
              </a:ext>
            </a:extLst>
          </p:cNvPr>
          <p:cNvPicPr>
            <a:picLocks noChangeAspect="1"/>
          </p:cNvPicPr>
          <p:nvPr/>
        </p:nvPicPr>
        <p:blipFill>
          <a:blip r:embed="rId3"/>
          <a:stretch>
            <a:fillRect/>
          </a:stretch>
        </p:blipFill>
        <p:spPr>
          <a:xfrm>
            <a:off x="952377" y="2024535"/>
            <a:ext cx="2058255" cy="1662684"/>
          </a:xfrm>
          <a:prstGeom prst="rect">
            <a:avLst/>
          </a:prstGeom>
          <a:ln>
            <a:noFill/>
          </a:ln>
          <a:effectLst>
            <a:outerShdw blurRad="292100" dist="139700" dir="2700000" algn="tl" rotWithShape="0">
              <a:srgbClr val="333333">
                <a:alpha val="65000"/>
              </a:srgbClr>
            </a:outerShdw>
          </a:effectLst>
        </p:spPr>
      </p:pic>
      <p:sp>
        <p:nvSpPr>
          <p:cNvPr id="58" name="Google Shape;953;p32">
            <a:extLst>
              <a:ext uri="{FF2B5EF4-FFF2-40B4-BE49-F238E27FC236}">
                <a16:creationId xmlns:a16="http://schemas.microsoft.com/office/drawing/2014/main" id="{D1E5742E-A7B7-1013-2EE6-046D3BE60EAF}"/>
              </a:ext>
            </a:extLst>
          </p:cNvPr>
          <p:cNvSpPr txBox="1">
            <a:spLocks/>
          </p:cNvSpPr>
          <p:nvPr/>
        </p:nvSpPr>
        <p:spPr>
          <a:xfrm>
            <a:off x="3405516" y="1209721"/>
            <a:ext cx="2608369" cy="740366"/>
          </a:xfrm>
          <a:prstGeom prst="rect">
            <a:avLst/>
          </a:prstGeom>
        </p:spPr>
        <p:txBody>
          <a:bodyPr spcFirstLastPara="1" wrap="square" lIns="91425" tIns="91425" rIns="91425" bIns="91425" anchor="t" anchorCtr="0">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kern="0" dirty="0">
                <a:solidFill>
                  <a:sysClr val="windowText" lastClr="000000"/>
                </a:solidFill>
              </a:rPr>
              <a:t>Excessive Material Handling Required</a:t>
            </a:r>
          </a:p>
          <a:p>
            <a:pPr algn="l" rtl="0"/>
            <a:endParaRPr lang="en-US" kern="0" dirty="0">
              <a:solidFill>
                <a:sysClr val="windowText" lastClr="000000"/>
              </a:solidFill>
            </a:endParaRPr>
          </a:p>
        </p:txBody>
      </p:sp>
      <p:pic>
        <p:nvPicPr>
          <p:cNvPr id="59" name="Picture 58">
            <a:extLst>
              <a:ext uri="{FF2B5EF4-FFF2-40B4-BE49-F238E27FC236}">
                <a16:creationId xmlns:a16="http://schemas.microsoft.com/office/drawing/2014/main" id="{3FFE6866-E061-1CE5-2B1E-6D47C0B4C161}"/>
              </a:ext>
            </a:extLst>
          </p:cNvPr>
          <p:cNvPicPr>
            <a:picLocks noChangeAspect="1"/>
          </p:cNvPicPr>
          <p:nvPr/>
        </p:nvPicPr>
        <p:blipFill>
          <a:blip r:embed="rId4"/>
          <a:stretch>
            <a:fillRect/>
          </a:stretch>
        </p:blipFill>
        <p:spPr>
          <a:xfrm>
            <a:off x="3440958" y="2016506"/>
            <a:ext cx="2205590" cy="1654193"/>
          </a:xfrm>
          <a:prstGeom prst="rect">
            <a:avLst/>
          </a:prstGeom>
          <a:ln>
            <a:noFill/>
          </a:ln>
          <a:effectLst>
            <a:outerShdw blurRad="292100" dist="139700" dir="2700000" algn="tl" rotWithShape="0">
              <a:srgbClr val="333333">
                <a:alpha val="65000"/>
              </a:srgbClr>
            </a:outerShdw>
          </a:effectLst>
        </p:spPr>
      </p:pic>
      <p:sp>
        <p:nvSpPr>
          <p:cNvPr id="60" name="Google Shape;953;p32">
            <a:extLst>
              <a:ext uri="{FF2B5EF4-FFF2-40B4-BE49-F238E27FC236}">
                <a16:creationId xmlns:a16="http://schemas.microsoft.com/office/drawing/2014/main" id="{9A3DFC55-9BC2-6E6C-655C-BC46FF461EBA}"/>
              </a:ext>
            </a:extLst>
          </p:cNvPr>
          <p:cNvSpPr txBox="1">
            <a:spLocks/>
          </p:cNvSpPr>
          <p:nvPr/>
        </p:nvSpPr>
        <p:spPr>
          <a:xfrm>
            <a:off x="6029625" y="1216488"/>
            <a:ext cx="2533520" cy="768499"/>
          </a:xfrm>
          <a:prstGeom prst="rect">
            <a:avLst/>
          </a:prstGeom>
        </p:spPr>
        <p:txBody>
          <a:bodyPr spcFirstLastPara="1" wrap="square" lIns="91425" tIns="91425" rIns="91425" bIns="91425" anchor="t" anchorCtr="0">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rtl="0"/>
            <a:r>
              <a:rPr lang="en-US" sz="2000" kern="0" dirty="0">
                <a:solidFill>
                  <a:sysClr val="windowText" lastClr="000000"/>
                </a:solidFill>
              </a:rPr>
              <a:t>Frequent Machine Breakdown</a:t>
            </a:r>
          </a:p>
        </p:txBody>
      </p:sp>
      <p:pic>
        <p:nvPicPr>
          <p:cNvPr id="61" name="Picture 60">
            <a:extLst>
              <a:ext uri="{FF2B5EF4-FFF2-40B4-BE49-F238E27FC236}">
                <a16:creationId xmlns:a16="http://schemas.microsoft.com/office/drawing/2014/main" id="{0B24BFB6-C1BD-C8FE-B5F9-DBFF10D73909}"/>
              </a:ext>
            </a:extLst>
          </p:cNvPr>
          <p:cNvPicPr>
            <a:picLocks noChangeAspect="1"/>
          </p:cNvPicPr>
          <p:nvPr/>
        </p:nvPicPr>
        <p:blipFill>
          <a:blip r:embed="rId4"/>
          <a:stretch>
            <a:fillRect/>
          </a:stretch>
        </p:blipFill>
        <p:spPr>
          <a:xfrm>
            <a:off x="6056206" y="2027779"/>
            <a:ext cx="2205590" cy="1654193"/>
          </a:xfrm>
          <a:prstGeom prst="rect">
            <a:avLst/>
          </a:prstGeom>
          <a:ln>
            <a:noFill/>
          </a:ln>
          <a:effectLst>
            <a:outerShdw blurRad="292100" dist="139700" dir="2700000" algn="tl" rotWithShape="0">
              <a:srgbClr val="333333">
                <a:alpha val="65000"/>
              </a:srgbClr>
            </a:outerShdw>
          </a:effectLst>
        </p:spPr>
      </p:pic>
      <p:sp>
        <p:nvSpPr>
          <p:cNvPr id="3" name="Slide Number Placeholder 2">
            <a:extLst>
              <a:ext uri="{FF2B5EF4-FFF2-40B4-BE49-F238E27FC236}">
                <a16:creationId xmlns:a16="http://schemas.microsoft.com/office/drawing/2014/main" id="{A127C035-3AB8-9595-C879-3EC6009B93BC}"/>
              </a:ext>
            </a:extLst>
          </p:cNvPr>
          <p:cNvSpPr>
            <a:spLocks noGrp="1"/>
          </p:cNvSpPr>
          <p:nvPr>
            <p:ph type="sldNum" sz="quarter" idx="7"/>
          </p:nvPr>
        </p:nvSpPr>
        <p:spPr/>
        <p:txBody>
          <a:bodyPr/>
          <a:lstStyle/>
          <a:p>
            <a:fld id="{B6F15528-21DE-4FAA-801E-634DDDAF4B2B}" type="slidenum">
              <a:rPr lang="en-US" smtClean="0"/>
              <a:t>29</a:t>
            </a:fld>
            <a:endParaRPr lang="en-US"/>
          </a:p>
        </p:txBody>
      </p:sp>
    </p:spTree>
    <p:extLst>
      <p:ext uri="{BB962C8B-B14F-4D97-AF65-F5344CB8AC3E}">
        <p14:creationId xmlns:p14="http://schemas.microsoft.com/office/powerpoint/2010/main" val="16945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fade">
                                      <p:cBhvr>
                                        <p:cTn id="14" dur="1000"/>
                                        <p:tgtEl>
                                          <p:spTgt spid="58"/>
                                        </p:tgtEl>
                                      </p:cBhvr>
                                    </p:animEffect>
                                    <p:anim calcmode="lin" valueType="num">
                                      <p:cBhvr>
                                        <p:cTn id="15" dur="1000" fill="hold"/>
                                        <p:tgtEl>
                                          <p:spTgt spid="58"/>
                                        </p:tgtEl>
                                        <p:attrNameLst>
                                          <p:attrName>ppt_x</p:attrName>
                                        </p:attrNameLst>
                                      </p:cBhvr>
                                      <p:tavLst>
                                        <p:tav tm="0">
                                          <p:val>
                                            <p:strVal val="#ppt_x"/>
                                          </p:val>
                                        </p:tav>
                                        <p:tav tm="100000">
                                          <p:val>
                                            <p:strVal val="#ppt_x"/>
                                          </p:val>
                                        </p:tav>
                                      </p:tavLst>
                                    </p:anim>
                                    <p:anim calcmode="lin" valueType="num">
                                      <p:cBhvr>
                                        <p:cTn id="16"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fade">
                                      <p:cBhvr>
                                        <p:cTn id="21" dur="1000"/>
                                        <p:tgtEl>
                                          <p:spTgt spid="60"/>
                                        </p:tgtEl>
                                      </p:cBhvr>
                                    </p:animEffect>
                                    <p:anim calcmode="lin" valueType="num">
                                      <p:cBhvr>
                                        <p:cTn id="22" dur="1000" fill="hold"/>
                                        <p:tgtEl>
                                          <p:spTgt spid="60"/>
                                        </p:tgtEl>
                                        <p:attrNameLst>
                                          <p:attrName>ppt_x</p:attrName>
                                        </p:attrNameLst>
                                      </p:cBhvr>
                                      <p:tavLst>
                                        <p:tav tm="0">
                                          <p:val>
                                            <p:strVal val="#ppt_x"/>
                                          </p:val>
                                        </p:tav>
                                        <p:tav tm="100000">
                                          <p:val>
                                            <p:strVal val="#ppt_x"/>
                                          </p:val>
                                        </p:tav>
                                      </p:tavLst>
                                    </p:anim>
                                    <p:anim calcmode="lin" valueType="num">
                                      <p:cBhvr>
                                        <p:cTn id="23"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8" grpId="0"/>
      <p:bldP spid="60"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 name="object 2">
            <a:extLst>
              <a:ext uri="{FF2B5EF4-FFF2-40B4-BE49-F238E27FC236}">
                <a16:creationId xmlns:a16="http://schemas.microsoft.com/office/drawing/2014/main" id="{5FD0674B-BE3C-7FB8-8978-01035E1C4401}"/>
              </a:ext>
            </a:extLst>
          </p:cNvPr>
          <p:cNvSpPr txBox="1"/>
          <p:nvPr/>
        </p:nvSpPr>
        <p:spPr>
          <a:xfrm>
            <a:off x="2362200" y="1039489"/>
            <a:ext cx="2357120" cy="320601"/>
          </a:xfrm>
          <a:prstGeom prst="rect">
            <a:avLst/>
          </a:prstGeom>
        </p:spPr>
        <p:txBody>
          <a:bodyPr vert="horz" wrap="square" lIns="0" tIns="12700" rIns="0" bIns="0" rtlCol="0">
            <a:spAutoFit/>
          </a:bodyPr>
          <a:lstStyle/>
          <a:p>
            <a:pPr marL="12700">
              <a:lnSpc>
                <a:spcPct val="100000"/>
              </a:lnSpc>
              <a:spcBef>
                <a:spcPts val="100"/>
              </a:spcBef>
            </a:pPr>
            <a:r>
              <a:rPr sz="2000" spc="-55" dirty="0">
                <a:solidFill>
                  <a:srgbClr val="181818"/>
                </a:solidFill>
                <a:cs typeface="Lucida Sans Unicode" panose="020B0602030504020204" pitchFamily="34" charset="0"/>
              </a:rPr>
              <a:t>Me</a:t>
            </a:r>
            <a:r>
              <a:rPr sz="2000" spc="-40" dirty="0">
                <a:solidFill>
                  <a:srgbClr val="181818"/>
                </a:solidFill>
                <a:cs typeface="Lucida Sans Unicode" panose="020B0602030504020204" pitchFamily="34" charset="0"/>
              </a:rPr>
              <a:t>z</a:t>
            </a:r>
            <a:r>
              <a:rPr sz="2000" spc="-100" dirty="0">
                <a:solidFill>
                  <a:srgbClr val="181818"/>
                </a:solidFill>
                <a:cs typeface="Lucida Sans Unicode" panose="020B0602030504020204" pitchFamily="34" charset="0"/>
              </a:rPr>
              <a:t>zan</a:t>
            </a:r>
            <a:r>
              <a:rPr sz="2000" spc="-45" dirty="0">
                <a:solidFill>
                  <a:srgbClr val="181818"/>
                </a:solidFill>
                <a:cs typeface="Lucida Sans Unicode" panose="020B0602030504020204" pitchFamily="34" charset="0"/>
              </a:rPr>
              <a:t>i</a:t>
            </a:r>
            <a:r>
              <a:rPr sz="2000" spc="-5" dirty="0">
                <a:solidFill>
                  <a:srgbClr val="181818"/>
                </a:solidFill>
                <a:cs typeface="Lucida Sans Unicode" panose="020B0602030504020204" pitchFamily="34" charset="0"/>
              </a:rPr>
              <a:t>ne</a:t>
            </a:r>
            <a:r>
              <a:rPr sz="2000" spc="-135" dirty="0">
                <a:solidFill>
                  <a:srgbClr val="181818"/>
                </a:solidFill>
                <a:cs typeface="Lucida Sans Unicode" panose="020B0602030504020204" pitchFamily="34" charset="0"/>
              </a:rPr>
              <a:t> </a:t>
            </a:r>
            <a:r>
              <a:rPr sz="2000" spc="-45" dirty="0">
                <a:solidFill>
                  <a:srgbClr val="181818"/>
                </a:solidFill>
                <a:cs typeface="Lucida Sans Unicode" panose="020B0602030504020204" pitchFamily="34" charset="0"/>
              </a:rPr>
              <a:t>Floor</a:t>
            </a:r>
            <a:endParaRPr sz="2000" dirty="0">
              <a:cs typeface="Lucida Sans Unicode" panose="020B0602030504020204" pitchFamily="34" charset="0"/>
            </a:endParaRPr>
          </a:p>
        </p:txBody>
      </p:sp>
      <p:sp>
        <p:nvSpPr>
          <p:cNvPr id="4" name="object 3">
            <a:extLst>
              <a:ext uri="{FF2B5EF4-FFF2-40B4-BE49-F238E27FC236}">
                <a16:creationId xmlns:a16="http://schemas.microsoft.com/office/drawing/2014/main" id="{7DFFAABF-BBBC-7EDA-2DBE-E226DB808D12}"/>
              </a:ext>
            </a:extLst>
          </p:cNvPr>
          <p:cNvSpPr txBox="1"/>
          <p:nvPr/>
        </p:nvSpPr>
        <p:spPr>
          <a:xfrm>
            <a:off x="3801832" y="336155"/>
            <a:ext cx="1833245" cy="505267"/>
          </a:xfrm>
          <a:prstGeom prst="rect">
            <a:avLst/>
          </a:prstGeom>
        </p:spPr>
        <p:txBody>
          <a:bodyPr vert="horz" wrap="square" lIns="0" tIns="12700" rIns="0" bIns="0" rtlCol="0">
            <a:spAutoFit/>
          </a:bodyPr>
          <a:lstStyle/>
          <a:p>
            <a:pPr marL="12700">
              <a:lnSpc>
                <a:spcPct val="100000"/>
              </a:lnSpc>
              <a:spcBef>
                <a:spcPts val="100"/>
              </a:spcBef>
            </a:pPr>
            <a:r>
              <a:rPr sz="3200" b="1" spc="-105" dirty="0">
                <a:solidFill>
                  <a:srgbClr val="181818"/>
                </a:solidFill>
                <a:latin typeface="+mj-lt"/>
                <a:ea typeface="Verdana" panose="020B0604030504040204" pitchFamily="34" charset="0"/>
                <a:cs typeface="Verdana"/>
              </a:rPr>
              <a:t>Solution!</a:t>
            </a:r>
            <a:endParaRPr sz="3200" dirty="0">
              <a:latin typeface="+mj-lt"/>
              <a:ea typeface="Verdana" panose="020B0604030504040204" pitchFamily="34" charset="0"/>
              <a:cs typeface="Verdana"/>
            </a:endParaRPr>
          </a:p>
        </p:txBody>
      </p:sp>
      <p:pic>
        <p:nvPicPr>
          <p:cNvPr id="8" name="object 5">
            <a:extLst>
              <a:ext uri="{FF2B5EF4-FFF2-40B4-BE49-F238E27FC236}">
                <a16:creationId xmlns:a16="http://schemas.microsoft.com/office/drawing/2014/main" id="{63F51F36-B0F3-2CCF-944A-D586193804CD}"/>
              </a:ext>
            </a:extLst>
          </p:cNvPr>
          <p:cNvPicPr/>
          <p:nvPr/>
        </p:nvPicPr>
        <p:blipFill>
          <a:blip r:embed="rId3" cstate="print"/>
          <a:stretch>
            <a:fillRect/>
          </a:stretch>
        </p:blipFill>
        <p:spPr>
          <a:xfrm>
            <a:off x="942428" y="1586448"/>
            <a:ext cx="4692649" cy="3143068"/>
          </a:xfrm>
          <a:prstGeom prst="rect">
            <a:avLst/>
          </a:prstGeom>
        </p:spPr>
      </p:pic>
      <p:grpSp>
        <p:nvGrpSpPr>
          <p:cNvPr id="5" name="Group 4">
            <a:extLst>
              <a:ext uri="{FF2B5EF4-FFF2-40B4-BE49-F238E27FC236}">
                <a16:creationId xmlns:a16="http://schemas.microsoft.com/office/drawing/2014/main" id="{3BDBBABE-09F8-DC8B-5FF7-4FC89CE6F5B1}"/>
              </a:ext>
            </a:extLst>
          </p:cNvPr>
          <p:cNvGrpSpPr/>
          <p:nvPr/>
        </p:nvGrpSpPr>
        <p:grpSpPr>
          <a:xfrm flipH="1">
            <a:off x="6368295" y="1222287"/>
            <a:ext cx="1511973" cy="1647308"/>
            <a:chOff x="6155999" y="2839772"/>
            <a:chExt cx="1478810" cy="1595237"/>
          </a:xfrm>
        </p:grpSpPr>
        <p:sp>
          <p:nvSpPr>
            <p:cNvPr id="6" name="Freeform: Shape 5">
              <a:extLst>
                <a:ext uri="{FF2B5EF4-FFF2-40B4-BE49-F238E27FC236}">
                  <a16:creationId xmlns:a16="http://schemas.microsoft.com/office/drawing/2014/main" id="{2AA0C334-F7F9-1CCE-3B17-A23771BF04B6}"/>
                </a:ext>
              </a:extLst>
            </p:cNvPr>
            <p:cNvSpPr/>
            <p:nvPr/>
          </p:nvSpPr>
          <p:spPr>
            <a:xfrm>
              <a:off x="6696529" y="4181537"/>
              <a:ext cx="398365" cy="253472"/>
            </a:xfrm>
            <a:custGeom>
              <a:avLst/>
              <a:gdLst>
                <a:gd name="connsiteX0" fmla="*/ 286889 w 398365"/>
                <a:gd name="connsiteY0" fmla="*/ 198622 h 253472"/>
                <a:gd name="connsiteX1" fmla="*/ 317633 w 398365"/>
                <a:gd name="connsiteY1" fmla="*/ 219472 h 253472"/>
                <a:gd name="connsiteX2" fmla="*/ 309253 w 398365"/>
                <a:gd name="connsiteY2" fmla="*/ 245622 h 253472"/>
                <a:gd name="connsiteX3" fmla="*/ 283860 w 398365"/>
                <a:gd name="connsiteY3" fmla="*/ 252993 h 253472"/>
                <a:gd name="connsiteX4" fmla="*/ 198241 w 398365"/>
                <a:gd name="connsiteY4" fmla="*/ 253296 h 253472"/>
                <a:gd name="connsiteX5" fmla="*/ 198241 w 398365"/>
                <a:gd name="connsiteY5" fmla="*/ 253094 h 253472"/>
                <a:gd name="connsiteX6" fmla="*/ 110098 w 398365"/>
                <a:gd name="connsiteY6" fmla="*/ 252892 h 253472"/>
                <a:gd name="connsiteX7" fmla="*/ 79505 w 398365"/>
                <a:gd name="connsiteY7" fmla="*/ 227550 h 253472"/>
                <a:gd name="connsiteX8" fmla="*/ 110602 w 398365"/>
                <a:gd name="connsiteY8" fmla="*/ 198875 h 253472"/>
                <a:gd name="connsiteX9" fmla="*/ 286889 w 398365"/>
                <a:gd name="connsiteY9" fmla="*/ 198673 h 253472"/>
                <a:gd name="connsiteX10" fmla="*/ 84099 w 398365"/>
                <a:gd name="connsiteY10" fmla="*/ 99928 h 253472"/>
                <a:gd name="connsiteX11" fmla="*/ 200110 w 398365"/>
                <a:gd name="connsiteY11" fmla="*/ 99928 h 253472"/>
                <a:gd name="connsiteX12" fmla="*/ 364028 w 398365"/>
                <a:gd name="connsiteY12" fmla="*/ 100433 h 253472"/>
                <a:gd name="connsiteX13" fmla="*/ 363977 w 398365"/>
                <a:gd name="connsiteY13" fmla="*/ 100483 h 253472"/>
                <a:gd name="connsiteX14" fmla="*/ 392601 w 398365"/>
                <a:gd name="connsiteY14" fmla="*/ 111590 h 253472"/>
                <a:gd name="connsiteX15" fmla="*/ 379173 w 398365"/>
                <a:gd name="connsiteY15" fmla="*/ 152127 h 253472"/>
                <a:gd name="connsiteX16" fmla="*/ 354285 w 398365"/>
                <a:gd name="connsiteY16" fmla="*/ 154298 h 253472"/>
                <a:gd name="connsiteX17" fmla="*/ 44066 w 398365"/>
                <a:gd name="connsiteY17" fmla="*/ 154349 h 253472"/>
                <a:gd name="connsiteX18" fmla="*/ 23974 w 398365"/>
                <a:gd name="connsiteY18" fmla="*/ 153541 h 253472"/>
                <a:gd name="connsiteX19" fmla="*/ 96 w 398365"/>
                <a:gd name="connsiteY19" fmla="*/ 125775 h 253472"/>
                <a:gd name="connsiteX20" fmla="*/ 26094 w 398365"/>
                <a:gd name="connsiteY20" fmla="*/ 100382 h 253472"/>
                <a:gd name="connsiteX21" fmla="*/ 84099 w 398365"/>
                <a:gd name="connsiteY21" fmla="*/ 99928 h 253472"/>
                <a:gd name="connsiteX22" fmla="*/ 107120 w 398365"/>
                <a:gd name="connsiteY22" fmla="*/ 123 h 253472"/>
                <a:gd name="connsiteX23" fmla="*/ 197938 w 398365"/>
                <a:gd name="connsiteY23" fmla="*/ 123 h 253472"/>
                <a:gd name="connsiteX24" fmla="*/ 364431 w 398365"/>
                <a:gd name="connsiteY24" fmla="*/ 527 h 253472"/>
                <a:gd name="connsiteX25" fmla="*/ 391439 w 398365"/>
                <a:gd name="connsiteY25" fmla="*/ 9765 h 253472"/>
                <a:gd name="connsiteX26" fmla="*/ 374225 w 398365"/>
                <a:gd name="connsiteY26" fmla="*/ 53837 h 253472"/>
                <a:gd name="connsiteX27" fmla="*/ 354082 w 398365"/>
                <a:gd name="connsiteY27" fmla="*/ 54392 h 253472"/>
                <a:gd name="connsiteX28" fmla="*/ 43763 w 398365"/>
                <a:gd name="connsiteY28" fmla="*/ 54341 h 253472"/>
                <a:gd name="connsiteX29" fmla="*/ 28618 w 398365"/>
                <a:gd name="connsiteY29" fmla="*/ 54241 h 253472"/>
                <a:gd name="connsiteX30" fmla="*/ 44 w 398365"/>
                <a:gd name="connsiteY30" fmla="*/ 25516 h 253472"/>
                <a:gd name="connsiteX31" fmla="*/ 28921 w 398365"/>
                <a:gd name="connsiteY31" fmla="*/ 375 h 253472"/>
                <a:gd name="connsiteX32" fmla="*/ 107120 w 398365"/>
                <a:gd name="connsiteY32" fmla="*/ 123 h 253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365" h="253472">
                  <a:moveTo>
                    <a:pt x="286889" y="198622"/>
                  </a:moveTo>
                  <a:cubicBezTo>
                    <a:pt x="301479" y="198723"/>
                    <a:pt x="314756" y="204630"/>
                    <a:pt x="317633" y="219472"/>
                  </a:cubicBezTo>
                  <a:cubicBezTo>
                    <a:pt x="319198" y="227650"/>
                    <a:pt x="315109" y="239615"/>
                    <a:pt x="309253" y="245622"/>
                  </a:cubicBezTo>
                  <a:cubicBezTo>
                    <a:pt x="303801" y="251125"/>
                    <a:pt x="292594" y="252740"/>
                    <a:pt x="283860" y="252993"/>
                  </a:cubicBezTo>
                  <a:cubicBezTo>
                    <a:pt x="255337" y="253851"/>
                    <a:pt x="226764" y="253296"/>
                    <a:pt x="198241" y="253296"/>
                  </a:cubicBezTo>
                  <a:lnTo>
                    <a:pt x="198241" y="253094"/>
                  </a:lnTo>
                  <a:cubicBezTo>
                    <a:pt x="168860" y="253094"/>
                    <a:pt x="139479" y="253599"/>
                    <a:pt x="110098" y="252892"/>
                  </a:cubicBezTo>
                  <a:cubicBezTo>
                    <a:pt x="88693" y="252336"/>
                    <a:pt x="79909" y="244310"/>
                    <a:pt x="79505" y="227550"/>
                  </a:cubicBezTo>
                  <a:cubicBezTo>
                    <a:pt x="79100" y="210789"/>
                    <a:pt x="90056" y="199127"/>
                    <a:pt x="110602" y="198875"/>
                  </a:cubicBezTo>
                  <a:cubicBezTo>
                    <a:pt x="169365" y="198117"/>
                    <a:pt x="228127" y="198420"/>
                    <a:pt x="286889" y="198673"/>
                  </a:cubicBezTo>
                  <a:close/>
                  <a:moveTo>
                    <a:pt x="84099" y="99928"/>
                  </a:moveTo>
                  <a:cubicBezTo>
                    <a:pt x="122770" y="99827"/>
                    <a:pt x="161439" y="99878"/>
                    <a:pt x="200110" y="99928"/>
                  </a:cubicBezTo>
                  <a:cubicBezTo>
                    <a:pt x="254733" y="99928"/>
                    <a:pt x="309405" y="99373"/>
                    <a:pt x="364028" y="100433"/>
                  </a:cubicBezTo>
                  <a:lnTo>
                    <a:pt x="363977" y="100483"/>
                  </a:lnTo>
                  <a:cubicBezTo>
                    <a:pt x="373771" y="100685"/>
                    <a:pt x="386140" y="104774"/>
                    <a:pt x="392601" y="111590"/>
                  </a:cubicBezTo>
                  <a:cubicBezTo>
                    <a:pt x="404717" y="124311"/>
                    <a:pt x="396539" y="146877"/>
                    <a:pt x="379173" y="152127"/>
                  </a:cubicBezTo>
                  <a:cubicBezTo>
                    <a:pt x="371399" y="154500"/>
                    <a:pt x="362615" y="154298"/>
                    <a:pt x="354285" y="154298"/>
                  </a:cubicBezTo>
                  <a:cubicBezTo>
                    <a:pt x="250896" y="154449"/>
                    <a:pt x="147456" y="154349"/>
                    <a:pt x="44066" y="154349"/>
                  </a:cubicBezTo>
                  <a:cubicBezTo>
                    <a:pt x="37352" y="154349"/>
                    <a:pt x="30536" y="154651"/>
                    <a:pt x="23974" y="153541"/>
                  </a:cubicBezTo>
                  <a:cubicBezTo>
                    <a:pt x="8728" y="150916"/>
                    <a:pt x="-561" y="139658"/>
                    <a:pt x="96" y="125775"/>
                  </a:cubicBezTo>
                  <a:cubicBezTo>
                    <a:pt x="752" y="111286"/>
                    <a:pt x="10041" y="101241"/>
                    <a:pt x="26094" y="100382"/>
                  </a:cubicBezTo>
                  <a:cubicBezTo>
                    <a:pt x="45379" y="99322"/>
                    <a:pt x="64764" y="99928"/>
                    <a:pt x="84099" y="99928"/>
                  </a:cubicBezTo>
                  <a:close/>
                  <a:moveTo>
                    <a:pt x="107120" y="123"/>
                  </a:moveTo>
                  <a:cubicBezTo>
                    <a:pt x="137409" y="123"/>
                    <a:pt x="167648" y="123"/>
                    <a:pt x="197938" y="123"/>
                  </a:cubicBezTo>
                  <a:cubicBezTo>
                    <a:pt x="253419" y="123"/>
                    <a:pt x="308950" y="-281"/>
                    <a:pt x="364431" y="527"/>
                  </a:cubicBezTo>
                  <a:cubicBezTo>
                    <a:pt x="373669" y="678"/>
                    <a:pt x="385382" y="3606"/>
                    <a:pt x="391439" y="9765"/>
                  </a:cubicBezTo>
                  <a:cubicBezTo>
                    <a:pt x="406130" y="24708"/>
                    <a:pt x="395529" y="50152"/>
                    <a:pt x="374225" y="53837"/>
                  </a:cubicBezTo>
                  <a:cubicBezTo>
                    <a:pt x="367662" y="54998"/>
                    <a:pt x="360796" y="54392"/>
                    <a:pt x="354082" y="54392"/>
                  </a:cubicBezTo>
                  <a:cubicBezTo>
                    <a:pt x="250642" y="54392"/>
                    <a:pt x="147203" y="54341"/>
                    <a:pt x="43763" y="54341"/>
                  </a:cubicBezTo>
                  <a:cubicBezTo>
                    <a:pt x="38714" y="54341"/>
                    <a:pt x="33615" y="54645"/>
                    <a:pt x="28618" y="54241"/>
                  </a:cubicBezTo>
                  <a:cubicBezTo>
                    <a:pt x="10797" y="52726"/>
                    <a:pt x="-814" y="40913"/>
                    <a:pt x="44" y="25516"/>
                  </a:cubicBezTo>
                  <a:cubicBezTo>
                    <a:pt x="902" y="10320"/>
                    <a:pt x="10949" y="829"/>
                    <a:pt x="28921" y="375"/>
                  </a:cubicBezTo>
                  <a:cubicBezTo>
                    <a:pt x="54970" y="-281"/>
                    <a:pt x="81070" y="123"/>
                    <a:pt x="107120" y="123"/>
                  </a:cubicBezTo>
                  <a:close/>
                </a:path>
              </a:pathLst>
            </a:custGeom>
            <a:solidFill>
              <a:schemeClr val="tx1">
                <a:lumMod val="85000"/>
                <a:lumOff val="15000"/>
              </a:schemeClr>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9207D9E-2B98-4362-8FD6-73A1C10BD9D8}"/>
                </a:ext>
              </a:extLst>
            </p:cNvPr>
            <p:cNvSpPr/>
            <p:nvPr/>
          </p:nvSpPr>
          <p:spPr>
            <a:xfrm>
              <a:off x="6155999" y="2839772"/>
              <a:ext cx="1478810" cy="1295297"/>
            </a:xfrm>
            <a:custGeom>
              <a:avLst/>
              <a:gdLst>
                <a:gd name="connsiteX0" fmla="*/ 1111537 w 1478810"/>
                <a:gd name="connsiteY0" fmla="*/ 1079074 h 1295297"/>
                <a:gd name="connsiteX1" fmla="*/ 1123653 w 1478810"/>
                <a:gd name="connsiteY1" fmla="*/ 1089019 h 1295297"/>
                <a:gd name="connsiteX2" fmla="*/ 1255363 w 1478810"/>
                <a:gd name="connsiteY2" fmla="*/ 1220477 h 1295297"/>
                <a:gd name="connsiteX3" fmla="*/ 1255414 w 1478810"/>
                <a:gd name="connsiteY3" fmla="*/ 1220477 h 1295297"/>
                <a:gd name="connsiteX4" fmla="*/ 1265359 w 1478810"/>
                <a:gd name="connsiteY4" fmla="*/ 1231735 h 1295297"/>
                <a:gd name="connsiteX5" fmla="*/ 1263642 w 1478810"/>
                <a:gd name="connsiteY5" fmla="*/ 1265912 h 1295297"/>
                <a:gd name="connsiteX6" fmla="*/ 1227799 w 1478810"/>
                <a:gd name="connsiteY6" fmla="*/ 1268739 h 1295297"/>
                <a:gd name="connsiteX7" fmla="*/ 1184384 w 1478810"/>
                <a:gd name="connsiteY7" fmla="*/ 1226889 h 1295297"/>
                <a:gd name="connsiteX8" fmla="*/ 1078218 w 1478810"/>
                <a:gd name="connsiteY8" fmla="*/ 1122692 h 1295297"/>
                <a:gd name="connsiteX9" fmla="*/ 1111537 w 1478810"/>
                <a:gd name="connsiteY9" fmla="*/ 1079074 h 1295297"/>
                <a:gd name="connsiteX10" fmla="*/ 365752 w 1478810"/>
                <a:gd name="connsiteY10" fmla="*/ 1076146 h 1295297"/>
                <a:gd name="connsiteX11" fmla="*/ 399879 w 1478810"/>
                <a:gd name="connsiteY11" fmla="*/ 1121329 h 1295297"/>
                <a:gd name="connsiteX12" fmla="*/ 255446 w 1478810"/>
                <a:gd name="connsiteY12" fmla="*/ 1265710 h 1295297"/>
                <a:gd name="connsiteX13" fmla="*/ 215464 w 1478810"/>
                <a:gd name="connsiteY13" fmla="*/ 1265962 h 1295297"/>
                <a:gd name="connsiteX14" fmla="*/ 218644 w 1478810"/>
                <a:gd name="connsiteY14" fmla="*/ 1225828 h 1295297"/>
                <a:gd name="connsiteX15" fmla="*/ 325214 w 1478810"/>
                <a:gd name="connsiteY15" fmla="*/ 1119057 h 1295297"/>
                <a:gd name="connsiteX16" fmla="*/ 325164 w 1478810"/>
                <a:gd name="connsiteY16" fmla="*/ 1119006 h 1295297"/>
                <a:gd name="connsiteX17" fmla="*/ 365752 w 1478810"/>
                <a:gd name="connsiteY17" fmla="*/ 1076146 h 1295297"/>
                <a:gd name="connsiteX18" fmla="*/ 741749 w 1478810"/>
                <a:gd name="connsiteY18" fmla="*/ 998453 h 1295297"/>
                <a:gd name="connsiteX19" fmla="*/ 688187 w 1478810"/>
                <a:gd name="connsiteY19" fmla="*/ 1049845 h 1295297"/>
                <a:gd name="connsiteX20" fmla="*/ 738922 w 1478810"/>
                <a:gd name="connsiteY20" fmla="*/ 1101691 h 1295297"/>
                <a:gd name="connsiteX21" fmla="*/ 791122 w 1478810"/>
                <a:gd name="connsiteY21" fmla="*/ 1051309 h 1295297"/>
                <a:gd name="connsiteX22" fmla="*/ 741749 w 1478810"/>
                <a:gd name="connsiteY22" fmla="*/ 998453 h 1295297"/>
                <a:gd name="connsiteX23" fmla="*/ 1258696 w 1478810"/>
                <a:gd name="connsiteY23" fmla="*/ 716555 h 1295297"/>
                <a:gd name="connsiteX24" fmla="*/ 1442201 w 1478810"/>
                <a:gd name="connsiteY24" fmla="*/ 716555 h 1295297"/>
                <a:gd name="connsiteX25" fmla="*/ 1457245 w 1478810"/>
                <a:gd name="connsiteY25" fmla="*/ 717060 h 1295297"/>
                <a:gd name="connsiteX26" fmla="*/ 1457245 w 1478810"/>
                <a:gd name="connsiteY26" fmla="*/ 717009 h 1295297"/>
                <a:gd name="connsiteX27" fmla="*/ 1478802 w 1478810"/>
                <a:gd name="connsiteY27" fmla="*/ 743513 h 1295297"/>
                <a:gd name="connsiteX28" fmla="*/ 1457296 w 1478810"/>
                <a:gd name="connsiteY28" fmla="*/ 769815 h 1295297"/>
                <a:gd name="connsiteX29" fmla="*/ 1429681 w 1478810"/>
                <a:gd name="connsiteY29" fmla="*/ 770521 h 1295297"/>
                <a:gd name="connsiteX30" fmla="*/ 1263795 w 1478810"/>
                <a:gd name="connsiteY30" fmla="*/ 770521 h 1295297"/>
                <a:gd name="connsiteX31" fmla="*/ 1238048 w 1478810"/>
                <a:gd name="connsiteY31" fmla="*/ 769411 h 1295297"/>
                <a:gd name="connsiteX32" fmla="*/ 1238048 w 1478810"/>
                <a:gd name="connsiteY32" fmla="*/ 717565 h 1295297"/>
                <a:gd name="connsiteX33" fmla="*/ 1258696 w 1478810"/>
                <a:gd name="connsiteY33" fmla="*/ 716555 h 1295297"/>
                <a:gd name="connsiteX34" fmla="*/ 240503 w 1478810"/>
                <a:gd name="connsiteY34" fmla="*/ 716455 h 1295297"/>
                <a:gd name="connsiteX35" fmla="*/ 240503 w 1478810"/>
                <a:gd name="connsiteY35" fmla="*/ 768857 h 1295297"/>
                <a:gd name="connsiteX36" fmla="*/ 218745 w 1478810"/>
                <a:gd name="connsiteY36" fmla="*/ 770472 h 1295297"/>
                <a:gd name="connsiteX37" fmla="*/ 37713 w 1478810"/>
                <a:gd name="connsiteY37" fmla="*/ 770573 h 1295297"/>
                <a:gd name="connsiteX38" fmla="*/ 20196 w 1478810"/>
                <a:gd name="connsiteY38" fmla="*/ 769664 h 1295297"/>
                <a:gd name="connsiteX39" fmla="*/ 2 w 1478810"/>
                <a:gd name="connsiteY39" fmla="*/ 744170 h 1295297"/>
                <a:gd name="connsiteX40" fmla="*/ 18984 w 1478810"/>
                <a:gd name="connsiteY40" fmla="*/ 717818 h 1295297"/>
                <a:gd name="connsiteX41" fmla="*/ 28879 w 1478810"/>
                <a:gd name="connsiteY41" fmla="*/ 716505 h 1295297"/>
                <a:gd name="connsiteX42" fmla="*/ 240503 w 1478810"/>
                <a:gd name="connsiteY42" fmla="*/ 716455 h 1295297"/>
                <a:gd name="connsiteX43" fmla="*/ 698687 w 1478810"/>
                <a:gd name="connsiteY43" fmla="*/ 592166 h 1295297"/>
                <a:gd name="connsiteX44" fmla="*/ 698687 w 1478810"/>
                <a:gd name="connsiteY44" fmla="*/ 944689 h 1295297"/>
                <a:gd name="connsiteX45" fmla="*/ 780066 w 1478810"/>
                <a:gd name="connsiteY45" fmla="*/ 944689 h 1295297"/>
                <a:gd name="connsiteX46" fmla="*/ 780066 w 1478810"/>
                <a:gd name="connsiteY46" fmla="*/ 592166 h 1295297"/>
                <a:gd name="connsiteX47" fmla="*/ 366132 w 1478810"/>
                <a:gd name="connsiteY47" fmla="*/ 409595 h 1295297"/>
                <a:gd name="connsiteX48" fmla="*/ 366156 w 1478810"/>
                <a:gd name="connsiteY48" fmla="*/ 409620 h 1295297"/>
                <a:gd name="connsiteX49" fmla="*/ 366106 w 1478810"/>
                <a:gd name="connsiteY49" fmla="*/ 409620 h 1295297"/>
                <a:gd name="connsiteX50" fmla="*/ 781732 w 1478810"/>
                <a:gd name="connsiteY50" fmla="*/ 338338 h 1295297"/>
                <a:gd name="connsiteX51" fmla="*/ 1130367 w 1478810"/>
                <a:gd name="connsiteY51" fmla="*/ 628110 h 1295297"/>
                <a:gd name="connsiteX52" fmla="*/ 1130317 w 1478810"/>
                <a:gd name="connsiteY52" fmla="*/ 628060 h 1295297"/>
                <a:gd name="connsiteX53" fmla="*/ 1072363 w 1478810"/>
                <a:gd name="connsiteY53" fmla="*/ 980582 h 1295297"/>
                <a:gd name="connsiteX54" fmla="*/ 983765 w 1478810"/>
                <a:gd name="connsiteY54" fmla="*/ 1103004 h 1295297"/>
                <a:gd name="connsiteX55" fmla="*/ 938078 w 1478810"/>
                <a:gd name="connsiteY55" fmla="*/ 1254806 h 1295297"/>
                <a:gd name="connsiteX56" fmla="*/ 937976 w 1478810"/>
                <a:gd name="connsiteY56" fmla="*/ 1264902 h 1295297"/>
                <a:gd name="connsiteX57" fmla="*/ 906829 w 1478810"/>
                <a:gd name="connsiteY57" fmla="*/ 1294990 h 1295297"/>
                <a:gd name="connsiteX58" fmla="*/ 740335 w 1478810"/>
                <a:gd name="connsiteY58" fmla="*/ 1295142 h 1295297"/>
                <a:gd name="connsiteX59" fmla="*/ 740335 w 1478810"/>
                <a:gd name="connsiteY59" fmla="*/ 1295243 h 1295297"/>
                <a:gd name="connsiteX60" fmla="*/ 578891 w 1478810"/>
                <a:gd name="connsiteY60" fmla="*/ 1295192 h 1295297"/>
                <a:gd name="connsiteX61" fmla="*/ 540474 w 1478810"/>
                <a:gd name="connsiteY61" fmla="*/ 1256573 h 1295297"/>
                <a:gd name="connsiteX62" fmla="*/ 489385 w 1478810"/>
                <a:gd name="connsiteY62" fmla="*/ 1093967 h 1295297"/>
                <a:gd name="connsiteX63" fmla="*/ 419062 w 1478810"/>
                <a:gd name="connsiteY63" fmla="*/ 998655 h 1295297"/>
                <a:gd name="connsiteX64" fmla="*/ 336825 w 1478810"/>
                <a:gd name="connsiteY64" fmla="*/ 808990 h 1295297"/>
                <a:gd name="connsiteX65" fmla="*/ 437539 w 1478810"/>
                <a:gd name="connsiteY65" fmla="*/ 470805 h 1295297"/>
                <a:gd name="connsiteX66" fmla="*/ 781732 w 1478810"/>
                <a:gd name="connsiteY66" fmla="*/ 338338 h 1295297"/>
                <a:gd name="connsiteX67" fmla="*/ 1238099 w 1478810"/>
                <a:gd name="connsiteY67" fmla="*/ 284067 h 1295297"/>
                <a:gd name="connsiteX68" fmla="*/ 1238055 w 1478810"/>
                <a:gd name="connsiteY68" fmla="*/ 284111 h 1295297"/>
                <a:gd name="connsiteX69" fmla="*/ 1238058 w 1478810"/>
                <a:gd name="connsiteY69" fmla="*/ 284109 h 1295297"/>
                <a:gd name="connsiteX70" fmla="*/ 1245999 w 1478810"/>
                <a:gd name="connsiteY70" fmla="*/ 212337 h 1295297"/>
                <a:gd name="connsiteX71" fmla="*/ 1263492 w 1478810"/>
                <a:gd name="connsiteY71" fmla="*/ 220661 h 1295297"/>
                <a:gd name="connsiteX72" fmla="*/ 1264198 w 1478810"/>
                <a:gd name="connsiteY72" fmla="*/ 256908 h 1295297"/>
                <a:gd name="connsiteX73" fmla="*/ 1238058 w 1478810"/>
                <a:gd name="connsiteY73" fmla="*/ 284109 h 1295297"/>
                <a:gd name="connsiteX74" fmla="*/ 1238048 w 1478810"/>
                <a:gd name="connsiteY74" fmla="*/ 284118 h 1295297"/>
                <a:gd name="connsiteX75" fmla="*/ 1238055 w 1478810"/>
                <a:gd name="connsiteY75" fmla="*/ 284111 h 1295297"/>
                <a:gd name="connsiteX76" fmla="*/ 1110023 w 1478810"/>
                <a:gd name="connsiteY76" fmla="*/ 412800 h 1295297"/>
                <a:gd name="connsiteX77" fmla="*/ 1070343 w 1478810"/>
                <a:gd name="connsiteY77" fmla="*/ 369838 h 1295297"/>
                <a:gd name="connsiteX78" fmla="*/ 1124764 w 1478810"/>
                <a:gd name="connsiteY78" fmla="*/ 319456 h 1295297"/>
                <a:gd name="connsiteX79" fmla="*/ 1212201 w 1478810"/>
                <a:gd name="connsiteY79" fmla="*/ 232272 h 1295297"/>
                <a:gd name="connsiteX80" fmla="*/ 1226841 w 1478810"/>
                <a:gd name="connsiteY80" fmla="*/ 218439 h 1295297"/>
                <a:gd name="connsiteX81" fmla="*/ 1245999 w 1478810"/>
                <a:gd name="connsiteY81" fmla="*/ 212337 h 1295297"/>
                <a:gd name="connsiteX82" fmla="*/ 235859 w 1478810"/>
                <a:gd name="connsiteY82" fmla="*/ 212187 h 1295297"/>
                <a:gd name="connsiteX83" fmla="*/ 256961 w 1478810"/>
                <a:gd name="connsiteY83" fmla="*/ 222631 h 1295297"/>
                <a:gd name="connsiteX84" fmla="*/ 406694 w 1478810"/>
                <a:gd name="connsiteY84" fmla="*/ 370798 h 1295297"/>
                <a:gd name="connsiteX85" fmla="*/ 366132 w 1478810"/>
                <a:gd name="connsiteY85" fmla="*/ 409595 h 1295297"/>
                <a:gd name="connsiteX86" fmla="*/ 219452 w 1478810"/>
                <a:gd name="connsiteY86" fmla="*/ 261856 h 1295297"/>
                <a:gd name="connsiteX87" fmla="*/ 216575 w 1478810"/>
                <a:gd name="connsiteY87" fmla="*/ 219652 h 1295297"/>
                <a:gd name="connsiteX88" fmla="*/ 235859 w 1478810"/>
                <a:gd name="connsiteY88" fmla="*/ 212187 h 1295297"/>
                <a:gd name="connsiteX89" fmla="*/ 739679 w 1478810"/>
                <a:gd name="connsiteY89" fmla="*/ 0 h 1295297"/>
                <a:gd name="connsiteX90" fmla="*/ 766435 w 1478810"/>
                <a:gd name="connsiteY90" fmla="*/ 40891 h 1295297"/>
                <a:gd name="connsiteX91" fmla="*/ 766435 w 1478810"/>
                <a:gd name="connsiteY91" fmla="*/ 217532 h 1295297"/>
                <a:gd name="connsiteX92" fmla="*/ 766435 w 1478810"/>
                <a:gd name="connsiteY92" fmla="*/ 245247 h 1295297"/>
                <a:gd name="connsiteX93" fmla="*/ 713984 w 1478810"/>
                <a:gd name="connsiteY93" fmla="*/ 245247 h 1295297"/>
                <a:gd name="connsiteX94" fmla="*/ 713933 w 1478810"/>
                <a:gd name="connsiteY94" fmla="*/ 245247 h 1295297"/>
                <a:gd name="connsiteX95" fmla="*/ 712065 w 1478810"/>
                <a:gd name="connsiteY95" fmla="*/ 224801 h 1295297"/>
                <a:gd name="connsiteX96" fmla="*/ 712015 w 1478810"/>
                <a:gd name="connsiteY96" fmla="*/ 40589 h 1295297"/>
                <a:gd name="connsiteX97" fmla="*/ 739679 w 1478810"/>
                <a:gd name="connsiteY97" fmla="*/ 0 h 129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8810" h="1295297">
                  <a:moveTo>
                    <a:pt x="1111537" y="1079074"/>
                  </a:moveTo>
                  <a:cubicBezTo>
                    <a:pt x="1116283" y="1082911"/>
                    <a:pt x="1120270" y="1085637"/>
                    <a:pt x="1123653" y="1089019"/>
                  </a:cubicBezTo>
                  <a:cubicBezTo>
                    <a:pt x="1167624" y="1132788"/>
                    <a:pt x="1211493" y="1176607"/>
                    <a:pt x="1255363" y="1220477"/>
                  </a:cubicBezTo>
                  <a:lnTo>
                    <a:pt x="1255414" y="1220477"/>
                  </a:lnTo>
                  <a:cubicBezTo>
                    <a:pt x="1258947" y="1224011"/>
                    <a:pt x="1262582" y="1227646"/>
                    <a:pt x="1265359" y="1231735"/>
                  </a:cubicBezTo>
                  <a:cubicBezTo>
                    <a:pt x="1273335" y="1243397"/>
                    <a:pt x="1273890" y="1255058"/>
                    <a:pt x="1263642" y="1265912"/>
                  </a:cubicBezTo>
                  <a:cubicBezTo>
                    <a:pt x="1253141" y="1277069"/>
                    <a:pt x="1239966" y="1279038"/>
                    <a:pt x="1227799" y="1268739"/>
                  </a:cubicBezTo>
                  <a:cubicBezTo>
                    <a:pt x="1212452" y="1255815"/>
                    <a:pt x="1198721" y="1240974"/>
                    <a:pt x="1184384" y="1226889"/>
                  </a:cubicBezTo>
                  <a:cubicBezTo>
                    <a:pt x="1149702" y="1192914"/>
                    <a:pt x="1115071" y="1158837"/>
                    <a:pt x="1078218" y="1122692"/>
                  </a:cubicBezTo>
                  <a:cubicBezTo>
                    <a:pt x="1090486" y="1106587"/>
                    <a:pt x="1100582" y="1093361"/>
                    <a:pt x="1111537" y="1079074"/>
                  </a:cubicBezTo>
                  <a:close/>
                  <a:moveTo>
                    <a:pt x="365752" y="1076146"/>
                  </a:moveTo>
                  <a:cubicBezTo>
                    <a:pt x="377969" y="1092351"/>
                    <a:pt x="388217" y="1105931"/>
                    <a:pt x="399879" y="1121329"/>
                  </a:cubicBezTo>
                  <a:cubicBezTo>
                    <a:pt x="350153" y="1171206"/>
                    <a:pt x="303203" y="1218862"/>
                    <a:pt x="255446" y="1265710"/>
                  </a:cubicBezTo>
                  <a:cubicBezTo>
                    <a:pt x="241866" y="1279037"/>
                    <a:pt x="226722" y="1277927"/>
                    <a:pt x="215464" y="1265962"/>
                  </a:cubicBezTo>
                  <a:cubicBezTo>
                    <a:pt x="204459" y="1254300"/>
                    <a:pt x="204812" y="1239963"/>
                    <a:pt x="218644" y="1225828"/>
                  </a:cubicBezTo>
                  <a:cubicBezTo>
                    <a:pt x="253831" y="1189884"/>
                    <a:pt x="289775" y="1154748"/>
                    <a:pt x="325214" y="1119057"/>
                  </a:cubicBezTo>
                  <a:lnTo>
                    <a:pt x="325164" y="1119006"/>
                  </a:lnTo>
                  <a:cubicBezTo>
                    <a:pt x="338138" y="1105982"/>
                    <a:pt x="350506" y="1092301"/>
                    <a:pt x="365752" y="1076146"/>
                  </a:cubicBezTo>
                  <a:close/>
                  <a:moveTo>
                    <a:pt x="741749" y="998453"/>
                  </a:moveTo>
                  <a:cubicBezTo>
                    <a:pt x="712318" y="997494"/>
                    <a:pt x="688742" y="1020111"/>
                    <a:pt x="688187" y="1049845"/>
                  </a:cubicBezTo>
                  <a:cubicBezTo>
                    <a:pt x="687682" y="1077459"/>
                    <a:pt x="710702" y="1100985"/>
                    <a:pt x="738922" y="1101691"/>
                  </a:cubicBezTo>
                  <a:cubicBezTo>
                    <a:pt x="766486" y="1102347"/>
                    <a:pt x="790465" y="1079226"/>
                    <a:pt x="791122" y="1051309"/>
                  </a:cubicBezTo>
                  <a:cubicBezTo>
                    <a:pt x="791778" y="1023341"/>
                    <a:pt x="769414" y="999362"/>
                    <a:pt x="741749" y="998453"/>
                  </a:cubicBezTo>
                  <a:close/>
                  <a:moveTo>
                    <a:pt x="1258696" y="716555"/>
                  </a:moveTo>
                  <a:cubicBezTo>
                    <a:pt x="1319881" y="716555"/>
                    <a:pt x="1381016" y="716555"/>
                    <a:pt x="1442201" y="716555"/>
                  </a:cubicBezTo>
                  <a:cubicBezTo>
                    <a:pt x="1447199" y="716555"/>
                    <a:pt x="1452348" y="716202"/>
                    <a:pt x="1457245" y="717060"/>
                  </a:cubicBezTo>
                  <a:lnTo>
                    <a:pt x="1457245" y="717009"/>
                  </a:lnTo>
                  <a:cubicBezTo>
                    <a:pt x="1471936" y="719534"/>
                    <a:pt x="1478499" y="729176"/>
                    <a:pt x="1478802" y="743513"/>
                  </a:cubicBezTo>
                  <a:cubicBezTo>
                    <a:pt x="1479104" y="757800"/>
                    <a:pt x="1471532" y="767694"/>
                    <a:pt x="1457296" y="769815"/>
                  </a:cubicBezTo>
                  <a:cubicBezTo>
                    <a:pt x="1448259" y="771178"/>
                    <a:pt x="1438870" y="770521"/>
                    <a:pt x="1429681" y="770521"/>
                  </a:cubicBezTo>
                  <a:cubicBezTo>
                    <a:pt x="1374403" y="770572"/>
                    <a:pt x="1319073" y="770622"/>
                    <a:pt x="1263795" y="770521"/>
                  </a:cubicBezTo>
                  <a:cubicBezTo>
                    <a:pt x="1255566" y="770521"/>
                    <a:pt x="1247387" y="769815"/>
                    <a:pt x="1238048" y="769411"/>
                  </a:cubicBezTo>
                  <a:lnTo>
                    <a:pt x="1238048" y="717565"/>
                  </a:lnTo>
                  <a:cubicBezTo>
                    <a:pt x="1245722" y="717161"/>
                    <a:pt x="1252183" y="716555"/>
                    <a:pt x="1258696" y="716555"/>
                  </a:cubicBezTo>
                  <a:close/>
                  <a:moveTo>
                    <a:pt x="240503" y="716455"/>
                  </a:moveTo>
                  <a:lnTo>
                    <a:pt x="240503" y="768857"/>
                  </a:lnTo>
                  <a:cubicBezTo>
                    <a:pt x="233183" y="769412"/>
                    <a:pt x="225964" y="770472"/>
                    <a:pt x="218745" y="770472"/>
                  </a:cubicBezTo>
                  <a:cubicBezTo>
                    <a:pt x="158418" y="770623"/>
                    <a:pt x="98040" y="770573"/>
                    <a:pt x="37713" y="770573"/>
                  </a:cubicBezTo>
                  <a:cubicBezTo>
                    <a:pt x="31857" y="770573"/>
                    <a:pt x="25698" y="771179"/>
                    <a:pt x="20196" y="769664"/>
                  </a:cubicBezTo>
                  <a:cubicBezTo>
                    <a:pt x="7726" y="766130"/>
                    <a:pt x="204" y="757447"/>
                    <a:pt x="2" y="744170"/>
                  </a:cubicBezTo>
                  <a:cubicBezTo>
                    <a:pt x="-149" y="731095"/>
                    <a:pt x="6111" y="721807"/>
                    <a:pt x="18984" y="717818"/>
                  </a:cubicBezTo>
                  <a:cubicBezTo>
                    <a:pt x="22114" y="716859"/>
                    <a:pt x="25547" y="716505"/>
                    <a:pt x="28879" y="716505"/>
                  </a:cubicBezTo>
                  <a:cubicBezTo>
                    <a:pt x="98343" y="716455"/>
                    <a:pt x="167808" y="716455"/>
                    <a:pt x="240503" y="716455"/>
                  </a:cubicBezTo>
                  <a:close/>
                  <a:moveTo>
                    <a:pt x="698687" y="592166"/>
                  </a:moveTo>
                  <a:lnTo>
                    <a:pt x="698687" y="944689"/>
                  </a:lnTo>
                  <a:lnTo>
                    <a:pt x="780066" y="944689"/>
                  </a:lnTo>
                  <a:lnTo>
                    <a:pt x="780066" y="592166"/>
                  </a:lnTo>
                  <a:close/>
                  <a:moveTo>
                    <a:pt x="366132" y="409595"/>
                  </a:moveTo>
                  <a:lnTo>
                    <a:pt x="366156" y="409620"/>
                  </a:lnTo>
                  <a:lnTo>
                    <a:pt x="366106" y="409620"/>
                  </a:lnTo>
                  <a:close/>
                  <a:moveTo>
                    <a:pt x="781732" y="338338"/>
                  </a:moveTo>
                  <a:cubicBezTo>
                    <a:pt x="955242" y="355855"/>
                    <a:pt x="1086598" y="476712"/>
                    <a:pt x="1130367" y="628110"/>
                  </a:cubicBezTo>
                  <a:lnTo>
                    <a:pt x="1130317" y="628060"/>
                  </a:lnTo>
                  <a:cubicBezTo>
                    <a:pt x="1166917" y="754671"/>
                    <a:pt x="1146825" y="872347"/>
                    <a:pt x="1072363" y="980582"/>
                  </a:cubicBezTo>
                  <a:cubicBezTo>
                    <a:pt x="1043789" y="1022080"/>
                    <a:pt x="1012691" y="1061759"/>
                    <a:pt x="983765" y="1103004"/>
                  </a:cubicBezTo>
                  <a:cubicBezTo>
                    <a:pt x="951859" y="1148388"/>
                    <a:pt x="936916" y="1199275"/>
                    <a:pt x="938078" y="1254806"/>
                  </a:cubicBezTo>
                  <a:cubicBezTo>
                    <a:pt x="938178" y="1258188"/>
                    <a:pt x="938178" y="1261571"/>
                    <a:pt x="937976" y="1264902"/>
                  </a:cubicBezTo>
                  <a:cubicBezTo>
                    <a:pt x="936664" y="1287468"/>
                    <a:pt x="929849" y="1294788"/>
                    <a:pt x="906829" y="1294990"/>
                  </a:cubicBezTo>
                  <a:cubicBezTo>
                    <a:pt x="851348" y="1295445"/>
                    <a:pt x="795816" y="1295142"/>
                    <a:pt x="740335" y="1295142"/>
                  </a:cubicBezTo>
                  <a:lnTo>
                    <a:pt x="740335" y="1295243"/>
                  </a:lnTo>
                  <a:cubicBezTo>
                    <a:pt x="686521" y="1295243"/>
                    <a:pt x="632706" y="1295394"/>
                    <a:pt x="578891" y="1295192"/>
                  </a:cubicBezTo>
                  <a:cubicBezTo>
                    <a:pt x="547541" y="1295092"/>
                    <a:pt x="539312" y="1287822"/>
                    <a:pt x="540474" y="1256573"/>
                  </a:cubicBezTo>
                  <a:cubicBezTo>
                    <a:pt x="542745" y="1196044"/>
                    <a:pt x="524369" y="1142431"/>
                    <a:pt x="489385" y="1093967"/>
                  </a:cubicBezTo>
                  <a:cubicBezTo>
                    <a:pt x="466263" y="1061961"/>
                    <a:pt x="442133" y="1030712"/>
                    <a:pt x="419062" y="998655"/>
                  </a:cubicBezTo>
                  <a:cubicBezTo>
                    <a:pt x="377868" y="941458"/>
                    <a:pt x="346771" y="880070"/>
                    <a:pt x="336825" y="808990"/>
                  </a:cubicBezTo>
                  <a:cubicBezTo>
                    <a:pt x="318853" y="680663"/>
                    <a:pt x="350556" y="566723"/>
                    <a:pt x="437539" y="470805"/>
                  </a:cubicBezTo>
                  <a:cubicBezTo>
                    <a:pt x="529367" y="369486"/>
                    <a:pt x="646387" y="324707"/>
                    <a:pt x="781732" y="338338"/>
                  </a:cubicBezTo>
                  <a:close/>
                  <a:moveTo>
                    <a:pt x="1238099" y="284067"/>
                  </a:moveTo>
                  <a:lnTo>
                    <a:pt x="1238055" y="284111"/>
                  </a:lnTo>
                  <a:lnTo>
                    <a:pt x="1238058" y="284109"/>
                  </a:lnTo>
                  <a:close/>
                  <a:moveTo>
                    <a:pt x="1245999" y="212337"/>
                  </a:moveTo>
                  <a:cubicBezTo>
                    <a:pt x="1252335" y="212760"/>
                    <a:pt x="1258393" y="215587"/>
                    <a:pt x="1263492" y="220661"/>
                  </a:cubicBezTo>
                  <a:cubicBezTo>
                    <a:pt x="1273235" y="230353"/>
                    <a:pt x="1274093" y="244792"/>
                    <a:pt x="1264198" y="256908"/>
                  </a:cubicBezTo>
                  <a:lnTo>
                    <a:pt x="1238058" y="284109"/>
                  </a:lnTo>
                  <a:lnTo>
                    <a:pt x="1238048" y="284118"/>
                  </a:lnTo>
                  <a:lnTo>
                    <a:pt x="1238055" y="284111"/>
                  </a:lnTo>
                  <a:lnTo>
                    <a:pt x="1110023" y="412800"/>
                  </a:lnTo>
                  <a:cubicBezTo>
                    <a:pt x="1096443" y="398109"/>
                    <a:pt x="1085135" y="385841"/>
                    <a:pt x="1070343" y="369838"/>
                  </a:cubicBezTo>
                  <a:cubicBezTo>
                    <a:pt x="1087962" y="353583"/>
                    <a:pt x="1106792" y="336974"/>
                    <a:pt x="1124764" y="319456"/>
                  </a:cubicBezTo>
                  <a:cubicBezTo>
                    <a:pt x="1154195" y="290731"/>
                    <a:pt x="1183072" y="261350"/>
                    <a:pt x="1212201" y="232272"/>
                  </a:cubicBezTo>
                  <a:cubicBezTo>
                    <a:pt x="1216946" y="227526"/>
                    <a:pt x="1221439" y="222377"/>
                    <a:pt x="1226841" y="218439"/>
                  </a:cubicBezTo>
                  <a:cubicBezTo>
                    <a:pt x="1233050" y="213896"/>
                    <a:pt x="1239663" y="211915"/>
                    <a:pt x="1245999" y="212337"/>
                  </a:cubicBezTo>
                  <a:close/>
                  <a:moveTo>
                    <a:pt x="235859" y="212187"/>
                  </a:moveTo>
                  <a:cubicBezTo>
                    <a:pt x="242889" y="212610"/>
                    <a:pt x="250222" y="216017"/>
                    <a:pt x="256961" y="222631"/>
                  </a:cubicBezTo>
                  <a:cubicBezTo>
                    <a:pt x="307242" y="271902"/>
                    <a:pt x="357120" y="321678"/>
                    <a:pt x="406694" y="370798"/>
                  </a:cubicBezTo>
                  <a:lnTo>
                    <a:pt x="366132" y="409595"/>
                  </a:lnTo>
                  <a:lnTo>
                    <a:pt x="219452" y="261856"/>
                  </a:lnTo>
                  <a:cubicBezTo>
                    <a:pt x="205065" y="247215"/>
                    <a:pt x="204711" y="231112"/>
                    <a:pt x="216575" y="219652"/>
                  </a:cubicBezTo>
                  <a:cubicBezTo>
                    <a:pt x="222103" y="214326"/>
                    <a:pt x="228829" y="211764"/>
                    <a:pt x="235859" y="212187"/>
                  </a:cubicBezTo>
                  <a:close/>
                  <a:moveTo>
                    <a:pt x="739679" y="0"/>
                  </a:moveTo>
                  <a:cubicBezTo>
                    <a:pt x="756541" y="101"/>
                    <a:pt x="766435" y="14994"/>
                    <a:pt x="766435" y="40891"/>
                  </a:cubicBezTo>
                  <a:cubicBezTo>
                    <a:pt x="766435" y="99755"/>
                    <a:pt x="766435" y="158669"/>
                    <a:pt x="766435" y="217532"/>
                  </a:cubicBezTo>
                  <a:lnTo>
                    <a:pt x="766435" y="245247"/>
                  </a:lnTo>
                  <a:lnTo>
                    <a:pt x="713984" y="245247"/>
                  </a:lnTo>
                  <a:lnTo>
                    <a:pt x="713933" y="245247"/>
                  </a:lnTo>
                  <a:cubicBezTo>
                    <a:pt x="713226" y="237725"/>
                    <a:pt x="712065" y="231263"/>
                    <a:pt x="712065" y="224801"/>
                  </a:cubicBezTo>
                  <a:cubicBezTo>
                    <a:pt x="711914" y="163414"/>
                    <a:pt x="711914" y="101976"/>
                    <a:pt x="712015" y="40589"/>
                  </a:cubicBezTo>
                  <a:cubicBezTo>
                    <a:pt x="712065" y="15095"/>
                    <a:pt x="722667" y="-101"/>
                    <a:pt x="739679" y="0"/>
                  </a:cubicBezTo>
                  <a:close/>
                </a:path>
              </a:pathLst>
            </a:custGeom>
            <a:solidFill>
              <a:srgbClr val="FFC000"/>
            </a:solidFill>
            <a:ln w="9525"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31B30675-D9AB-439F-DF03-910F7A68026A}"/>
              </a:ext>
            </a:extLst>
          </p:cNvPr>
          <p:cNvGrpSpPr/>
          <p:nvPr/>
        </p:nvGrpSpPr>
        <p:grpSpPr>
          <a:xfrm flipH="1">
            <a:off x="5786092" y="2799101"/>
            <a:ext cx="3371863" cy="2367325"/>
            <a:chOff x="4642626" y="4231997"/>
            <a:chExt cx="3297907" cy="2292495"/>
          </a:xfrm>
        </p:grpSpPr>
        <p:sp>
          <p:nvSpPr>
            <p:cNvPr id="11" name="Freeform: Shape 10">
              <a:extLst>
                <a:ext uri="{FF2B5EF4-FFF2-40B4-BE49-F238E27FC236}">
                  <a16:creationId xmlns:a16="http://schemas.microsoft.com/office/drawing/2014/main" id="{967153EA-5B09-626B-561F-D171A6049CAF}"/>
                </a:ext>
              </a:extLst>
            </p:cNvPr>
            <p:cNvSpPr/>
            <p:nvPr/>
          </p:nvSpPr>
          <p:spPr>
            <a:xfrm flipH="1">
              <a:off x="5756066" y="4232463"/>
              <a:ext cx="2184467" cy="1074855"/>
            </a:xfrm>
            <a:custGeom>
              <a:avLst/>
              <a:gdLst>
                <a:gd name="connsiteX0" fmla="*/ 2184467 w 2184467"/>
                <a:gd name="connsiteY0" fmla="*/ 789666 h 1074855"/>
                <a:gd name="connsiteX1" fmla="*/ 1916091 w 2184467"/>
                <a:gd name="connsiteY1" fmla="*/ 518561 h 1074855"/>
                <a:gd name="connsiteX2" fmla="*/ 1118774 w 2184467"/>
                <a:gd name="connsiteY2" fmla="*/ 420214 h 1074855"/>
                <a:gd name="connsiteX3" fmla="*/ 783923 w 2184467"/>
                <a:gd name="connsiteY3" fmla="*/ 396278 h 1074855"/>
                <a:gd name="connsiteX4" fmla="*/ 191237 w 2184467"/>
                <a:gd name="connsiteY4" fmla="*/ 8348 h 1074855"/>
                <a:gd name="connsiteX5" fmla="*/ 18603 w 2184467"/>
                <a:gd name="connsiteY5" fmla="*/ 82759 h 1074855"/>
                <a:gd name="connsiteX6" fmla="*/ 0 w 2184467"/>
                <a:gd name="connsiteY6" fmla="*/ 114632 h 1074855"/>
                <a:gd name="connsiteX7" fmla="*/ 449072 w 2184467"/>
                <a:gd name="connsiteY7" fmla="*/ 521289 h 1074855"/>
                <a:gd name="connsiteX8" fmla="*/ 534149 w 2184467"/>
                <a:gd name="connsiteY8" fmla="*/ 704713 h 1074855"/>
                <a:gd name="connsiteX9" fmla="*/ 629767 w 2184467"/>
                <a:gd name="connsiteY9" fmla="*/ 702109 h 1074855"/>
                <a:gd name="connsiteX10" fmla="*/ 895540 w 2184467"/>
                <a:gd name="connsiteY10" fmla="*/ 914677 h 1074855"/>
                <a:gd name="connsiteX11" fmla="*/ 1482025 w 2184467"/>
                <a:gd name="connsiteY11" fmla="*/ 922614 h 1074855"/>
                <a:gd name="connsiteX12" fmla="*/ 1779670 w 2184467"/>
                <a:gd name="connsiteY12" fmla="*/ 1030634 h 1074855"/>
                <a:gd name="connsiteX13" fmla="*/ 1841679 w 2184467"/>
                <a:gd name="connsiteY13" fmla="*/ 1034231 h 1074855"/>
                <a:gd name="connsiteX14" fmla="*/ 2176530 w 2184467"/>
                <a:gd name="connsiteY14" fmla="*/ 826996 h 1074855"/>
                <a:gd name="connsiteX15" fmla="*/ 2184467 w 2184467"/>
                <a:gd name="connsiteY15" fmla="*/ 789790 h 1074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4467" h="1074855">
                  <a:moveTo>
                    <a:pt x="2184467" y="789666"/>
                  </a:moveTo>
                  <a:lnTo>
                    <a:pt x="1916091" y="518561"/>
                  </a:lnTo>
                  <a:cubicBezTo>
                    <a:pt x="1916091" y="518561"/>
                    <a:pt x="1626383" y="162503"/>
                    <a:pt x="1118774" y="420214"/>
                  </a:cubicBezTo>
                  <a:cubicBezTo>
                    <a:pt x="1038409" y="385861"/>
                    <a:pt x="927165" y="375691"/>
                    <a:pt x="783923" y="396278"/>
                  </a:cubicBezTo>
                  <a:lnTo>
                    <a:pt x="191237" y="8348"/>
                  </a:lnTo>
                  <a:cubicBezTo>
                    <a:pt x="97603" y="-12860"/>
                    <a:pt x="34105" y="4379"/>
                    <a:pt x="18603" y="82759"/>
                  </a:cubicBezTo>
                  <a:lnTo>
                    <a:pt x="0" y="114632"/>
                  </a:lnTo>
                  <a:lnTo>
                    <a:pt x="449072" y="521289"/>
                  </a:lnTo>
                  <a:cubicBezTo>
                    <a:pt x="422532" y="578462"/>
                    <a:pt x="462342" y="711286"/>
                    <a:pt x="534149" y="704713"/>
                  </a:cubicBezTo>
                  <a:lnTo>
                    <a:pt x="629767" y="702109"/>
                  </a:lnTo>
                  <a:cubicBezTo>
                    <a:pt x="629767" y="702109"/>
                    <a:pt x="765320" y="917405"/>
                    <a:pt x="895540" y="914677"/>
                  </a:cubicBezTo>
                  <a:cubicBezTo>
                    <a:pt x="1025760" y="911948"/>
                    <a:pt x="1482025" y="922614"/>
                    <a:pt x="1482025" y="922614"/>
                  </a:cubicBezTo>
                  <a:cubicBezTo>
                    <a:pt x="1482025" y="922614"/>
                    <a:pt x="1731799" y="933280"/>
                    <a:pt x="1779670" y="1030634"/>
                  </a:cubicBezTo>
                  <a:cubicBezTo>
                    <a:pt x="1827541" y="1127989"/>
                    <a:pt x="1841679" y="1034231"/>
                    <a:pt x="1841679" y="1034231"/>
                  </a:cubicBezTo>
                  <a:lnTo>
                    <a:pt x="2176530" y="826996"/>
                  </a:lnTo>
                  <a:lnTo>
                    <a:pt x="2184467" y="789790"/>
                  </a:lnTo>
                  <a:close/>
                </a:path>
              </a:pathLst>
            </a:custGeom>
            <a:solidFill>
              <a:srgbClr val="F6BC99"/>
            </a:solidFill>
            <a:ln w="22225" cap="flat">
              <a:solidFill>
                <a:srgbClr val="F2AE87"/>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633EB71C-BC43-40A9-8149-8256EBAF684D}"/>
                </a:ext>
              </a:extLst>
            </p:cNvPr>
            <p:cNvSpPr/>
            <p:nvPr/>
          </p:nvSpPr>
          <p:spPr>
            <a:xfrm flipH="1">
              <a:off x="7156610" y="4231997"/>
              <a:ext cx="765444" cy="418075"/>
            </a:xfrm>
            <a:custGeom>
              <a:avLst/>
              <a:gdLst>
                <a:gd name="connsiteX0" fmla="*/ 728238 w 765444"/>
                <a:gd name="connsiteY0" fmla="*/ 418076 h 418075"/>
                <a:gd name="connsiteX1" fmla="*/ 141754 w 765444"/>
                <a:gd name="connsiteY1" fmla="*/ 58422 h 418075"/>
                <a:gd name="connsiteX2" fmla="*/ 0 w 765444"/>
                <a:gd name="connsiteY2" fmla="*/ 83225 h 418075"/>
                <a:gd name="connsiteX3" fmla="*/ 172758 w 765444"/>
                <a:gd name="connsiteY3" fmla="*/ 8814 h 418075"/>
                <a:gd name="connsiteX4" fmla="*/ 765444 w 765444"/>
                <a:gd name="connsiteY4" fmla="*/ 396869 h 418075"/>
                <a:gd name="connsiteX5" fmla="*/ 728238 w 765444"/>
                <a:gd name="connsiteY5" fmla="*/ 418076 h 418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5444" h="418075">
                  <a:moveTo>
                    <a:pt x="728238" y="418076"/>
                  </a:moveTo>
                  <a:lnTo>
                    <a:pt x="141754" y="58422"/>
                  </a:lnTo>
                  <a:cubicBezTo>
                    <a:pt x="85573" y="38827"/>
                    <a:pt x="39562" y="50980"/>
                    <a:pt x="0" y="83225"/>
                  </a:cubicBezTo>
                  <a:cubicBezTo>
                    <a:pt x="16495" y="8938"/>
                    <a:pt x="74907" y="-14874"/>
                    <a:pt x="172758" y="8814"/>
                  </a:cubicBezTo>
                  <a:lnTo>
                    <a:pt x="765444" y="396869"/>
                  </a:lnTo>
                  <a:lnTo>
                    <a:pt x="728238" y="418076"/>
                  </a:lnTo>
                  <a:close/>
                </a:path>
              </a:pathLst>
            </a:custGeom>
            <a:solidFill>
              <a:srgbClr val="F2AE87"/>
            </a:solidFill>
            <a:ln w="12379"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7521DF0-5265-7FFD-3493-ED5CF43EA300}"/>
                </a:ext>
              </a:extLst>
            </p:cNvPr>
            <p:cNvSpPr/>
            <p:nvPr/>
          </p:nvSpPr>
          <p:spPr>
            <a:xfrm flipH="1">
              <a:off x="7236355" y="4709901"/>
              <a:ext cx="206473" cy="186472"/>
            </a:xfrm>
            <a:custGeom>
              <a:avLst/>
              <a:gdLst>
                <a:gd name="connsiteX0" fmla="*/ 192335 w 206473"/>
                <a:gd name="connsiteY0" fmla="*/ 445 h 186472"/>
                <a:gd name="connsiteX1" fmla="*/ 206473 w 206473"/>
                <a:gd name="connsiteY1" fmla="*/ 177668 h 186472"/>
                <a:gd name="connsiteX2" fmla="*/ 46985 w 206473"/>
                <a:gd name="connsiteY2" fmla="*/ 186473 h 186472"/>
                <a:gd name="connsiteX3" fmla="*/ 192211 w 206473"/>
                <a:gd name="connsiteY3" fmla="*/ 445 h 186472"/>
              </a:gdLst>
              <a:ahLst/>
              <a:cxnLst>
                <a:cxn ang="0">
                  <a:pos x="connsiteX0" y="connsiteY0"/>
                </a:cxn>
                <a:cxn ang="0">
                  <a:pos x="connsiteX1" y="connsiteY1"/>
                </a:cxn>
                <a:cxn ang="0">
                  <a:pos x="connsiteX2" y="connsiteY2"/>
                </a:cxn>
                <a:cxn ang="0">
                  <a:pos x="connsiteX3" y="connsiteY3"/>
                </a:cxn>
              </a:cxnLst>
              <a:rect l="l" t="t" r="r" b="b"/>
              <a:pathLst>
                <a:path w="206473" h="186472">
                  <a:moveTo>
                    <a:pt x="192335" y="445"/>
                  </a:moveTo>
                  <a:lnTo>
                    <a:pt x="206473" y="177668"/>
                  </a:lnTo>
                  <a:lnTo>
                    <a:pt x="46985" y="186473"/>
                  </a:lnTo>
                  <a:cubicBezTo>
                    <a:pt x="-46897" y="115658"/>
                    <a:pt x="-886" y="-8361"/>
                    <a:pt x="192211" y="445"/>
                  </a:cubicBezTo>
                  <a:close/>
                </a:path>
              </a:pathLst>
            </a:custGeom>
            <a:solidFill>
              <a:schemeClr val="bg1"/>
            </a:solidFill>
            <a:ln w="12379"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3F74259-A02C-027D-5956-4D960962F0F6}"/>
                </a:ext>
              </a:extLst>
            </p:cNvPr>
            <p:cNvSpPr/>
            <p:nvPr/>
          </p:nvSpPr>
          <p:spPr>
            <a:xfrm flipH="1">
              <a:off x="6074919" y="4934324"/>
              <a:ext cx="1235723" cy="350849"/>
            </a:xfrm>
            <a:custGeom>
              <a:avLst/>
              <a:gdLst>
                <a:gd name="connsiteX0" fmla="*/ 605832 w 1235723"/>
                <a:gd name="connsiteY0" fmla="*/ 9797 h 350849"/>
                <a:gd name="connsiteX1" fmla="*/ 92022 w 1235723"/>
                <a:gd name="connsiteY1" fmla="*/ 22199 h 350849"/>
                <a:gd name="connsiteX2" fmla="*/ 406534 w 1235723"/>
                <a:gd name="connsiteY2" fmla="*/ 148822 h 350849"/>
                <a:gd name="connsiteX3" fmla="*/ 1108108 w 1235723"/>
                <a:gd name="connsiteY3" fmla="*/ 186028 h 350849"/>
                <a:gd name="connsiteX4" fmla="*/ 1235723 w 1235723"/>
                <a:gd name="connsiteY4" fmla="*/ 308311 h 350849"/>
                <a:gd name="connsiteX5" fmla="*/ 1161312 w 1235723"/>
                <a:gd name="connsiteY5" fmla="*/ 350849 h 350849"/>
                <a:gd name="connsiteX6" fmla="*/ 805254 w 1235723"/>
                <a:gd name="connsiteY6" fmla="*/ 223234 h 350849"/>
                <a:gd name="connsiteX7" fmla="*/ 265772 w 1235723"/>
                <a:gd name="connsiteY7" fmla="*/ 212568 h 350849"/>
                <a:gd name="connsiteX8" fmla="*/ 0 w 1235723"/>
                <a:gd name="connsiteY8" fmla="*/ 0 h 350849"/>
                <a:gd name="connsiteX9" fmla="*/ 605956 w 1235723"/>
                <a:gd name="connsiteY9" fmla="*/ 9797 h 35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5723" h="350849">
                  <a:moveTo>
                    <a:pt x="605832" y="9797"/>
                  </a:moveTo>
                  <a:cubicBezTo>
                    <a:pt x="604468" y="10045"/>
                    <a:pt x="92022" y="22199"/>
                    <a:pt x="92022" y="22199"/>
                  </a:cubicBezTo>
                  <a:cubicBezTo>
                    <a:pt x="92022" y="22199"/>
                    <a:pt x="148699" y="175487"/>
                    <a:pt x="406534" y="148822"/>
                  </a:cubicBezTo>
                  <a:cubicBezTo>
                    <a:pt x="664369" y="122159"/>
                    <a:pt x="1004428" y="100951"/>
                    <a:pt x="1108108" y="186028"/>
                  </a:cubicBezTo>
                  <a:cubicBezTo>
                    <a:pt x="1211788" y="271105"/>
                    <a:pt x="1235723" y="308311"/>
                    <a:pt x="1235723" y="308311"/>
                  </a:cubicBezTo>
                  <a:lnTo>
                    <a:pt x="1161312" y="350849"/>
                  </a:lnTo>
                  <a:cubicBezTo>
                    <a:pt x="1158212" y="342292"/>
                    <a:pt x="1121998" y="224846"/>
                    <a:pt x="805254" y="223234"/>
                  </a:cubicBezTo>
                  <a:cubicBezTo>
                    <a:pt x="488882" y="221746"/>
                    <a:pt x="267881" y="207359"/>
                    <a:pt x="265772" y="212568"/>
                  </a:cubicBezTo>
                  <a:cubicBezTo>
                    <a:pt x="161721" y="195454"/>
                    <a:pt x="77016" y="111121"/>
                    <a:pt x="0" y="0"/>
                  </a:cubicBezTo>
                  <a:lnTo>
                    <a:pt x="605956" y="9797"/>
                  </a:lnTo>
                  <a:close/>
                </a:path>
              </a:pathLst>
            </a:custGeom>
            <a:solidFill>
              <a:srgbClr val="F2AE87"/>
            </a:solidFill>
            <a:ln w="12379"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93D11C9-3E5C-0988-5F1E-CC542D979236}"/>
                </a:ext>
              </a:extLst>
            </p:cNvPr>
            <p:cNvSpPr/>
            <p:nvPr/>
          </p:nvSpPr>
          <p:spPr>
            <a:xfrm flipH="1">
              <a:off x="5570038" y="4990256"/>
              <a:ext cx="603227" cy="478340"/>
            </a:xfrm>
            <a:custGeom>
              <a:avLst/>
              <a:gdLst>
                <a:gd name="connsiteX0" fmla="*/ 84953 w 603227"/>
                <a:gd name="connsiteY0" fmla="*/ 478340 h 478340"/>
                <a:gd name="connsiteX1" fmla="*/ 0 w 603227"/>
                <a:gd name="connsiteY1" fmla="*/ 289584 h 478340"/>
                <a:gd name="connsiteX2" fmla="*/ 483673 w 603227"/>
                <a:gd name="connsiteY2" fmla="*/ 0 h 478340"/>
                <a:gd name="connsiteX3" fmla="*/ 603227 w 603227"/>
                <a:gd name="connsiteY3" fmla="*/ 193965 h 478340"/>
                <a:gd name="connsiteX4" fmla="*/ 84953 w 603227"/>
                <a:gd name="connsiteY4" fmla="*/ 478340 h 478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227" h="478340">
                  <a:moveTo>
                    <a:pt x="84953" y="478340"/>
                  </a:moveTo>
                  <a:lnTo>
                    <a:pt x="0" y="289584"/>
                  </a:lnTo>
                  <a:lnTo>
                    <a:pt x="483673" y="0"/>
                  </a:lnTo>
                  <a:lnTo>
                    <a:pt x="603227" y="193965"/>
                  </a:lnTo>
                  <a:lnTo>
                    <a:pt x="84953" y="478340"/>
                  </a:lnTo>
                  <a:close/>
                </a:path>
              </a:pathLst>
            </a:custGeom>
            <a:solidFill>
              <a:schemeClr val="accent2">
                <a:lumMod val="60000"/>
                <a:lumOff val="40000"/>
              </a:schemeClr>
            </a:solidFill>
            <a:ln w="12379"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B425A14-E7E7-F8D3-DFC4-05DD27E543C5}"/>
                </a:ext>
              </a:extLst>
            </p:cNvPr>
            <p:cNvSpPr/>
            <p:nvPr/>
          </p:nvSpPr>
          <p:spPr>
            <a:xfrm flipH="1">
              <a:off x="4642626" y="5085875"/>
              <a:ext cx="1587564" cy="1438617"/>
            </a:xfrm>
            <a:custGeom>
              <a:avLst/>
              <a:gdLst>
                <a:gd name="connsiteX0" fmla="*/ 124 w 1587564"/>
                <a:gd name="connsiteY0" fmla="*/ 474868 h 1438617"/>
                <a:gd name="connsiteX1" fmla="*/ 634356 w 1587564"/>
                <a:gd name="connsiteY1" fmla="*/ 1438618 h 1438617"/>
                <a:gd name="connsiteX2" fmla="*/ 1587565 w 1587564"/>
                <a:gd name="connsiteY2" fmla="*/ 1438618 h 1438617"/>
                <a:gd name="connsiteX3" fmla="*/ 641425 w 1587564"/>
                <a:gd name="connsiteY3" fmla="*/ 0 h 1438617"/>
                <a:gd name="connsiteX4" fmla="*/ 314760 w 1587564"/>
                <a:gd name="connsiteY4" fmla="*/ 186772 h 1438617"/>
                <a:gd name="connsiteX5" fmla="*/ 0 w 1587564"/>
                <a:gd name="connsiteY5" fmla="*/ 474744 h 143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7564" h="1438617">
                  <a:moveTo>
                    <a:pt x="124" y="474868"/>
                  </a:moveTo>
                  <a:lnTo>
                    <a:pt x="634356" y="1438618"/>
                  </a:lnTo>
                  <a:lnTo>
                    <a:pt x="1587565" y="1438618"/>
                  </a:lnTo>
                  <a:lnTo>
                    <a:pt x="641425" y="0"/>
                  </a:lnTo>
                  <a:cubicBezTo>
                    <a:pt x="520507" y="56180"/>
                    <a:pt x="411866" y="118562"/>
                    <a:pt x="314760" y="186772"/>
                  </a:cubicBezTo>
                  <a:cubicBezTo>
                    <a:pt x="191485" y="273461"/>
                    <a:pt x="87061" y="369700"/>
                    <a:pt x="0" y="474744"/>
                  </a:cubicBezTo>
                  <a:close/>
                </a:path>
              </a:pathLst>
            </a:custGeom>
            <a:solidFill>
              <a:srgbClr val="4475C9"/>
            </a:solidFill>
            <a:ln w="12379"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36A35BE-1B8F-F448-3A92-E8D9F8630023}"/>
                </a:ext>
              </a:extLst>
            </p:cNvPr>
            <p:cNvSpPr/>
            <p:nvPr/>
          </p:nvSpPr>
          <p:spPr>
            <a:xfrm flipH="1">
              <a:off x="5182108" y="5272647"/>
              <a:ext cx="1047958" cy="1251721"/>
            </a:xfrm>
            <a:custGeom>
              <a:avLst/>
              <a:gdLst>
                <a:gd name="connsiteX0" fmla="*/ 1047959 w 1047958"/>
                <a:gd name="connsiteY0" fmla="*/ 1245645 h 1251721"/>
                <a:gd name="connsiteX1" fmla="*/ 314760 w 1047958"/>
                <a:gd name="connsiteY1" fmla="*/ 0 h 1251721"/>
                <a:gd name="connsiteX2" fmla="*/ 0 w 1047958"/>
                <a:gd name="connsiteY2" fmla="*/ 287972 h 1251721"/>
                <a:gd name="connsiteX3" fmla="*/ 634232 w 1047958"/>
                <a:gd name="connsiteY3" fmla="*/ 1251721 h 1251721"/>
                <a:gd name="connsiteX4" fmla="*/ 1047959 w 1047958"/>
                <a:gd name="connsiteY4" fmla="*/ 1245520 h 1251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958" h="1251721">
                  <a:moveTo>
                    <a:pt x="1047959" y="1245645"/>
                  </a:moveTo>
                  <a:lnTo>
                    <a:pt x="314760" y="0"/>
                  </a:lnTo>
                  <a:cubicBezTo>
                    <a:pt x="193965" y="81108"/>
                    <a:pt x="91402" y="179331"/>
                    <a:pt x="0" y="287972"/>
                  </a:cubicBezTo>
                  <a:lnTo>
                    <a:pt x="634232" y="1251721"/>
                  </a:lnTo>
                  <a:lnTo>
                    <a:pt x="1047959" y="1245520"/>
                  </a:lnTo>
                  <a:close/>
                </a:path>
              </a:pathLst>
            </a:custGeom>
            <a:solidFill>
              <a:schemeClr val="accent2">
                <a:lumMod val="75000"/>
                <a:alpha val="20000"/>
              </a:schemeClr>
            </a:solidFill>
            <a:ln w="12379" cap="flat">
              <a:noFill/>
              <a:prstDash val="solid"/>
              <a:miter/>
            </a:ln>
          </p:spPr>
          <p:txBody>
            <a:bodyPr rtlCol="0" anchor="ctr"/>
            <a:lstStyle/>
            <a:p>
              <a:endParaRPr lang="en-US"/>
            </a:p>
          </p:txBody>
        </p:sp>
      </p:grpSp>
      <p:sp>
        <p:nvSpPr>
          <p:cNvPr id="7" name="Slide Number Placeholder 6">
            <a:extLst>
              <a:ext uri="{FF2B5EF4-FFF2-40B4-BE49-F238E27FC236}">
                <a16:creationId xmlns:a16="http://schemas.microsoft.com/office/drawing/2014/main" id="{A24318A2-BD17-5AC0-A4AA-3D058E6E9815}"/>
              </a:ext>
            </a:extLst>
          </p:cNvPr>
          <p:cNvSpPr>
            <a:spLocks noGrp="1"/>
          </p:cNvSpPr>
          <p:nvPr>
            <p:ph type="sldNum" sz="quarter" idx="7"/>
          </p:nvPr>
        </p:nvSpPr>
        <p:spPr/>
        <p:txBody>
          <a:bodyPr/>
          <a:lstStyle/>
          <a:p>
            <a:fld id="{B6F15528-21DE-4FAA-801E-634DDDAF4B2B}" type="slidenum">
              <a:rPr lang="en-US" smtClean="0"/>
              <a:t>30</a:t>
            </a:fld>
            <a:endParaRPr lang="en-US"/>
          </a:p>
        </p:txBody>
      </p:sp>
    </p:spTree>
    <p:extLst>
      <p:ext uri="{BB962C8B-B14F-4D97-AF65-F5344CB8AC3E}">
        <p14:creationId xmlns:p14="http://schemas.microsoft.com/office/powerpoint/2010/main" val="637907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47" presetClass="entr" presetSubtype="0" fill="hold"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anim calcmode="lin" valueType="num">
                                      <p:cBhvr>
                                        <p:cTn id="11" dur="500" fill="hold"/>
                                        <p:tgtEl>
                                          <p:spTgt spid="5"/>
                                        </p:tgtEl>
                                        <p:attrNameLst>
                                          <p:attrName>ppt_x</p:attrName>
                                        </p:attrNameLst>
                                      </p:cBhvr>
                                      <p:tavLst>
                                        <p:tav tm="0">
                                          <p:val>
                                            <p:strVal val="#ppt_x"/>
                                          </p:val>
                                        </p:tav>
                                        <p:tav tm="100000">
                                          <p:val>
                                            <p:strVal val="#ppt_x"/>
                                          </p:val>
                                        </p:tav>
                                      </p:tavLst>
                                    </p:anim>
                                    <p:anim calcmode="lin" valueType="num">
                                      <p:cBhvr>
                                        <p:cTn id="12"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496300" y="635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4" name="object 3">
            <a:extLst>
              <a:ext uri="{FF2B5EF4-FFF2-40B4-BE49-F238E27FC236}">
                <a16:creationId xmlns:a16="http://schemas.microsoft.com/office/drawing/2014/main" id="{7DFFAABF-BBBC-7EDA-2DBE-E226DB808D12}"/>
              </a:ext>
            </a:extLst>
          </p:cNvPr>
          <p:cNvSpPr txBox="1"/>
          <p:nvPr/>
        </p:nvSpPr>
        <p:spPr>
          <a:xfrm>
            <a:off x="3647868" y="371299"/>
            <a:ext cx="1833245" cy="505267"/>
          </a:xfrm>
          <a:prstGeom prst="rect">
            <a:avLst/>
          </a:prstGeom>
        </p:spPr>
        <p:txBody>
          <a:bodyPr vert="horz" wrap="square" lIns="0" tIns="12700" rIns="0" bIns="0" rtlCol="0">
            <a:spAutoFit/>
          </a:bodyPr>
          <a:lstStyle/>
          <a:p>
            <a:pPr marL="12700" algn="ctr">
              <a:lnSpc>
                <a:spcPct val="100000"/>
              </a:lnSpc>
              <a:spcBef>
                <a:spcPts val="100"/>
              </a:spcBef>
            </a:pPr>
            <a:r>
              <a:rPr sz="3200" b="1" spc="-105" dirty="0">
                <a:solidFill>
                  <a:srgbClr val="181818"/>
                </a:solidFill>
                <a:latin typeface="+mj-lt"/>
                <a:ea typeface="Verdana" panose="020B0604030504040204" pitchFamily="34" charset="0"/>
                <a:cs typeface="Verdana"/>
              </a:rPr>
              <a:t>Solution!</a:t>
            </a:r>
            <a:endParaRPr sz="3200" dirty="0">
              <a:latin typeface="+mj-lt"/>
              <a:ea typeface="Verdana" panose="020B0604030504040204" pitchFamily="34" charset="0"/>
              <a:cs typeface="Verdana"/>
            </a:endParaRPr>
          </a:p>
        </p:txBody>
      </p:sp>
      <p:pic>
        <p:nvPicPr>
          <p:cNvPr id="5" name="object 2">
            <a:extLst>
              <a:ext uri="{FF2B5EF4-FFF2-40B4-BE49-F238E27FC236}">
                <a16:creationId xmlns:a16="http://schemas.microsoft.com/office/drawing/2014/main" id="{A09693AB-6767-E451-7BEE-63DA0D794F7B}"/>
              </a:ext>
            </a:extLst>
          </p:cNvPr>
          <p:cNvPicPr/>
          <p:nvPr/>
        </p:nvPicPr>
        <p:blipFill>
          <a:blip r:embed="rId3" cstate="print"/>
          <a:stretch>
            <a:fillRect/>
          </a:stretch>
        </p:blipFill>
        <p:spPr>
          <a:xfrm>
            <a:off x="1278393" y="2037417"/>
            <a:ext cx="3477034" cy="2342387"/>
          </a:xfrm>
          <a:prstGeom prst="rect">
            <a:avLst/>
          </a:prstGeom>
        </p:spPr>
      </p:pic>
      <p:pic>
        <p:nvPicPr>
          <p:cNvPr id="6" name="object 3">
            <a:extLst>
              <a:ext uri="{FF2B5EF4-FFF2-40B4-BE49-F238E27FC236}">
                <a16:creationId xmlns:a16="http://schemas.microsoft.com/office/drawing/2014/main" id="{62B34347-BD40-07D7-5CD2-208FA4F793A5}"/>
              </a:ext>
            </a:extLst>
          </p:cNvPr>
          <p:cNvPicPr/>
          <p:nvPr/>
        </p:nvPicPr>
        <p:blipFill>
          <a:blip r:embed="rId4" cstate="print"/>
          <a:stretch>
            <a:fillRect/>
          </a:stretch>
        </p:blipFill>
        <p:spPr>
          <a:xfrm>
            <a:off x="4980313" y="2007783"/>
            <a:ext cx="3248434" cy="2342387"/>
          </a:xfrm>
          <a:prstGeom prst="rect">
            <a:avLst/>
          </a:prstGeom>
        </p:spPr>
      </p:pic>
      <p:sp>
        <p:nvSpPr>
          <p:cNvPr id="9" name="object 4">
            <a:extLst>
              <a:ext uri="{FF2B5EF4-FFF2-40B4-BE49-F238E27FC236}">
                <a16:creationId xmlns:a16="http://schemas.microsoft.com/office/drawing/2014/main" id="{D3AEC7F6-B6F1-2335-B58C-85DA462592B2}"/>
              </a:ext>
            </a:extLst>
          </p:cNvPr>
          <p:cNvSpPr txBox="1"/>
          <p:nvPr/>
        </p:nvSpPr>
        <p:spPr>
          <a:xfrm>
            <a:off x="2382303" y="1476736"/>
            <a:ext cx="1230123" cy="321242"/>
          </a:xfrm>
          <a:prstGeom prst="rect">
            <a:avLst/>
          </a:prstGeom>
        </p:spPr>
        <p:txBody>
          <a:bodyPr vert="horz" wrap="square" lIns="0" tIns="13335" rIns="0" bIns="0" rtlCol="0">
            <a:spAutoFit/>
          </a:bodyPr>
          <a:lstStyle/>
          <a:p>
            <a:pPr marL="12700">
              <a:lnSpc>
                <a:spcPct val="100000"/>
              </a:lnSpc>
              <a:spcBef>
                <a:spcPts val="105"/>
              </a:spcBef>
            </a:pPr>
            <a:r>
              <a:rPr sz="2000" b="1" spc="-10" dirty="0">
                <a:cs typeface="Arial MT"/>
              </a:rPr>
              <a:t>F</a:t>
            </a:r>
            <a:r>
              <a:rPr sz="2000" b="1" dirty="0">
                <a:cs typeface="Arial MT"/>
              </a:rPr>
              <a:t>ro</a:t>
            </a:r>
            <a:r>
              <a:rPr sz="2000" b="1" spc="-5" dirty="0">
                <a:cs typeface="Arial MT"/>
              </a:rPr>
              <a:t>n</a:t>
            </a:r>
            <a:r>
              <a:rPr sz="2000" b="1" dirty="0">
                <a:cs typeface="Arial MT"/>
              </a:rPr>
              <a:t>t</a:t>
            </a:r>
            <a:r>
              <a:rPr sz="2000" b="1" spc="-25" dirty="0">
                <a:cs typeface="Arial MT"/>
              </a:rPr>
              <a:t> </a:t>
            </a:r>
            <a:r>
              <a:rPr sz="2000" b="1" dirty="0">
                <a:cs typeface="Arial MT"/>
              </a:rPr>
              <a:t>Vi</a:t>
            </a:r>
            <a:r>
              <a:rPr sz="2000" b="1" spc="-5" dirty="0">
                <a:cs typeface="Arial MT"/>
              </a:rPr>
              <a:t>e</a:t>
            </a:r>
            <a:r>
              <a:rPr sz="2000" b="1" dirty="0">
                <a:cs typeface="Arial MT"/>
              </a:rPr>
              <a:t>w</a:t>
            </a:r>
          </a:p>
        </p:txBody>
      </p:sp>
      <p:sp>
        <p:nvSpPr>
          <p:cNvPr id="10" name="object 5">
            <a:extLst>
              <a:ext uri="{FF2B5EF4-FFF2-40B4-BE49-F238E27FC236}">
                <a16:creationId xmlns:a16="http://schemas.microsoft.com/office/drawing/2014/main" id="{883D24B7-C636-708A-ED1C-F0F8DFB4034B}"/>
              </a:ext>
            </a:extLst>
          </p:cNvPr>
          <p:cNvSpPr txBox="1"/>
          <p:nvPr/>
        </p:nvSpPr>
        <p:spPr>
          <a:xfrm>
            <a:off x="6229260" y="1476736"/>
            <a:ext cx="1230123" cy="321242"/>
          </a:xfrm>
          <a:prstGeom prst="rect">
            <a:avLst/>
          </a:prstGeom>
        </p:spPr>
        <p:txBody>
          <a:bodyPr vert="horz" wrap="square" lIns="0" tIns="13335" rIns="0" bIns="0" rtlCol="0">
            <a:spAutoFit/>
          </a:bodyPr>
          <a:lstStyle/>
          <a:p>
            <a:pPr marL="12700">
              <a:lnSpc>
                <a:spcPct val="100000"/>
              </a:lnSpc>
              <a:spcBef>
                <a:spcPts val="105"/>
              </a:spcBef>
            </a:pPr>
            <a:r>
              <a:rPr sz="2000" b="1" dirty="0">
                <a:latin typeface="+mj-lt"/>
                <a:cs typeface="Arial MT"/>
              </a:rPr>
              <a:t>Top</a:t>
            </a:r>
            <a:r>
              <a:rPr sz="2000" b="1" spc="-95" dirty="0">
                <a:latin typeface="+mj-lt"/>
                <a:cs typeface="Arial MT"/>
              </a:rPr>
              <a:t> </a:t>
            </a:r>
            <a:r>
              <a:rPr sz="2000" b="1" dirty="0">
                <a:latin typeface="+mj-lt"/>
                <a:cs typeface="Arial MT"/>
              </a:rPr>
              <a:t>View</a:t>
            </a:r>
          </a:p>
        </p:txBody>
      </p:sp>
      <p:sp>
        <p:nvSpPr>
          <p:cNvPr id="3" name="Slide Number Placeholder 2">
            <a:extLst>
              <a:ext uri="{FF2B5EF4-FFF2-40B4-BE49-F238E27FC236}">
                <a16:creationId xmlns:a16="http://schemas.microsoft.com/office/drawing/2014/main" id="{8D3F031D-44C7-F9DA-3094-517C3AB2E3A6}"/>
              </a:ext>
            </a:extLst>
          </p:cNvPr>
          <p:cNvSpPr>
            <a:spLocks noGrp="1"/>
          </p:cNvSpPr>
          <p:nvPr>
            <p:ph type="sldNum" sz="quarter" idx="7"/>
          </p:nvPr>
        </p:nvSpPr>
        <p:spPr/>
        <p:txBody>
          <a:bodyPr/>
          <a:lstStyle/>
          <a:p>
            <a:fld id="{B6F15528-21DE-4FAA-801E-634DDDAF4B2B}" type="slidenum">
              <a:rPr lang="en-US" smtClean="0"/>
              <a:t>31</a:t>
            </a:fld>
            <a:endParaRPr lang="en-US"/>
          </a:p>
        </p:txBody>
      </p:sp>
    </p:spTree>
    <p:extLst>
      <p:ext uri="{BB962C8B-B14F-4D97-AF65-F5344CB8AC3E}">
        <p14:creationId xmlns:p14="http://schemas.microsoft.com/office/powerpoint/2010/main" val="3207447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496300" y="0"/>
            <a:ext cx="647700" cy="5143500"/>
          </a:xfrm>
          <a:custGeom>
            <a:avLst/>
            <a:gdLst/>
            <a:ahLst/>
            <a:cxnLst/>
            <a:rect l="l" t="t" r="r" b="b"/>
            <a:pathLst>
              <a:path w="647700" h="4874260">
                <a:moveTo>
                  <a:pt x="0" y="4873752"/>
                </a:moveTo>
                <a:lnTo>
                  <a:pt x="647700" y="4873752"/>
                </a:lnTo>
                <a:lnTo>
                  <a:pt x="647700" y="0"/>
                </a:lnTo>
                <a:lnTo>
                  <a:pt x="0" y="0"/>
                </a:lnTo>
                <a:lnTo>
                  <a:pt x="0" y="4873752"/>
                </a:lnTo>
                <a:close/>
              </a:path>
            </a:pathLst>
          </a:custGeom>
          <a:solidFill>
            <a:srgbClr val="D2D2D2"/>
          </a:solidFill>
        </p:spPr>
        <p:txBody>
          <a:bodyPr wrap="square" lIns="0" tIns="0" rIns="0" bIns="0" rtlCol="0"/>
          <a:lstStyle/>
          <a:p>
            <a:endParaRPr/>
          </a:p>
        </p:txBody>
      </p:sp>
      <p:sp>
        <p:nvSpPr>
          <p:cNvPr id="4" name="object 4"/>
          <p:cNvSpPr/>
          <p:nvPr/>
        </p:nvSpPr>
        <p:spPr>
          <a:xfrm>
            <a:off x="8964168" y="3128772"/>
            <a:ext cx="36830" cy="35560"/>
          </a:xfrm>
          <a:custGeom>
            <a:avLst/>
            <a:gdLst/>
            <a:ahLst/>
            <a:cxnLst/>
            <a:rect l="l" t="t" r="r" b="b"/>
            <a:pathLst>
              <a:path w="36829" h="35560">
                <a:moveTo>
                  <a:pt x="28448" y="0"/>
                </a:moveTo>
                <a:lnTo>
                  <a:pt x="8127" y="0"/>
                </a:lnTo>
                <a:lnTo>
                  <a:pt x="0" y="7873"/>
                </a:lnTo>
                <a:lnTo>
                  <a:pt x="0" y="27177"/>
                </a:lnTo>
                <a:lnTo>
                  <a:pt x="8127" y="35051"/>
                </a:lnTo>
                <a:lnTo>
                  <a:pt x="28448" y="35051"/>
                </a:lnTo>
                <a:lnTo>
                  <a:pt x="36575" y="27177"/>
                </a:lnTo>
                <a:lnTo>
                  <a:pt x="36575" y="17525"/>
                </a:lnTo>
                <a:lnTo>
                  <a:pt x="36575" y="7873"/>
                </a:lnTo>
                <a:lnTo>
                  <a:pt x="28448" y="0"/>
                </a:lnTo>
                <a:close/>
              </a:path>
            </a:pathLst>
          </a:custGeom>
          <a:solidFill>
            <a:srgbClr val="181818"/>
          </a:solidFill>
        </p:spPr>
        <p:txBody>
          <a:bodyPr wrap="square" lIns="0" tIns="0" rIns="0" bIns="0" rtlCol="0"/>
          <a:lstStyle/>
          <a:p>
            <a:endParaRPr/>
          </a:p>
        </p:txBody>
      </p:sp>
      <p:sp>
        <p:nvSpPr>
          <p:cNvPr id="5" name="object 5"/>
          <p:cNvSpPr/>
          <p:nvPr/>
        </p:nvSpPr>
        <p:spPr>
          <a:xfrm>
            <a:off x="8964168" y="3488435"/>
            <a:ext cx="36830" cy="36830"/>
          </a:xfrm>
          <a:custGeom>
            <a:avLst/>
            <a:gdLst/>
            <a:ahLst/>
            <a:cxnLst/>
            <a:rect l="l" t="t" r="r" b="b"/>
            <a:pathLst>
              <a:path w="36829" h="36829">
                <a:moveTo>
                  <a:pt x="18287" y="0"/>
                </a:moveTo>
                <a:lnTo>
                  <a:pt x="11144" y="1428"/>
                </a:lnTo>
                <a:lnTo>
                  <a:pt x="5333" y="5334"/>
                </a:lnTo>
                <a:lnTo>
                  <a:pt x="1428" y="11144"/>
                </a:lnTo>
                <a:lnTo>
                  <a:pt x="0" y="18287"/>
                </a:lnTo>
                <a:lnTo>
                  <a:pt x="1428" y="25431"/>
                </a:lnTo>
                <a:lnTo>
                  <a:pt x="5333" y="31241"/>
                </a:lnTo>
                <a:lnTo>
                  <a:pt x="11144" y="35147"/>
                </a:lnTo>
                <a:lnTo>
                  <a:pt x="18287" y="36575"/>
                </a:lnTo>
                <a:lnTo>
                  <a:pt x="25431" y="35147"/>
                </a:lnTo>
                <a:lnTo>
                  <a:pt x="31241" y="31241"/>
                </a:lnTo>
                <a:lnTo>
                  <a:pt x="35147" y="25431"/>
                </a:lnTo>
                <a:lnTo>
                  <a:pt x="36575" y="18287"/>
                </a:lnTo>
                <a:lnTo>
                  <a:pt x="35147" y="11144"/>
                </a:lnTo>
                <a:lnTo>
                  <a:pt x="31242" y="5333"/>
                </a:lnTo>
                <a:lnTo>
                  <a:pt x="25431" y="1428"/>
                </a:lnTo>
                <a:lnTo>
                  <a:pt x="18287" y="0"/>
                </a:lnTo>
                <a:close/>
              </a:path>
            </a:pathLst>
          </a:custGeom>
          <a:solidFill>
            <a:srgbClr val="181818"/>
          </a:solidFill>
        </p:spPr>
        <p:txBody>
          <a:bodyPr wrap="square" lIns="0" tIns="0" rIns="0" bIns="0" rtlCol="0"/>
          <a:lstStyle/>
          <a:p>
            <a:endParaRPr/>
          </a:p>
        </p:txBody>
      </p:sp>
      <p:sp>
        <p:nvSpPr>
          <p:cNvPr id="6" name="object 6"/>
          <p:cNvSpPr/>
          <p:nvPr/>
        </p:nvSpPr>
        <p:spPr>
          <a:xfrm>
            <a:off x="8964168" y="3848100"/>
            <a:ext cx="36830" cy="36830"/>
          </a:xfrm>
          <a:custGeom>
            <a:avLst/>
            <a:gdLst/>
            <a:ahLst/>
            <a:cxnLst/>
            <a:rect l="l" t="t" r="r" b="b"/>
            <a:pathLst>
              <a:path w="36829" h="36829">
                <a:moveTo>
                  <a:pt x="18287" y="0"/>
                </a:moveTo>
                <a:lnTo>
                  <a:pt x="11144" y="1428"/>
                </a:lnTo>
                <a:lnTo>
                  <a:pt x="5333" y="5334"/>
                </a:lnTo>
                <a:lnTo>
                  <a:pt x="1428" y="11144"/>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44"/>
                </a:lnTo>
                <a:lnTo>
                  <a:pt x="31242" y="5334"/>
                </a:lnTo>
                <a:lnTo>
                  <a:pt x="25431" y="1428"/>
                </a:lnTo>
                <a:lnTo>
                  <a:pt x="18287" y="0"/>
                </a:lnTo>
                <a:close/>
              </a:path>
            </a:pathLst>
          </a:custGeom>
          <a:solidFill>
            <a:srgbClr val="181818"/>
          </a:solidFill>
        </p:spPr>
        <p:txBody>
          <a:bodyPr wrap="square" lIns="0" tIns="0" rIns="0" bIns="0" rtlCol="0"/>
          <a:lstStyle/>
          <a:p>
            <a:endParaRPr/>
          </a:p>
        </p:txBody>
      </p:sp>
      <p:sp>
        <p:nvSpPr>
          <p:cNvPr id="7" name="object 7"/>
          <p:cNvSpPr/>
          <p:nvPr/>
        </p:nvSpPr>
        <p:spPr>
          <a:xfrm>
            <a:off x="8964168" y="4207764"/>
            <a:ext cx="36830" cy="36830"/>
          </a:xfrm>
          <a:custGeom>
            <a:avLst/>
            <a:gdLst/>
            <a:ahLst/>
            <a:cxnLst/>
            <a:rect l="l" t="t" r="r" b="b"/>
            <a:pathLst>
              <a:path w="36829" h="36829">
                <a:moveTo>
                  <a:pt x="18287" y="0"/>
                </a:moveTo>
                <a:lnTo>
                  <a:pt x="11144" y="1437"/>
                </a:lnTo>
                <a:lnTo>
                  <a:pt x="5333" y="5357"/>
                </a:lnTo>
                <a:lnTo>
                  <a:pt x="1428" y="11171"/>
                </a:lnTo>
                <a:lnTo>
                  <a:pt x="0" y="18288"/>
                </a:lnTo>
                <a:lnTo>
                  <a:pt x="1428" y="25404"/>
                </a:lnTo>
                <a:lnTo>
                  <a:pt x="5333" y="31218"/>
                </a:lnTo>
                <a:lnTo>
                  <a:pt x="11144" y="35138"/>
                </a:lnTo>
                <a:lnTo>
                  <a:pt x="18287" y="36576"/>
                </a:lnTo>
                <a:lnTo>
                  <a:pt x="25431" y="35138"/>
                </a:lnTo>
                <a:lnTo>
                  <a:pt x="31241" y="31218"/>
                </a:lnTo>
                <a:lnTo>
                  <a:pt x="35147" y="25404"/>
                </a:lnTo>
                <a:lnTo>
                  <a:pt x="36575" y="18288"/>
                </a:lnTo>
                <a:lnTo>
                  <a:pt x="35147" y="11171"/>
                </a:lnTo>
                <a:lnTo>
                  <a:pt x="31242" y="5357"/>
                </a:lnTo>
                <a:lnTo>
                  <a:pt x="25431" y="1437"/>
                </a:lnTo>
                <a:lnTo>
                  <a:pt x="18287" y="0"/>
                </a:lnTo>
                <a:close/>
              </a:path>
            </a:pathLst>
          </a:custGeom>
          <a:solidFill>
            <a:srgbClr val="181818"/>
          </a:solidFill>
        </p:spPr>
        <p:txBody>
          <a:bodyPr wrap="square" lIns="0" tIns="0" rIns="0" bIns="0" rtlCol="0"/>
          <a:lstStyle/>
          <a:p>
            <a:endParaRPr/>
          </a:p>
        </p:txBody>
      </p:sp>
      <p:sp>
        <p:nvSpPr>
          <p:cNvPr id="9" name="object 9"/>
          <p:cNvSpPr/>
          <p:nvPr/>
        </p:nvSpPr>
        <p:spPr>
          <a:xfrm>
            <a:off x="8639556" y="3128772"/>
            <a:ext cx="36830" cy="35560"/>
          </a:xfrm>
          <a:custGeom>
            <a:avLst/>
            <a:gdLst/>
            <a:ahLst/>
            <a:cxnLst/>
            <a:rect l="l" t="t" r="r" b="b"/>
            <a:pathLst>
              <a:path w="36829" h="35560">
                <a:moveTo>
                  <a:pt x="28448" y="0"/>
                </a:moveTo>
                <a:lnTo>
                  <a:pt x="8127" y="0"/>
                </a:lnTo>
                <a:lnTo>
                  <a:pt x="0" y="7873"/>
                </a:lnTo>
                <a:lnTo>
                  <a:pt x="0" y="27177"/>
                </a:lnTo>
                <a:lnTo>
                  <a:pt x="8127" y="35051"/>
                </a:lnTo>
                <a:lnTo>
                  <a:pt x="28448" y="35051"/>
                </a:lnTo>
                <a:lnTo>
                  <a:pt x="36575" y="27177"/>
                </a:lnTo>
                <a:lnTo>
                  <a:pt x="36575" y="17525"/>
                </a:lnTo>
                <a:lnTo>
                  <a:pt x="36575" y="7873"/>
                </a:lnTo>
                <a:lnTo>
                  <a:pt x="28448" y="0"/>
                </a:lnTo>
                <a:close/>
              </a:path>
            </a:pathLst>
          </a:custGeom>
          <a:solidFill>
            <a:srgbClr val="181818"/>
          </a:solidFill>
        </p:spPr>
        <p:txBody>
          <a:bodyPr wrap="square" lIns="0" tIns="0" rIns="0" bIns="0" rtlCol="0"/>
          <a:lstStyle/>
          <a:p>
            <a:endParaRPr/>
          </a:p>
        </p:txBody>
      </p:sp>
      <p:sp>
        <p:nvSpPr>
          <p:cNvPr id="10" name="object 10"/>
          <p:cNvSpPr/>
          <p:nvPr/>
        </p:nvSpPr>
        <p:spPr>
          <a:xfrm>
            <a:off x="8639556" y="3488435"/>
            <a:ext cx="36830" cy="36830"/>
          </a:xfrm>
          <a:custGeom>
            <a:avLst/>
            <a:gdLst/>
            <a:ahLst/>
            <a:cxnLst/>
            <a:rect l="l" t="t" r="r" b="b"/>
            <a:pathLst>
              <a:path w="36829" h="36829">
                <a:moveTo>
                  <a:pt x="18288" y="0"/>
                </a:moveTo>
                <a:lnTo>
                  <a:pt x="11144" y="1428"/>
                </a:lnTo>
                <a:lnTo>
                  <a:pt x="5334" y="5334"/>
                </a:lnTo>
                <a:lnTo>
                  <a:pt x="1428" y="11144"/>
                </a:lnTo>
                <a:lnTo>
                  <a:pt x="0" y="18287"/>
                </a:lnTo>
                <a:lnTo>
                  <a:pt x="1428" y="25431"/>
                </a:lnTo>
                <a:lnTo>
                  <a:pt x="5333" y="31241"/>
                </a:lnTo>
                <a:lnTo>
                  <a:pt x="11144" y="35147"/>
                </a:lnTo>
                <a:lnTo>
                  <a:pt x="18288" y="36575"/>
                </a:lnTo>
                <a:lnTo>
                  <a:pt x="25431" y="35147"/>
                </a:lnTo>
                <a:lnTo>
                  <a:pt x="31242" y="31241"/>
                </a:lnTo>
                <a:lnTo>
                  <a:pt x="35147" y="25431"/>
                </a:lnTo>
                <a:lnTo>
                  <a:pt x="36575" y="18287"/>
                </a:lnTo>
                <a:lnTo>
                  <a:pt x="35147" y="11144"/>
                </a:lnTo>
                <a:lnTo>
                  <a:pt x="31242" y="5333"/>
                </a:lnTo>
                <a:lnTo>
                  <a:pt x="25431" y="1428"/>
                </a:lnTo>
                <a:lnTo>
                  <a:pt x="18288" y="0"/>
                </a:lnTo>
                <a:close/>
              </a:path>
            </a:pathLst>
          </a:custGeom>
          <a:solidFill>
            <a:srgbClr val="181818"/>
          </a:solidFill>
        </p:spPr>
        <p:txBody>
          <a:bodyPr wrap="square" lIns="0" tIns="0" rIns="0" bIns="0" rtlCol="0"/>
          <a:lstStyle/>
          <a:p>
            <a:endParaRPr/>
          </a:p>
        </p:txBody>
      </p:sp>
      <p:sp>
        <p:nvSpPr>
          <p:cNvPr id="11" name="object 11"/>
          <p:cNvSpPr/>
          <p:nvPr/>
        </p:nvSpPr>
        <p:spPr>
          <a:xfrm>
            <a:off x="8639556" y="3848100"/>
            <a:ext cx="36830" cy="36830"/>
          </a:xfrm>
          <a:custGeom>
            <a:avLst/>
            <a:gdLst/>
            <a:ahLst/>
            <a:cxnLst/>
            <a:rect l="l" t="t" r="r" b="b"/>
            <a:pathLst>
              <a:path w="36829" h="36829">
                <a:moveTo>
                  <a:pt x="18288" y="0"/>
                </a:moveTo>
                <a:lnTo>
                  <a:pt x="11144" y="1428"/>
                </a:lnTo>
                <a:lnTo>
                  <a:pt x="5334" y="5334"/>
                </a:lnTo>
                <a:lnTo>
                  <a:pt x="1428" y="11144"/>
                </a:lnTo>
                <a:lnTo>
                  <a:pt x="0" y="18287"/>
                </a:lnTo>
                <a:lnTo>
                  <a:pt x="1428" y="25404"/>
                </a:lnTo>
                <a:lnTo>
                  <a:pt x="5333"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12" name="object 12"/>
          <p:cNvSpPr/>
          <p:nvPr/>
        </p:nvSpPr>
        <p:spPr>
          <a:xfrm>
            <a:off x="8639556" y="4207764"/>
            <a:ext cx="36830" cy="36830"/>
          </a:xfrm>
          <a:custGeom>
            <a:avLst/>
            <a:gdLst/>
            <a:ahLst/>
            <a:cxnLst/>
            <a:rect l="l" t="t" r="r" b="b"/>
            <a:pathLst>
              <a:path w="36829" h="36829">
                <a:moveTo>
                  <a:pt x="18288" y="0"/>
                </a:moveTo>
                <a:lnTo>
                  <a:pt x="11144" y="1437"/>
                </a:lnTo>
                <a:lnTo>
                  <a:pt x="5334" y="5357"/>
                </a:lnTo>
                <a:lnTo>
                  <a:pt x="1428" y="11171"/>
                </a:lnTo>
                <a:lnTo>
                  <a:pt x="0" y="18288"/>
                </a:lnTo>
                <a:lnTo>
                  <a:pt x="1428" y="25404"/>
                </a:lnTo>
                <a:lnTo>
                  <a:pt x="5333"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14" name="object 14"/>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15" name="object 15"/>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16" name="object 16"/>
          <p:cNvSpPr/>
          <p:nvPr/>
        </p:nvSpPr>
        <p:spPr>
          <a:xfrm>
            <a:off x="467868" y="1260347"/>
            <a:ext cx="36830" cy="35560"/>
          </a:xfrm>
          <a:custGeom>
            <a:avLst/>
            <a:gdLst/>
            <a:ahLst/>
            <a:cxnLst/>
            <a:rect l="l" t="t" r="r" b="b"/>
            <a:pathLst>
              <a:path w="36829" h="35559">
                <a:moveTo>
                  <a:pt x="28384" y="0"/>
                </a:moveTo>
                <a:lnTo>
                  <a:pt x="8191" y="0"/>
                </a:lnTo>
                <a:lnTo>
                  <a:pt x="0" y="7874"/>
                </a:lnTo>
                <a:lnTo>
                  <a:pt x="0" y="27177"/>
                </a:lnTo>
                <a:lnTo>
                  <a:pt x="8191" y="35051"/>
                </a:lnTo>
                <a:lnTo>
                  <a:pt x="28384" y="35051"/>
                </a:lnTo>
                <a:lnTo>
                  <a:pt x="36575" y="27177"/>
                </a:lnTo>
                <a:lnTo>
                  <a:pt x="36575" y="17525"/>
                </a:lnTo>
                <a:lnTo>
                  <a:pt x="36575" y="7874"/>
                </a:lnTo>
                <a:lnTo>
                  <a:pt x="28384" y="0"/>
                </a:lnTo>
                <a:close/>
              </a:path>
            </a:pathLst>
          </a:custGeom>
          <a:solidFill>
            <a:srgbClr val="181818"/>
          </a:solidFill>
        </p:spPr>
        <p:txBody>
          <a:bodyPr wrap="square" lIns="0" tIns="0" rIns="0" bIns="0" rtlCol="0"/>
          <a:lstStyle/>
          <a:p>
            <a:endParaRPr/>
          </a:p>
        </p:txBody>
      </p:sp>
      <p:sp>
        <p:nvSpPr>
          <p:cNvPr id="17" name="object 17"/>
          <p:cNvSpPr/>
          <p:nvPr/>
        </p:nvSpPr>
        <p:spPr>
          <a:xfrm>
            <a:off x="467868" y="1620011"/>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18" name="object 18"/>
          <p:cNvSpPr/>
          <p:nvPr/>
        </p:nvSpPr>
        <p:spPr>
          <a:xfrm>
            <a:off x="467868" y="1979676"/>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2"/>
                </a:lnTo>
                <a:lnTo>
                  <a:pt x="11171" y="35147"/>
                </a:lnTo>
                <a:lnTo>
                  <a:pt x="18287" y="36575"/>
                </a:lnTo>
                <a:lnTo>
                  <a:pt x="25404" y="35147"/>
                </a:lnTo>
                <a:lnTo>
                  <a:pt x="31218" y="31241"/>
                </a:lnTo>
                <a:lnTo>
                  <a:pt x="35138" y="25431"/>
                </a:lnTo>
                <a:lnTo>
                  <a:pt x="36575" y="18287"/>
                </a:lnTo>
                <a:lnTo>
                  <a:pt x="35138" y="11144"/>
                </a:lnTo>
                <a:lnTo>
                  <a:pt x="31218" y="5333"/>
                </a:lnTo>
                <a:lnTo>
                  <a:pt x="25404" y="1428"/>
                </a:lnTo>
                <a:lnTo>
                  <a:pt x="18287" y="0"/>
                </a:lnTo>
                <a:close/>
              </a:path>
            </a:pathLst>
          </a:custGeom>
          <a:solidFill>
            <a:srgbClr val="181818"/>
          </a:solidFill>
        </p:spPr>
        <p:txBody>
          <a:bodyPr wrap="square" lIns="0" tIns="0" rIns="0" bIns="0" rtlCol="0"/>
          <a:lstStyle/>
          <a:p>
            <a:endParaRPr/>
          </a:p>
        </p:txBody>
      </p:sp>
      <p:sp>
        <p:nvSpPr>
          <p:cNvPr id="19" name="object 19"/>
          <p:cNvSpPr/>
          <p:nvPr/>
        </p:nvSpPr>
        <p:spPr>
          <a:xfrm>
            <a:off x="144779" y="539495"/>
            <a:ext cx="35560" cy="36830"/>
          </a:xfrm>
          <a:custGeom>
            <a:avLst/>
            <a:gdLst/>
            <a:ahLst/>
            <a:cxnLst/>
            <a:rect l="l" t="t" r="r" b="b"/>
            <a:pathLst>
              <a:path w="35560" h="36829">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p:spPr>
        <p:txBody>
          <a:bodyPr wrap="square" lIns="0" tIns="0" rIns="0" bIns="0" rtlCol="0"/>
          <a:lstStyle/>
          <a:p>
            <a:endParaRPr/>
          </a:p>
        </p:txBody>
      </p:sp>
      <p:sp>
        <p:nvSpPr>
          <p:cNvPr id="20" name="object 20"/>
          <p:cNvSpPr/>
          <p:nvPr/>
        </p:nvSpPr>
        <p:spPr>
          <a:xfrm>
            <a:off x="144779" y="899160"/>
            <a:ext cx="35560" cy="36830"/>
          </a:xfrm>
          <a:custGeom>
            <a:avLst/>
            <a:gdLst/>
            <a:ahLst/>
            <a:cxnLst/>
            <a:rect l="l" t="t" r="r" b="b"/>
            <a:pathLst>
              <a:path w="35560" h="36830">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p:spPr>
        <p:txBody>
          <a:bodyPr wrap="square" lIns="0" tIns="0" rIns="0" bIns="0" rtlCol="0"/>
          <a:lstStyle/>
          <a:p>
            <a:endParaRPr/>
          </a:p>
        </p:txBody>
      </p:sp>
      <p:sp>
        <p:nvSpPr>
          <p:cNvPr id="21" name="object 21"/>
          <p:cNvSpPr/>
          <p:nvPr/>
        </p:nvSpPr>
        <p:spPr>
          <a:xfrm>
            <a:off x="144779" y="1260347"/>
            <a:ext cx="35560" cy="35560"/>
          </a:xfrm>
          <a:custGeom>
            <a:avLst/>
            <a:gdLst/>
            <a:ahLst/>
            <a:cxnLst/>
            <a:rect l="l" t="t" r="r" b="b"/>
            <a:pathLst>
              <a:path w="35560" h="35559">
                <a:moveTo>
                  <a:pt x="27203" y="0"/>
                </a:moveTo>
                <a:lnTo>
                  <a:pt x="7848" y="0"/>
                </a:lnTo>
                <a:lnTo>
                  <a:pt x="0" y="7874"/>
                </a:lnTo>
                <a:lnTo>
                  <a:pt x="0" y="27177"/>
                </a:lnTo>
                <a:lnTo>
                  <a:pt x="7848" y="35051"/>
                </a:lnTo>
                <a:lnTo>
                  <a:pt x="27203" y="35051"/>
                </a:lnTo>
                <a:lnTo>
                  <a:pt x="35052" y="27177"/>
                </a:lnTo>
                <a:lnTo>
                  <a:pt x="35052" y="17525"/>
                </a:lnTo>
                <a:lnTo>
                  <a:pt x="35052" y="7874"/>
                </a:lnTo>
                <a:lnTo>
                  <a:pt x="27203" y="0"/>
                </a:lnTo>
                <a:close/>
              </a:path>
            </a:pathLst>
          </a:custGeom>
          <a:solidFill>
            <a:srgbClr val="181818"/>
          </a:solidFill>
        </p:spPr>
        <p:txBody>
          <a:bodyPr wrap="square" lIns="0" tIns="0" rIns="0" bIns="0" rtlCol="0"/>
          <a:lstStyle/>
          <a:p>
            <a:endParaRPr/>
          </a:p>
        </p:txBody>
      </p:sp>
      <p:sp>
        <p:nvSpPr>
          <p:cNvPr id="22" name="object 22"/>
          <p:cNvSpPr/>
          <p:nvPr/>
        </p:nvSpPr>
        <p:spPr>
          <a:xfrm>
            <a:off x="144779" y="1620011"/>
            <a:ext cx="35560" cy="36830"/>
          </a:xfrm>
          <a:custGeom>
            <a:avLst/>
            <a:gdLst/>
            <a:ahLst/>
            <a:cxnLst/>
            <a:rect l="l" t="t" r="r" b="b"/>
            <a:pathLst>
              <a:path w="35560" h="36830">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p:spPr>
        <p:txBody>
          <a:bodyPr wrap="square" lIns="0" tIns="0" rIns="0" bIns="0" rtlCol="0"/>
          <a:lstStyle/>
          <a:p>
            <a:endParaRPr/>
          </a:p>
        </p:txBody>
      </p:sp>
      <p:sp>
        <p:nvSpPr>
          <p:cNvPr id="23" name="object 23"/>
          <p:cNvSpPr/>
          <p:nvPr/>
        </p:nvSpPr>
        <p:spPr>
          <a:xfrm>
            <a:off x="144779" y="1979676"/>
            <a:ext cx="35560" cy="36830"/>
          </a:xfrm>
          <a:custGeom>
            <a:avLst/>
            <a:gdLst/>
            <a:ahLst/>
            <a:cxnLst/>
            <a:rect l="l" t="t" r="r" b="b"/>
            <a:pathLst>
              <a:path w="35560" h="36830">
                <a:moveTo>
                  <a:pt x="27203" y="0"/>
                </a:moveTo>
                <a:lnTo>
                  <a:pt x="7848" y="0"/>
                </a:lnTo>
                <a:lnTo>
                  <a:pt x="0" y="8128"/>
                </a:lnTo>
                <a:lnTo>
                  <a:pt x="0" y="28448"/>
                </a:lnTo>
                <a:lnTo>
                  <a:pt x="7848" y="36575"/>
                </a:lnTo>
                <a:lnTo>
                  <a:pt x="27203" y="36575"/>
                </a:lnTo>
                <a:lnTo>
                  <a:pt x="35052" y="28448"/>
                </a:lnTo>
                <a:lnTo>
                  <a:pt x="35052" y="18287"/>
                </a:lnTo>
                <a:lnTo>
                  <a:pt x="35052" y="8128"/>
                </a:lnTo>
                <a:lnTo>
                  <a:pt x="27203" y="0"/>
                </a:lnTo>
                <a:close/>
              </a:path>
            </a:pathLst>
          </a:custGeom>
          <a:solidFill>
            <a:srgbClr val="181818"/>
          </a:solidFill>
        </p:spPr>
        <p:txBody>
          <a:bodyPr wrap="square" lIns="0" tIns="0" rIns="0" bIns="0" rtlCol="0"/>
          <a:lstStyle/>
          <a:p>
            <a:endParaRPr/>
          </a:p>
        </p:txBody>
      </p:sp>
      <p:sp>
        <p:nvSpPr>
          <p:cNvPr id="26" name="object 26"/>
          <p:cNvSpPr/>
          <p:nvPr/>
        </p:nvSpPr>
        <p:spPr>
          <a:xfrm>
            <a:off x="5364479"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29" name="object 29"/>
          <p:cNvSpPr/>
          <p:nvPr/>
        </p:nvSpPr>
        <p:spPr>
          <a:xfrm>
            <a:off x="7523988" y="0"/>
            <a:ext cx="180340" cy="180340"/>
          </a:xfrm>
          <a:custGeom>
            <a:avLst/>
            <a:gdLst/>
            <a:ahLst/>
            <a:cxnLst/>
            <a:rect l="l" t="t" r="r" b="b"/>
            <a:pathLst>
              <a:path w="180340" h="180340">
                <a:moveTo>
                  <a:pt x="179831" y="0"/>
                </a:moveTo>
                <a:lnTo>
                  <a:pt x="0" y="0"/>
                </a:lnTo>
                <a:lnTo>
                  <a:pt x="0" y="179832"/>
                </a:lnTo>
                <a:lnTo>
                  <a:pt x="179831" y="179832"/>
                </a:lnTo>
                <a:lnTo>
                  <a:pt x="179831" y="0"/>
                </a:lnTo>
                <a:close/>
              </a:path>
            </a:pathLst>
          </a:custGeom>
          <a:solidFill>
            <a:srgbClr val="4475C9"/>
          </a:solidFill>
        </p:spPr>
        <p:txBody>
          <a:bodyPr wrap="square" lIns="0" tIns="0" rIns="0" bIns="0" rtlCol="0"/>
          <a:lstStyle/>
          <a:p>
            <a:endParaRPr/>
          </a:p>
        </p:txBody>
      </p:sp>
      <p:sp>
        <p:nvSpPr>
          <p:cNvPr id="30" name="object 30"/>
          <p:cNvSpPr/>
          <p:nvPr/>
        </p:nvSpPr>
        <p:spPr>
          <a:xfrm>
            <a:off x="7164323" y="0"/>
            <a:ext cx="180340" cy="180340"/>
          </a:xfrm>
          <a:custGeom>
            <a:avLst/>
            <a:gdLst/>
            <a:ahLst/>
            <a:cxnLst/>
            <a:rect l="l" t="t" r="r" b="b"/>
            <a:pathLst>
              <a:path w="180340" h="180340">
                <a:moveTo>
                  <a:pt x="179831" y="0"/>
                </a:moveTo>
                <a:lnTo>
                  <a:pt x="0" y="0"/>
                </a:lnTo>
                <a:lnTo>
                  <a:pt x="0" y="179832"/>
                </a:lnTo>
                <a:lnTo>
                  <a:pt x="179831" y="179832"/>
                </a:lnTo>
                <a:lnTo>
                  <a:pt x="179831" y="0"/>
                </a:lnTo>
                <a:close/>
              </a:path>
            </a:pathLst>
          </a:custGeom>
          <a:solidFill>
            <a:srgbClr val="4475C9"/>
          </a:solidFill>
        </p:spPr>
        <p:txBody>
          <a:bodyPr wrap="square" lIns="0" tIns="0" rIns="0" bIns="0" rtlCol="0"/>
          <a:lstStyle/>
          <a:p>
            <a:endParaRPr/>
          </a:p>
        </p:txBody>
      </p:sp>
      <p:sp>
        <p:nvSpPr>
          <p:cNvPr id="32" name="object 32"/>
          <p:cNvSpPr/>
          <p:nvPr/>
        </p:nvSpPr>
        <p:spPr>
          <a:xfrm>
            <a:off x="3924300" y="4604003"/>
            <a:ext cx="719455" cy="539750"/>
          </a:xfrm>
          <a:custGeom>
            <a:avLst/>
            <a:gdLst/>
            <a:ahLst/>
            <a:cxnLst/>
            <a:rect l="l" t="t" r="r" b="b"/>
            <a:pathLst>
              <a:path w="719454" h="539750">
                <a:moveTo>
                  <a:pt x="719327" y="539495"/>
                </a:moveTo>
                <a:lnTo>
                  <a:pt x="719327" y="0"/>
                </a:lnTo>
                <a:lnTo>
                  <a:pt x="0" y="0"/>
                </a:lnTo>
                <a:lnTo>
                  <a:pt x="0" y="539495"/>
                </a:lnTo>
              </a:path>
            </a:pathLst>
          </a:custGeom>
          <a:ln w="9525">
            <a:solidFill>
              <a:srgbClr val="4475C9"/>
            </a:solidFill>
          </a:ln>
        </p:spPr>
        <p:txBody>
          <a:bodyPr wrap="square" lIns="0" tIns="0" rIns="0" bIns="0" rtlCol="0"/>
          <a:lstStyle/>
          <a:p>
            <a:endParaRPr/>
          </a:p>
        </p:txBody>
      </p:sp>
      <p:sp>
        <p:nvSpPr>
          <p:cNvPr id="34" name="object 34"/>
          <p:cNvSpPr/>
          <p:nvPr/>
        </p:nvSpPr>
        <p:spPr>
          <a:xfrm>
            <a:off x="1078991" y="5018532"/>
            <a:ext cx="36830" cy="35560"/>
          </a:xfrm>
          <a:custGeom>
            <a:avLst/>
            <a:gdLst/>
            <a:ahLst/>
            <a:cxnLst/>
            <a:rect l="l" t="t" r="r" b="b"/>
            <a:pathLst>
              <a:path w="36830" h="35560">
                <a:moveTo>
                  <a:pt x="28384" y="0"/>
                </a:moveTo>
                <a:lnTo>
                  <a:pt x="8191" y="0"/>
                </a:lnTo>
                <a:lnTo>
                  <a:pt x="0" y="7846"/>
                </a:lnTo>
                <a:lnTo>
                  <a:pt x="0" y="17525"/>
                </a:lnTo>
                <a:lnTo>
                  <a:pt x="0" y="27204"/>
                </a:lnTo>
                <a:lnTo>
                  <a:pt x="8191" y="35051"/>
                </a:lnTo>
                <a:lnTo>
                  <a:pt x="28384" y="35051"/>
                </a:lnTo>
                <a:lnTo>
                  <a:pt x="36576" y="27204"/>
                </a:lnTo>
                <a:lnTo>
                  <a:pt x="36576" y="7846"/>
                </a:lnTo>
                <a:lnTo>
                  <a:pt x="28384" y="0"/>
                </a:lnTo>
                <a:close/>
              </a:path>
            </a:pathLst>
          </a:custGeom>
          <a:solidFill>
            <a:srgbClr val="181818"/>
          </a:solidFill>
        </p:spPr>
        <p:txBody>
          <a:bodyPr wrap="square" lIns="0" tIns="0" rIns="0" bIns="0" rtlCol="0"/>
          <a:lstStyle/>
          <a:p>
            <a:endParaRPr/>
          </a:p>
        </p:txBody>
      </p:sp>
      <p:sp>
        <p:nvSpPr>
          <p:cNvPr id="35" name="object 35"/>
          <p:cNvSpPr/>
          <p:nvPr/>
        </p:nvSpPr>
        <p:spPr>
          <a:xfrm>
            <a:off x="1440180" y="5018532"/>
            <a:ext cx="35560" cy="35560"/>
          </a:xfrm>
          <a:custGeom>
            <a:avLst/>
            <a:gdLst/>
            <a:ahLst/>
            <a:cxnLst/>
            <a:rect l="l" t="t" r="r" b="b"/>
            <a:pathLst>
              <a:path w="35559" h="35560">
                <a:moveTo>
                  <a:pt x="27178" y="0"/>
                </a:moveTo>
                <a:lnTo>
                  <a:pt x="7873" y="0"/>
                </a:lnTo>
                <a:lnTo>
                  <a:pt x="0" y="7846"/>
                </a:lnTo>
                <a:lnTo>
                  <a:pt x="0" y="17525"/>
                </a:lnTo>
                <a:lnTo>
                  <a:pt x="0" y="27204"/>
                </a:lnTo>
                <a:lnTo>
                  <a:pt x="7873" y="35051"/>
                </a:lnTo>
                <a:lnTo>
                  <a:pt x="27178" y="35051"/>
                </a:lnTo>
                <a:lnTo>
                  <a:pt x="35051" y="27204"/>
                </a:lnTo>
                <a:lnTo>
                  <a:pt x="35051" y="7846"/>
                </a:lnTo>
                <a:lnTo>
                  <a:pt x="27178" y="0"/>
                </a:lnTo>
                <a:close/>
              </a:path>
            </a:pathLst>
          </a:custGeom>
          <a:solidFill>
            <a:srgbClr val="181818"/>
          </a:solidFill>
        </p:spPr>
        <p:txBody>
          <a:bodyPr wrap="square" lIns="0" tIns="0" rIns="0" bIns="0" rtlCol="0"/>
          <a:lstStyle/>
          <a:p>
            <a:endParaRPr/>
          </a:p>
        </p:txBody>
      </p:sp>
      <p:sp>
        <p:nvSpPr>
          <p:cNvPr id="36" name="object 36"/>
          <p:cNvSpPr/>
          <p:nvPr/>
        </p:nvSpPr>
        <p:spPr>
          <a:xfrm>
            <a:off x="1799844" y="5018532"/>
            <a:ext cx="35560" cy="35560"/>
          </a:xfrm>
          <a:custGeom>
            <a:avLst/>
            <a:gdLst/>
            <a:ahLst/>
            <a:cxnLst/>
            <a:rect l="l" t="t" r="r" b="b"/>
            <a:pathLst>
              <a:path w="35560" h="35560">
                <a:moveTo>
                  <a:pt x="27178" y="0"/>
                </a:moveTo>
                <a:lnTo>
                  <a:pt x="7874" y="0"/>
                </a:lnTo>
                <a:lnTo>
                  <a:pt x="0" y="7846"/>
                </a:lnTo>
                <a:lnTo>
                  <a:pt x="0" y="17525"/>
                </a:lnTo>
                <a:lnTo>
                  <a:pt x="0" y="27204"/>
                </a:lnTo>
                <a:lnTo>
                  <a:pt x="7874" y="35051"/>
                </a:lnTo>
                <a:lnTo>
                  <a:pt x="27178" y="35051"/>
                </a:lnTo>
                <a:lnTo>
                  <a:pt x="35051" y="27204"/>
                </a:lnTo>
                <a:lnTo>
                  <a:pt x="35051" y="7846"/>
                </a:lnTo>
                <a:lnTo>
                  <a:pt x="27178" y="0"/>
                </a:lnTo>
                <a:close/>
              </a:path>
            </a:pathLst>
          </a:custGeom>
          <a:solidFill>
            <a:srgbClr val="181818"/>
          </a:solidFill>
        </p:spPr>
        <p:txBody>
          <a:bodyPr wrap="square" lIns="0" tIns="0" rIns="0" bIns="0" rtlCol="0"/>
          <a:lstStyle/>
          <a:p>
            <a:endParaRPr/>
          </a:p>
        </p:txBody>
      </p:sp>
      <p:sp>
        <p:nvSpPr>
          <p:cNvPr id="37" name="object 37"/>
          <p:cNvSpPr/>
          <p:nvPr/>
        </p:nvSpPr>
        <p:spPr>
          <a:xfrm>
            <a:off x="2159507" y="5018532"/>
            <a:ext cx="36830" cy="35560"/>
          </a:xfrm>
          <a:custGeom>
            <a:avLst/>
            <a:gdLst/>
            <a:ahLst/>
            <a:cxnLst/>
            <a:rect l="l" t="t" r="r" b="b"/>
            <a:pathLst>
              <a:path w="36830" h="35560">
                <a:moveTo>
                  <a:pt x="28448" y="0"/>
                </a:moveTo>
                <a:lnTo>
                  <a:pt x="8128" y="0"/>
                </a:lnTo>
                <a:lnTo>
                  <a:pt x="0" y="7846"/>
                </a:lnTo>
                <a:lnTo>
                  <a:pt x="0" y="17525"/>
                </a:lnTo>
                <a:lnTo>
                  <a:pt x="0" y="27204"/>
                </a:lnTo>
                <a:lnTo>
                  <a:pt x="8128"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38" name="object 38"/>
          <p:cNvSpPr/>
          <p:nvPr/>
        </p:nvSpPr>
        <p:spPr>
          <a:xfrm>
            <a:off x="2519172" y="5018532"/>
            <a:ext cx="36830" cy="35560"/>
          </a:xfrm>
          <a:custGeom>
            <a:avLst/>
            <a:gdLst/>
            <a:ahLst/>
            <a:cxnLst/>
            <a:rect l="l" t="t" r="r" b="b"/>
            <a:pathLst>
              <a:path w="36830"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39" name="object 39"/>
          <p:cNvSpPr/>
          <p:nvPr/>
        </p:nvSpPr>
        <p:spPr>
          <a:xfrm>
            <a:off x="1078991" y="4693920"/>
            <a:ext cx="36830" cy="36830"/>
          </a:xfrm>
          <a:custGeom>
            <a:avLst/>
            <a:gdLst/>
            <a:ahLst/>
            <a:cxnLst/>
            <a:rect l="l" t="t" r="r" b="b"/>
            <a:pathLst>
              <a:path w="36830" h="36829">
                <a:moveTo>
                  <a:pt x="18288" y="0"/>
                </a:moveTo>
                <a:lnTo>
                  <a:pt x="11171" y="1437"/>
                </a:lnTo>
                <a:lnTo>
                  <a:pt x="5357" y="5357"/>
                </a:lnTo>
                <a:lnTo>
                  <a:pt x="1437" y="11171"/>
                </a:lnTo>
                <a:lnTo>
                  <a:pt x="0" y="18287"/>
                </a:lnTo>
                <a:lnTo>
                  <a:pt x="1437" y="25404"/>
                </a:lnTo>
                <a:lnTo>
                  <a:pt x="5357" y="31218"/>
                </a:lnTo>
                <a:lnTo>
                  <a:pt x="11171" y="35138"/>
                </a:lnTo>
                <a:lnTo>
                  <a:pt x="18288" y="36575"/>
                </a:lnTo>
                <a:lnTo>
                  <a:pt x="25404" y="35138"/>
                </a:lnTo>
                <a:lnTo>
                  <a:pt x="31218" y="31218"/>
                </a:lnTo>
                <a:lnTo>
                  <a:pt x="35138" y="25404"/>
                </a:lnTo>
                <a:lnTo>
                  <a:pt x="36576" y="18287"/>
                </a:lnTo>
                <a:lnTo>
                  <a:pt x="35138" y="11171"/>
                </a:lnTo>
                <a:lnTo>
                  <a:pt x="31218" y="5357"/>
                </a:lnTo>
                <a:lnTo>
                  <a:pt x="25404" y="1437"/>
                </a:lnTo>
                <a:lnTo>
                  <a:pt x="18288" y="0"/>
                </a:lnTo>
                <a:close/>
              </a:path>
            </a:pathLst>
          </a:custGeom>
          <a:solidFill>
            <a:srgbClr val="181818"/>
          </a:solidFill>
        </p:spPr>
        <p:txBody>
          <a:bodyPr wrap="square" lIns="0" tIns="0" rIns="0" bIns="0" rtlCol="0"/>
          <a:lstStyle/>
          <a:p>
            <a:endParaRPr/>
          </a:p>
        </p:txBody>
      </p:sp>
      <p:sp>
        <p:nvSpPr>
          <p:cNvPr id="40" name="object 40"/>
          <p:cNvSpPr/>
          <p:nvPr/>
        </p:nvSpPr>
        <p:spPr>
          <a:xfrm>
            <a:off x="1440180" y="4693920"/>
            <a:ext cx="35560" cy="36830"/>
          </a:xfrm>
          <a:custGeom>
            <a:avLst/>
            <a:gdLst/>
            <a:ahLst/>
            <a:cxnLst/>
            <a:rect l="l" t="t" r="r" b="b"/>
            <a:pathLst>
              <a:path w="35559" h="36829">
                <a:moveTo>
                  <a:pt x="27178" y="0"/>
                </a:moveTo>
                <a:lnTo>
                  <a:pt x="7873" y="0"/>
                </a:lnTo>
                <a:lnTo>
                  <a:pt x="0" y="8191"/>
                </a:lnTo>
                <a:lnTo>
                  <a:pt x="0" y="18287"/>
                </a:lnTo>
                <a:lnTo>
                  <a:pt x="0" y="28384"/>
                </a:lnTo>
                <a:lnTo>
                  <a:pt x="7873" y="36575"/>
                </a:lnTo>
                <a:lnTo>
                  <a:pt x="27178" y="36575"/>
                </a:lnTo>
                <a:lnTo>
                  <a:pt x="35051" y="28384"/>
                </a:lnTo>
                <a:lnTo>
                  <a:pt x="35051" y="8191"/>
                </a:lnTo>
                <a:lnTo>
                  <a:pt x="27178" y="0"/>
                </a:lnTo>
                <a:close/>
              </a:path>
            </a:pathLst>
          </a:custGeom>
          <a:solidFill>
            <a:srgbClr val="181818"/>
          </a:solidFill>
        </p:spPr>
        <p:txBody>
          <a:bodyPr wrap="square" lIns="0" tIns="0" rIns="0" bIns="0" rtlCol="0"/>
          <a:lstStyle/>
          <a:p>
            <a:endParaRPr/>
          </a:p>
        </p:txBody>
      </p:sp>
      <p:sp>
        <p:nvSpPr>
          <p:cNvPr id="41" name="object 41"/>
          <p:cNvSpPr/>
          <p:nvPr/>
        </p:nvSpPr>
        <p:spPr>
          <a:xfrm>
            <a:off x="1799844" y="4693920"/>
            <a:ext cx="35560" cy="36830"/>
          </a:xfrm>
          <a:custGeom>
            <a:avLst/>
            <a:gdLst/>
            <a:ahLst/>
            <a:cxnLst/>
            <a:rect l="l" t="t" r="r" b="b"/>
            <a:pathLst>
              <a:path w="35560" h="36829">
                <a:moveTo>
                  <a:pt x="27178" y="0"/>
                </a:moveTo>
                <a:lnTo>
                  <a:pt x="7874" y="0"/>
                </a:lnTo>
                <a:lnTo>
                  <a:pt x="0" y="8191"/>
                </a:lnTo>
                <a:lnTo>
                  <a:pt x="0" y="18287"/>
                </a:lnTo>
                <a:lnTo>
                  <a:pt x="0" y="28384"/>
                </a:lnTo>
                <a:lnTo>
                  <a:pt x="7874" y="36575"/>
                </a:lnTo>
                <a:lnTo>
                  <a:pt x="27178" y="36575"/>
                </a:lnTo>
                <a:lnTo>
                  <a:pt x="35051" y="28384"/>
                </a:lnTo>
                <a:lnTo>
                  <a:pt x="35051" y="8191"/>
                </a:lnTo>
                <a:lnTo>
                  <a:pt x="27178" y="0"/>
                </a:lnTo>
                <a:close/>
              </a:path>
            </a:pathLst>
          </a:custGeom>
          <a:solidFill>
            <a:srgbClr val="181818"/>
          </a:solidFill>
        </p:spPr>
        <p:txBody>
          <a:bodyPr wrap="square" lIns="0" tIns="0" rIns="0" bIns="0" rtlCol="0"/>
          <a:lstStyle/>
          <a:p>
            <a:endParaRPr/>
          </a:p>
        </p:txBody>
      </p:sp>
      <p:sp>
        <p:nvSpPr>
          <p:cNvPr id="42" name="object 42"/>
          <p:cNvSpPr/>
          <p:nvPr/>
        </p:nvSpPr>
        <p:spPr>
          <a:xfrm>
            <a:off x="2159507" y="4693920"/>
            <a:ext cx="36830" cy="36830"/>
          </a:xfrm>
          <a:custGeom>
            <a:avLst/>
            <a:gdLst/>
            <a:ahLst/>
            <a:cxnLst/>
            <a:rect l="l" t="t" r="r" b="b"/>
            <a:pathLst>
              <a:path w="36830" h="36829">
                <a:moveTo>
                  <a:pt x="18287" y="0"/>
                </a:moveTo>
                <a:lnTo>
                  <a:pt x="11144" y="1437"/>
                </a:lnTo>
                <a:lnTo>
                  <a:pt x="5334"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2" y="5357"/>
                </a:lnTo>
                <a:lnTo>
                  <a:pt x="25431" y="1437"/>
                </a:lnTo>
                <a:lnTo>
                  <a:pt x="18287" y="0"/>
                </a:lnTo>
                <a:close/>
              </a:path>
            </a:pathLst>
          </a:custGeom>
          <a:solidFill>
            <a:srgbClr val="181818"/>
          </a:solidFill>
        </p:spPr>
        <p:txBody>
          <a:bodyPr wrap="square" lIns="0" tIns="0" rIns="0" bIns="0" rtlCol="0"/>
          <a:lstStyle/>
          <a:p>
            <a:endParaRPr/>
          </a:p>
        </p:txBody>
      </p:sp>
      <p:sp>
        <p:nvSpPr>
          <p:cNvPr id="43" name="object 43"/>
          <p:cNvSpPr/>
          <p:nvPr/>
        </p:nvSpPr>
        <p:spPr>
          <a:xfrm>
            <a:off x="2519172" y="4693920"/>
            <a:ext cx="36830" cy="36830"/>
          </a:xfrm>
          <a:custGeom>
            <a:avLst/>
            <a:gdLst/>
            <a:ahLst/>
            <a:cxnLst/>
            <a:rect l="l" t="t" r="r" b="b"/>
            <a:pathLst>
              <a:path w="36830" h="36829">
                <a:moveTo>
                  <a:pt x="18287" y="0"/>
                </a:moveTo>
                <a:lnTo>
                  <a:pt x="11144" y="1437"/>
                </a:lnTo>
                <a:lnTo>
                  <a:pt x="5334"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2" y="5357"/>
                </a:lnTo>
                <a:lnTo>
                  <a:pt x="25431" y="1437"/>
                </a:lnTo>
                <a:lnTo>
                  <a:pt x="18287" y="0"/>
                </a:lnTo>
                <a:close/>
              </a:path>
            </a:pathLst>
          </a:custGeom>
          <a:solidFill>
            <a:srgbClr val="181818"/>
          </a:solidFill>
        </p:spPr>
        <p:txBody>
          <a:bodyPr wrap="square" lIns="0" tIns="0" rIns="0" bIns="0" rtlCol="0"/>
          <a:lstStyle/>
          <a:p>
            <a:endParaRPr/>
          </a:p>
        </p:txBody>
      </p:sp>
      <p:sp>
        <p:nvSpPr>
          <p:cNvPr id="44" name="object 44"/>
          <p:cNvSpPr txBox="1"/>
          <p:nvPr/>
        </p:nvSpPr>
        <p:spPr>
          <a:xfrm>
            <a:off x="372509" y="3583715"/>
            <a:ext cx="2779979" cy="936154"/>
          </a:xfrm>
          <a:prstGeom prst="rect">
            <a:avLst/>
          </a:prstGeom>
        </p:spPr>
        <p:txBody>
          <a:bodyPr vert="horz" wrap="square" lIns="0" tIns="12700" rIns="0" bIns="0" rtlCol="0">
            <a:spAutoFit/>
          </a:bodyPr>
          <a:lstStyle/>
          <a:p>
            <a:pPr marL="12700" marR="5080" algn="ctr">
              <a:lnSpc>
                <a:spcPct val="100000"/>
              </a:lnSpc>
              <a:spcBef>
                <a:spcPts val="100"/>
              </a:spcBef>
            </a:pPr>
            <a:r>
              <a:rPr lang="en-US" sz="2000" spc="-10" dirty="0">
                <a:solidFill>
                  <a:srgbClr val="181818"/>
                </a:solidFill>
                <a:cs typeface="Lucida Sans Unicode"/>
              </a:rPr>
              <a:t>Development scope</a:t>
            </a:r>
            <a:r>
              <a:rPr sz="2000" spc="-70" dirty="0">
                <a:solidFill>
                  <a:srgbClr val="181818"/>
                </a:solidFill>
                <a:cs typeface="Lucida Sans Unicode"/>
              </a:rPr>
              <a:t> </a:t>
            </a:r>
            <a:r>
              <a:rPr sz="2000" spc="-30" dirty="0">
                <a:solidFill>
                  <a:srgbClr val="181818"/>
                </a:solidFill>
                <a:cs typeface="Lucida Sans Unicode"/>
              </a:rPr>
              <a:t>identification </a:t>
            </a:r>
            <a:r>
              <a:rPr sz="2000" spc="-365" dirty="0">
                <a:solidFill>
                  <a:srgbClr val="181818"/>
                </a:solidFill>
                <a:cs typeface="Lucida Sans Unicode"/>
              </a:rPr>
              <a:t> </a:t>
            </a:r>
            <a:r>
              <a:rPr sz="2000" spc="-10" dirty="0">
                <a:solidFill>
                  <a:srgbClr val="181818"/>
                </a:solidFill>
                <a:cs typeface="Lucida Sans Unicode"/>
              </a:rPr>
              <a:t>and </a:t>
            </a:r>
            <a:r>
              <a:rPr sz="2000" spc="-30" dirty="0">
                <a:solidFill>
                  <a:srgbClr val="181818"/>
                </a:solidFill>
                <a:cs typeface="Lucida Sans Unicode"/>
              </a:rPr>
              <a:t>Concept </a:t>
            </a:r>
            <a:r>
              <a:rPr sz="2000" spc="-25" dirty="0">
                <a:solidFill>
                  <a:srgbClr val="181818"/>
                </a:solidFill>
                <a:cs typeface="Lucida Sans Unicode"/>
              </a:rPr>
              <a:t> </a:t>
            </a:r>
            <a:r>
              <a:rPr sz="2000" spc="-20" dirty="0">
                <a:solidFill>
                  <a:srgbClr val="181818"/>
                </a:solidFill>
                <a:cs typeface="Lucida Sans Unicode"/>
              </a:rPr>
              <a:t>generation</a:t>
            </a:r>
            <a:endParaRPr sz="2000" dirty="0">
              <a:cs typeface="Lucida Sans Unicode"/>
            </a:endParaRPr>
          </a:p>
        </p:txBody>
      </p:sp>
      <p:sp>
        <p:nvSpPr>
          <p:cNvPr id="45" name="object 45"/>
          <p:cNvSpPr txBox="1"/>
          <p:nvPr/>
        </p:nvSpPr>
        <p:spPr>
          <a:xfrm>
            <a:off x="2257448" y="2410352"/>
            <a:ext cx="1736217" cy="320601"/>
          </a:xfrm>
          <a:prstGeom prst="rect">
            <a:avLst/>
          </a:prstGeom>
        </p:spPr>
        <p:txBody>
          <a:bodyPr vert="horz" wrap="square" lIns="0" tIns="12700" rIns="0" bIns="0" rtlCol="0">
            <a:spAutoFit/>
          </a:bodyPr>
          <a:lstStyle/>
          <a:p>
            <a:pPr marL="12700" algn="ctr">
              <a:lnSpc>
                <a:spcPct val="100000"/>
              </a:lnSpc>
              <a:spcBef>
                <a:spcPts val="100"/>
              </a:spcBef>
            </a:pPr>
            <a:r>
              <a:rPr sz="2000" spc="-10" dirty="0">
                <a:solidFill>
                  <a:srgbClr val="181818"/>
                </a:solidFill>
                <a:cs typeface="Lucida Sans Unicode" panose="020B0602030504020204" pitchFamily="34" charset="0"/>
              </a:rPr>
              <a:t>Idea</a:t>
            </a:r>
            <a:r>
              <a:rPr sz="2000" spc="-70" dirty="0">
                <a:solidFill>
                  <a:srgbClr val="181818"/>
                </a:solidFill>
                <a:cs typeface="Lucida Sans Unicode" panose="020B0602030504020204" pitchFamily="34" charset="0"/>
              </a:rPr>
              <a:t> </a:t>
            </a:r>
            <a:r>
              <a:rPr sz="2000" spc="-20" dirty="0">
                <a:solidFill>
                  <a:srgbClr val="181818"/>
                </a:solidFill>
                <a:cs typeface="Lucida Sans Unicode" panose="020B0602030504020204" pitchFamily="34" charset="0"/>
              </a:rPr>
              <a:t>S</a:t>
            </a:r>
            <a:r>
              <a:rPr sz="2000" spc="-15" dirty="0">
                <a:solidFill>
                  <a:srgbClr val="181818"/>
                </a:solidFill>
                <a:cs typeface="Lucida Sans Unicode" panose="020B0602030504020204" pitchFamily="34" charset="0"/>
              </a:rPr>
              <a:t>c</a:t>
            </a:r>
            <a:r>
              <a:rPr sz="2000" spc="-5" dirty="0">
                <a:solidFill>
                  <a:srgbClr val="181818"/>
                </a:solidFill>
                <a:cs typeface="Lucida Sans Unicode" panose="020B0602030504020204" pitchFamily="34" charset="0"/>
              </a:rPr>
              <a:t>reen</a:t>
            </a:r>
            <a:r>
              <a:rPr sz="2000" spc="-20" dirty="0">
                <a:solidFill>
                  <a:srgbClr val="181818"/>
                </a:solidFill>
                <a:cs typeface="Lucida Sans Unicode" panose="020B0602030504020204" pitchFamily="34" charset="0"/>
              </a:rPr>
              <a:t>i</a:t>
            </a:r>
            <a:r>
              <a:rPr sz="2000" spc="-50" dirty="0">
                <a:solidFill>
                  <a:srgbClr val="181818"/>
                </a:solidFill>
                <a:cs typeface="Lucida Sans Unicode" panose="020B0602030504020204" pitchFamily="34" charset="0"/>
              </a:rPr>
              <a:t>n</a:t>
            </a:r>
            <a:r>
              <a:rPr sz="2000" spc="-95" dirty="0">
                <a:solidFill>
                  <a:srgbClr val="181818"/>
                </a:solidFill>
                <a:cs typeface="Lucida Sans Unicode" panose="020B0602030504020204" pitchFamily="34" charset="0"/>
              </a:rPr>
              <a:t>g</a:t>
            </a:r>
            <a:endParaRPr sz="2000" dirty="0">
              <a:cs typeface="Lucida Sans Unicode" panose="020B0602030504020204" pitchFamily="34" charset="0"/>
            </a:endParaRPr>
          </a:p>
        </p:txBody>
      </p:sp>
      <p:sp>
        <p:nvSpPr>
          <p:cNvPr id="46" name="object 46"/>
          <p:cNvSpPr txBox="1"/>
          <p:nvPr/>
        </p:nvSpPr>
        <p:spPr>
          <a:xfrm>
            <a:off x="3687542" y="3579930"/>
            <a:ext cx="1845619" cy="320601"/>
          </a:xfrm>
          <a:prstGeom prst="rect">
            <a:avLst/>
          </a:prstGeom>
        </p:spPr>
        <p:txBody>
          <a:bodyPr vert="horz" wrap="square" lIns="0" tIns="12700" rIns="0" bIns="0" rtlCol="0">
            <a:spAutoFit/>
          </a:bodyPr>
          <a:lstStyle/>
          <a:p>
            <a:pPr marL="12700" algn="ctr">
              <a:lnSpc>
                <a:spcPct val="100000"/>
              </a:lnSpc>
              <a:spcBef>
                <a:spcPts val="100"/>
              </a:spcBef>
            </a:pPr>
            <a:r>
              <a:rPr sz="2000" spc="-25" dirty="0">
                <a:solidFill>
                  <a:srgbClr val="181818"/>
                </a:solidFill>
                <a:cs typeface="Lucida Sans Unicode" panose="020B0602030504020204" pitchFamily="34" charset="0"/>
              </a:rPr>
              <a:t>F</a:t>
            </a:r>
            <a:r>
              <a:rPr sz="2000" dirty="0">
                <a:solidFill>
                  <a:srgbClr val="181818"/>
                </a:solidFill>
                <a:cs typeface="Lucida Sans Unicode" panose="020B0602030504020204" pitchFamily="34" charset="0"/>
              </a:rPr>
              <a:t>ea</a:t>
            </a:r>
            <a:r>
              <a:rPr sz="2000" spc="-50" dirty="0">
                <a:solidFill>
                  <a:srgbClr val="181818"/>
                </a:solidFill>
                <a:cs typeface="Lucida Sans Unicode" panose="020B0602030504020204" pitchFamily="34" charset="0"/>
              </a:rPr>
              <a:t>sib</a:t>
            </a:r>
            <a:r>
              <a:rPr sz="2000" spc="-35" dirty="0">
                <a:solidFill>
                  <a:srgbClr val="181818"/>
                </a:solidFill>
                <a:cs typeface="Lucida Sans Unicode" panose="020B0602030504020204" pitchFamily="34" charset="0"/>
              </a:rPr>
              <a:t>i</a:t>
            </a:r>
            <a:r>
              <a:rPr sz="2000" spc="-45" dirty="0">
                <a:solidFill>
                  <a:srgbClr val="181818"/>
                </a:solidFill>
                <a:cs typeface="Lucida Sans Unicode" panose="020B0602030504020204" pitchFamily="34" charset="0"/>
              </a:rPr>
              <a:t>l</a:t>
            </a:r>
            <a:r>
              <a:rPr sz="2000" spc="-55" dirty="0">
                <a:solidFill>
                  <a:srgbClr val="181818"/>
                </a:solidFill>
                <a:cs typeface="Lucida Sans Unicode" panose="020B0602030504020204" pitchFamily="34" charset="0"/>
              </a:rPr>
              <a:t>i</a:t>
            </a:r>
            <a:r>
              <a:rPr sz="2000" spc="-25" dirty="0">
                <a:solidFill>
                  <a:srgbClr val="181818"/>
                </a:solidFill>
                <a:cs typeface="Lucida Sans Unicode" panose="020B0602030504020204" pitchFamily="34" charset="0"/>
              </a:rPr>
              <a:t>ty</a:t>
            </a:r>
            <a:r>
              <a:rPr sz="2000" spc="-80" dirty="0">
                <a:solidFill>
                  <a:srgbClr val="181818"/>
                </a:solidFill>
                <a:cs typeface="Lucida Sans Unicode" panose="020B0602030504020204" pitchFamily="34" charset="0"/>
              </a:rPr>
              <a:t> </a:t>
            </a:r>
            <a:r>
              <a:rPr sz="2000" spc="-75" dirty="0">
                <a:solidFill>
                  <a:srgbClr val="181818"/>
                </a:solidFill>
                <a:cs typeface="Lucida Sans Unicode" panose="020B0602030504020204" pitchFamily="34" charset="0"/>
              </a:rPr>
              <a:t>A</a:t>
            </a:r>
            <a:r>
              <a:rPr sz="2000" spc="-15" dirty="0">
                <a:solidFill>
                  <a:srgbClr val="181818"/>
                </a:solidFill>
                <a:cs typeface="Lucida Sans Unicode" panose="020B0602030504020204" pitchFamily="34" charset="0"/>
              </a:rPr>
              <a:t>n</a:t>
            </a:r>
            <a:r>
              <a:rPr sz="2000" dirty="0">
                <a:solidFill>
                  <a:srgbClr val="181818"/>
                </a:solidFill>
                <a:cs typeface="Lucida Sans Unicode" panose="020B0602030504020204" pitchFamily="34" charset="0"/>
              </a:rPr>
              <a:t>a</a:t>
            </a:r>
            <a:r>
              <a:rPr sz="2000" spc="-25" dirty="0">
                <a:solidFill>
                  <a:srgbClr val="181818"/>
                </a:solidFill>
                <a:cs typeface="Lucida Sans Unicode" panose="020B0602030504020204" pitchFamily="34" charset="0"/>
              </a:rPr>
              <a:t>l</a:t>
            </a:r>
            <a:r>
              <a:rPr sz="2000" spc="-55" dirty="0">
                <a:solidFill>
                  <a:srgbClr val="181818"/>
                </a:solidFill>
                <a:cs typeface="Lucida Sans Unicode" panose="020B0602030504020204" pitchFamily="34" charset="0"/>
              </a:rPr>
              <a:t>y</a:t>
            </a:r>
            <a:r>
              <a:rPr sz="2000" spc="-50" dirty="0">
                <a:solidFill>
                  <a:srgbClr val="181818"/>
                </a:solidFill>
                <a:cs typeface="Lucida Sans Unicode" panose="020B0602030504020204" pitchFamily="34" charset="0"/>
              </a:rPr>
              <a:t>sis</a:t>
            </a:r>
            <a:endParaRPr sz="2000" dirty="0">
              <a:cs typeface="Lucida Sans Unicode" panose="020B0602030504020204" pitchFamily="34" charset="0"/>
            </a:endParaRPr>
          </a:p>
        </p:txBody>
      </p:sp>
      <p:sp>
        <p:nvSpPr>
          <p:cNvPr id="47" name="object 47"/>
          <p:cNvSpPr txBox="1"/>
          <p:nvPr/>
        </p:nvSpPr>
        <p:spPr>
          <a:xfrm>
            <a:off x="5013295" y="2490149"/>
            <a:ext cx="2151028" cy="320601"/>
          </a:xfrm>
          <a:prstGeom prst="rect">
            <a:avLst/>
          </a:prstGeom>
        </p:spPr>
        <p:txBody>
          <a:bodyPr vert="horz" wrap="square" lIns="0" tIns="12700" rIns="0" bIns="0" rtlCol="0">
            <a:spAutoFit/>
          </a:bodyPr>
          <a:lstStyle/>
          <a:p>
            <a:pPr marL="12700" algn="ctr">
              <a:lnSpc>
                <a:spcPct val="100000"/>
              </a:lnSpc>
              <a:spcBef>
                <a:spcPts val="100"/>
              </a:spcBef>
            </a:pPr>
            <a:r>
              <a:rPr sz="2000" spc="-75" dirty="0">
                <a:solidFill>
                  <a:srgbClr val="181818"/>
                </a:solidFill>
                <a:cs typeface="Lucida Sans Unicode" panose="020B0602030504020204" pitchFamily="34" charset="0"/>
              </a:rPr>
              <a:t>C</a:t>
            </a:r>
            <a:r>
              <a:rPr sz="2000" spc="-80" dirty="0">
                <a:solidFill>
                  <a:srgbClr val="181818"/>
                </a:solidFill>
                <a:cs typeface="Lucida Sans Unicode" panose="020B0602030504020204" pitchFamily="34" charset="0"/>
              </a:rPr>
              <a:t>A</a:t>
            </a:r>
            <a:r>
              <a:rPr sz="2000" spc="-25" dirty="0">
                <a:solidFill>
                  <a:srgbClr val="181818"/>
                </a:solidFill>
                <a:cs typeface="Lucida Sans Unicode" panose="020B0602030504020204" pitchFamily="34" charset="0"/>
              </a:rPr>
              <a:t>D</a:t>
            </a:r>
            <a:r>
              <a:rPr sz="2000" spc="-60" dirty="0">
                <a:solidFill>
                  <a:srgbClr val="181818"/>
                </a:solidFill>
                <a:cs typeface="Lucida Sans Unicode" panose="020B0602030504020204" pitchFamily="34" charset="0"/>
              </a:rPr>
              <a:t> </a:t>
            </a:r>
            <a:r>
              <a:rPr sz="2000" spc="20" dirty="0">
                <a:solidFill>
                  <a:srgbClr val="181818"/>
                </a:solidFill>
                <a:cs typeface="Lucida Sans Unicode" panose="020B0602030504020204" pitchFamily="34" charset="0"/>
              </a:rPr>
              <a:t>M</a:t>
            </a:r>
            <a:r>
              <a:rPr sz="2000" spc="5" dirty="0">
                <a:solidFill>
                  <a:srgbClr val="181818"/>
                </a:solidFill>
                <a:cs typeface="Lucida Sans Unicode" panose="020B0602030504020204" pitchFamily="34" charset="0"/>
              </a:rPr>
              <a:t>o</a:t>
            </a:r>
            <a:r>
              <a:rPr sz="2000" spc="-10" dirty="0">
                <a:solidFill>
                  <a:srgbClr val="181818"/>
                </a:solidFill>
                <a:cs typeface="Lucida Sans Unicode" panose="020B0602030504020204" pitchFamily="34" charset="0"/>
              </a:rPr>
              <a:t>d</a:t>
            </a:r>
            <a:r>
              <a:rPr sz="2000" spc="-15" dirty="0">
                <a:solidFill>
                  <a:srgbClr val="181818"/>
                </a:solidFill>
                <a:cs typeface="Lucida Sans Unicode" panose="020B0602030504020204" pitchFamily="34" charset="0"/>
              </a:rPr>
              <a:t>e</a:t>
            </a:r>
            <a:r>
              <a:rPr sz="2000" spc="-45" dirty="0">
                <a:solidFill>
                  <a:srgbClr val="181818"/>
                </a:solidFill>
                <a:cs typeface="Lucida Sans Unicode" panose="020B0602030504020204" pitchFamily="34" charset="0"/>
              </a:rPr>
              <a:t>l</a:t>
            </a:r>
            <a:r>
              <a:rPr sz="2000" spc="-50" dirty="0">
                <a:solidFill>
                  <a:srgbClr val="181818"/>
                </a:solidFill>
                <a:cs typeface="Lucida Sans Unicode" panose="020B0602030504020204" pitchFamily="34" charset="0"/>
              </a:rPr>
              <a:t> </a:t>
            </a:r>
            <a:r>
              <a:rPr sz="2000" spc="-20" dirty="0">
                <a:solidFill>
                  <a:srgbClr val="181818"/>
                </a:solidFill>
                <a:cs typeface="Lucida Sans Unicode" panose="020B0602030504020204" pitchFamily="34" charset="0"/>
              </a:rPr>
              <a:t>Des</a:t>
            </a:r>
            <a:r>
              <a:rPr sz="2000" spc="-45" dirty="0">
                <a:solidFill>
                  <a:srgbClr val="181818"/>
                </a:solidFill>
                <a:cs typeface="Lucida Sans Unicode" panose="020B0602030504020204" pitchFamily="34" charset="0"/>
              </a:rPr>
              <a:t>ig</a:t>
            </a:r>
            <a:r>
              <a:rPr sz="2000" spc="-70" dirty="0">
                <a:solidFill>
                  <a:srgbClr val="181818"/>
                </a:solidFill>
                <a:cs typeface="Lucida Sans Unicode" panose="020B0602030504020204" pitchFamily="34" charset="0"/>
              </a:rPr>
              <a:t>n</a:t>
            </a:r>
            <a:r>
              <a:rPr sz="2000" spc="-20" dirty="0">
                <a:solidFill>
                  <a:srgbClr val="181818"/>
                </a:solidFill>
                <a:cs typeface="Lucida Sans Unicode" panose="020B0602030504020204" pitchFamily="34" charset="0"/>
              </a:rPr>
              <a:t>i</a:t>
            </a:r>
            <a:r>
              <a:rPr sz="2000" spc="-50" dirty="0">
                <a:solidFill>
                  <a:srgbClr val="181818"/>
                </a:solidFill>
                <a:cs typeface="Lucida Sans Unicode" panose="020B0602030504020204" pitchFamily="34" charset="0"/>
              </a:rPr>
              <a:t>n</a:t>
            </a:r>
            <a:r>
              <a:rPr sz="2000" spc="-95" dirty="0">
                <a:solidFill>
                  <a:srgbClr val="181818"/>
                </a:solidFill>
                <a:cs typeface="Lucida Sans Unicode" panose="020B0602030504020204" pitchFamily="34" charset="0"/>
              </a:rPr>
              <a:t>g</a:t>
            </a:r>
            <a:endParaRPr sz="2000" dirty="0">
              <a:cs typeface="Lucida Sans Unicode" panose="020B0602030504020204" pitchFamily="34" charset="0"/>
            </a:endParaRPr>
          </a:p>
        </p:txBody>
      </p:sp>
      <p:sp>
        <p:nvSpPr>
          <p:cNvPr id="48" name="object 48"/>
          <p:cNvSpPr txBox="1"/>
          <p:nvPr/>
        </p:nvSpPr>
        <p:spPr>
          <a:xfrm>
            <a:off x="6369626" y="3594019"/>
            <a:ext cx="2075553" cy="320601"/>
          </a:xfrm>
          <a:prstGeom prst="rect">
            <a:avLst/>
          </a:prstGeom>
        </p:spPr>
        <p:txBody>
          <a:bodyPr vert="horz" wrap="square" lIns="0" tIns="12700" rIns="0" bIns="0" rtlCol="0">
            <a:spAutoFit/>
          </a:bodyPr>
          <a:lstStyle/>
          <a:p>
            <a:pPr marL="12700" algn="ctr">
              <a:lnSpc>
                <a:spcPct val="100000"/>
              </a:lnSpc>
              <a:spcBef>
                <a:spcPts val="100"/>
              </a:spcBef>
            </a:pPr>
            <a:r>
              <a:rPr sz="2000" spc="-50" dirty="0">
                <a:solidFill>
                  <a:srgbClr val="181818"/>
                </a:solidFill>
                <a:cs typeface="Lucida Sans Unicode" panose="020B0602030504020204" pitchFamily="34" charset="0"/>
              </a:rPr>
              <a:t>C</a:t>
            </a:r>
            <a:r>
              <a:rPr sz="2000" spc="-55" dirty="0">
                <a:solidFill>
                  <a:srgbClr val="181818"/>
                </a:solidFill>
                <a:cs typeface="Lucida Sans Unicode" panose="020B0602030504020204" pitchFamily="34" charset="0"/>
              </a:rPr>
              <a:t>o</a:t>
            </a:r>
            <a:r>
              <a:rPr sz="2000" spc="-45" dirty="0">
                <a:solidFill>
                  <a:srgbClr val="181818"/>
                </a:solidFill>
                <a:cs typeface="Lucida Sans Unicode" panose="020B0602030504020204" pitchFamily="34" charset="0"/>
              </a:rPr>
              <a:t>s</a:t>
            </a:r>
            <a:r>
              <a:rPr sz="2000" spc="-30" dirty="0">
                <a:solidFill>
                  <a:srgbClr val="181818"/>
                </a:solidFill>
                <a:cs typeface="Lucida Sans Unicode" panose="020B0602030504020204" pitchFamily="34" charset="0"/>
              </a:rPr>
              <a:t>t</a:t>
            </a:r>
            <a:r>
              <a:rPr sz="2000" spc="-60" dirty="0">
                <a:solidFill>
                  <a:srgbClr val="181818"/>
                </a:solidFill>
                <a:cs typeface="Lucida Sans Unicode" panose="020B0602030504020204" pitchFamily="34" charset="0"/>
              </a:rPr>
              <a:t> </a:t>
            </a:r>
            <a:r>
              <a:rPr sz="2000" spc="20" dirty="0">
                <a:solidFill>
                  <a:srgbClr val="181818"/>
                </a:solidFill>
                <a:cs typeface="Lucida Sans Unicode" panose="020B0602030504020204" pitchFamily="34" charset="0"/>
              </a:rPr>
              <a:t>Ben</a:t>
            </a:r>
            <a:r>
              <a:rPr sz="2000" spc="15" dirty="0">
                <a:solidFill>
                  <a:srgbClr val="181818"/>
                </a:solidFill>
                <a:cs typeface="Lucida Sans Unicode" panose="020B0602030504020204" pitchFamily="34" charset="0"/>
              </a:rPr>
              <a:t>e</a:t>
            </a:r>
            <a:r>
              <a:rPr sz="2000" spc="-35" dirty="0">
                <a:solidFill>
                  <a:srgbClr val="181818"/>
                </a:solidFill>
                <a:cs typeface="Lucida Sans Unicode" panose="020B0602030504020204" pitchFamily="34" charset="0"/>
              </a:rPr>
              <a:t>fit</a:t>
            </a:r>
            <a:r>
              <a:rPr sz="2000" spc="-55" dirty="0">
                <a:solidFill>
                  <a:srgbClr val="181818"/>
                </a:solidFill>
                <a:cs typeface="Lucida Sans Unicode" panose="020B0602030504020204" pitchFamily="34" charset="0"/>
              </a:rPr>
              <a:t> </a:t>
            </a:r>
            <a:r>
              <a:rPr sz="2000" spc="-75" dirty="0">
                <a:solidFill>
                  <a:srgbClr val="181818"/>
                </a:solidFill>
                <a:cs typeface="Lucida Sans Unicode" panose="020B0602030504020204" pitchFamily="34" charset="0"/>
              </a:rPr>
              <a:t>A</a:t>
            </a:r>
            <a:r>
              <a:rPr sz="2000" spc="-15" dirty="0">
                <a:solidFill>
                  <a:srgbClr val="181818"/>
                </a:solidFill>
                <a:cs typeface="Lucida Sans Unicode" panose="020B0602030504020204" pitchFamily="34" charset="0"/>
              </a:rPr>
              <a:t>n</a:t>
            </a:r>
            <a:r>
              <a:rPr sz="2000" dirty="0">
                <a:solidFill>
                  <a:srgbClr val="181818"/>
                </a:solidFill>
                <a:cs typeface="Lucida Sans Unicode" panose="020B0602030504020204" pitchFamily="34" charset="0"/>
              </a:rPr>
              <a:t>a</a:t>
            </a:r>
            <a:r>
              <a:rPr sz="2000" spc="-25" dirty="0">
                <a:solidFill>
                  <a:srgbClr val="181818"/>
                </a:solidFill>
                <a:cs typeface="Lucida Sans Unicode" panose="020B0602030504020204" pitchFamily="34" charset="0"/>
              </a:rPr>
              <a:t>l</a:t>
            </a:r>
            <a:r>
              <a:rPr sz="2000" spc="-55" dirty="0">
                <a:solidFill>
                  <a:srgbClr val="181818"/>
                </a:solidFill>
                <a:cs typeface="Lucida Sans Unicode" panose="020B0602030504020204" pitchFamily="34" charset="0"/>
              </a:rPr>
              <a:t>y</a:t>
            </a:r>
            <a:r>
              <a:rPr sz="2000" spc="-50" dirty="0">
                <a:solidFill>
                  <a:srgbClr val="181818"/>
                </a:solidFill>
                <a:cs typeface="Lucida Sans Unicode" panose="020B0602030504020204" pitchFamily="34" charset="0"/>
              </a:rPr>
              <a:t>sis</a:t>
            </a:r>
            <a:endParaRPr sz="2000" dirty="0">
              <a:cs typeface="Lucida Sans Unicode" panose="020B0602030504020204" pitchFamily="34" charset="0"/>
            </a:endParaRPr>
          </a:p>
        </p:txBody>
      </p:sp>
      <p:sp>
        <p:nvSpPr>
          <p:cNvPr id="49" name="object 49"/>
          <p:cNvSpPr txBox="1"/>
          <p:nvPr/>
        </p:nvSpPr>
        <p:spPr>
          <a:xfrm>
            <a:off x="1350263" y="1476755"/>
            <a:ext cx="539750" cy="462280"/>
          </a:xfrm>
          <a:prstGeom prst="rect">
            <a:avLst/>
          </a:prstGeom>
          <a:solidFill>
            <a:srgbClr val="4475C9"/>
          </a:solidFill>
        </p:spPr>
        <p:txBody>
          <a:bodyPr vert="horz" wrap="square" lIns="0" tIns="80645" rIns="0" bIns="0" rtlCol="0">
            <a:spAutoFit/>
          </a:bodyPr>
          <a:lstStyle/>
          <a:p>
            <a:pPr marL="143510">
              <a:lnSpc>
                <a:spcPct val="100000"/>
              </a:lnSpc>
              <a:spcBef>
                <a:spcPts val="635"/>
              </a:spcBef>
            </a:pPr>
            <a:r>
              <a:rPr sz="1800" b="1" spc="-300" dirty="0">
                <a:solidFill>
                  <a:srgbClr val="FFFFFF"/>
                </a:solidFill>
                <a:latin typeface="Verdana"/>
                <a:cs typeface="Verdana"/>
              </a:rPr>
              <a:t>01</a:t>
            </a:r>
            <a:endParaRPr sz="1800">
              <a:latin typeface="Verdana"/>
              <a:cs typeface="Verdana"/>
            </a:endParaRPr>
          </a:p>
        </p:txBody>
      </p:sp>
      <p:sp>
        <p:nvSpPr>
          <p:cNvPr id="50" name="object 50"/>
          <p:cNvSpPr txBox="1"/>
          <p:nvPr/>
        </p:nvSpPr>
        <p:spPr>
          <a:xfrm>
            <a:off x="2825495" y="1476755"/>
            <a:ext cx="541020" cy="462280"/>
          </a:xfrm>
          <a:prstGeom prst="rect">
            <a:avLst/>
          </a:prstGeom>
          <a:solidFill>
            <a:srgbClr val="4475C9"/>
          </a:solidFill>
        </p:spPr>
        <p:txBody>
          <a:bodyPr vert="horz" wrap="square" lIns="0" tIns="80645" rIns="0" bIns="0" rtlCol="0">
            <a:spAutoFit/>
          </a:bodyPr>
          <a:lstStyle/>
          <a:p>
            <a:pPr marL="123189">
              <a:lnSpc>
                <a:spcPct val="100000"/>
              </a:lnSpc>
              <a:spcBef>
                <a:spcPts val="635"/>
              </a:spcBef>
            </a:pPr>
            <a:r>
              <a:rPr sz="1800" b="1" spc="-125" dirty="0">
                <a:solidFill>
                  <a:srgbClr val="FFFFFF"/>
                </a:solidFill>
                <a:latin typeface="Verdana"/>
                <a:cs typeface="Verdana"/>
              </a:rPr>
              <a:t>02</a:t>
            </a:r>
            <a:endParaRPr sz="1800">
              <a:latin typeface="Verdana"/>
              <a:cs typeface="Verdana"/>
            </a:endParaRPr>
          </a:p>
        </p:txBody>
      </p:sp>
      <p:sp>
        <p:nvSpPr>
          <p:cNvPr id="51" name="object 51"/>
          <p:cNvSpPr txBox="1"/>
          <p:nvPr/>
        </p:nvSpPr>
        <p:spPr>
          <a:xfrm>
            <a:off x="4302252" y="1476755"/>
            <a:ext cx="539750" cy="462280"/>
          </a:xfrm>
          <a:prstGeom prst="rect">
            <a:avLst/>
          </a:prstGeom>
          <a:solidFill>
            <a:srgbClr val="4475C9"/>
          </a:solidFill>
        </p:spPr>
        <p:txBody>
          <a:bodyPr vert="horz" wrap="square" lIns="0" tIns="80645" rIns="0" bIns="0" rtlCol="0">
            <a:spAutoFit/>
          </a:bodyPr>
          <a:lstStyle/>
          <a:p>
            <a:pPr marL="122555">
              <a:lnSpc>
                <a:spcPct val="100000"/>
              </a:lnSpc>
              <a:spcBef>
                <a:spcPts val="635"/>
              </a:spcBef>
            </a:pPr>
            <a:r>
              <a:rPr sz="1800" b="1" spc="-120" dirty="0">
                <a:solidFill>
                  <a:srgbClr val="FFFFFF"/>
                </a:solidFill>
                <a:latin typeface="Verdana"/>
                <a:cs typeface="Verdana"/>
              </a:rPr>
              <a:t>03</a:t>
            </a:r>
            <a:endParaRPr sz="1800">
              <a:latin typeface="Verdana"/>
              <a:cs typeface="Verdana"/>
            </a:endParaRPr>
          </a:p>
        </p:txBody>
      </p:sp>
      <p:sp>
        <p:nvSpPr>
          <p:cNvPr id="52" name="object 52"/>
          <p:cNvSpPr txBox="1"/>
          <p:nvPr/>
        </p:nvSpPr>
        <p:spPr>
          <a:xfrm>
            <a:off x="5777484" y="1476755"/>
            <a:ext cx="541020" cy="462280"/>
          </a:xfrm>
          <a:prstGeom prst="rect">
            <a:avLst/>
          </a:prstGeom>
          <a:solidFill>
            <a:srgbClr val="4475C9"/>
          </a:solidFill>
        </p:spPr>
        <p:txBody>
          <a:bodyPr vert="horz" wrap="square" lIns="0" tIns="80645" rIns="0" bIns="0" rtlCol="0">
            <a:spAutoFit/>
          </a:bodyPr>
          <a:lstStyle/>
          <a:p>
            <a:pPr marL="111760">
              <a:lnSpc>
                <a:spcPct val="100000"/>
              </a:lnSpc>
              <a:spcBef>
                <a:spcPts val="635"/>
              </a:spcBef>
            </a:pPr>
            <a:r>
              <a:rPr sz="1800" b="1" spc="-35" dirty="0">
                <a:solidFill>
                  <a:srgbClr val="FFFFFF"/>
                </a:solidFill>
                <a:latin typeface="Verdana"/>
                <a:cs typeface="Verdana"/>
              </a:rPr>
              <a:t>04</a:t>
            </a:r>
            <a:endParaRPr sz="1800">
              <a:latin typeface="Verdana"/>
              <a:cs typeface="Verdana"/>
            </a:endParaRPr>
          </a:p>
        </p:txBody>
      </p:sp>
      <p:sp>
        <p:nvSpPr>
          <p:cNvPr id="53" name="object 53"/>
          <p:cNvSpPr txBox="1"/>
          <p:nvPr/>
        </p:nvSpPr>
        <p:spPr>
          <a:xfrm>
            <a:off x="7254240" y="1476755"/>
            <a:ext cx="539750" cy="462280"/>
          </a:xfrm>
          <a:prstGeom prst="rect">
            <a:avLst/>
          </a:prstGeom>
          <a:solidFill>
            <a:srgbClr val="4475C9"/>
          </a:solidFill>
        </p:spPr>
        <p:txBody>
          <a:bodyPr vert="horz" wrap="square" lIns="0" tIns="80645" rIns="0" bIns="0" rtlCol="0">
            <a:spAutoFit/>
          </a:bodyPr>
          <a:lstStyle/>
          <a:p>
            <a:pPr marL="121285">
              <a:lnSpc>
                <a:spcPct val="100000"/>
              </a:lnSpc>
              <a:spcBef>
                <a:spcPts val="635"/>
              </a:spcBef>
            </a:pPr>
            <a:r>
              <a:rPr sz="1800" b="1" spc="-120" dirty="0">
                <a:solidFill>
                  <a:srgbClr val="FFFFFF"/>
                </a:solidFill>
                <a:latin typeface="Verdana"/>
                <a:cs typeface="Verdana"/>
              </a:rPr>
              <a:t>05</a:t>
            </a:r>
            <a:endParaRPr sz="1800">
              <a:latin typeface="Verdana"/>
              <a:cs typeface="Verdana"/>
            </a:endParaRPr>
          </a:p>
        </p:txBody>
      </p:sp>
      <p:sp>
        <p:nvSpPr>
          <p:cNvPr id="54" name="object 54"/>
          <p:cNvSpPr/>
          <p:nvPr/>
        </p:nvSpPr>
        <p:spPr>
          <a:xfrm>
            <a:off x="1620011" y="1938527"/>
            <a:ext cx="0" cy="1666239"/>
          </a:xfrm>
          <a:custGeom>
            <a:avLst/>
            <a:gdLst/>
            <a:ahLst/>
            <a:cxnLst/>
            <a:rect l="l" t="t" r="r" b="b"/>
            <a:pathLst>
              <a:path h="1666239">
                <a:moveTo>
                  <a:pt x="0" y="0"/>
                </a:moveTo>
                <a:lnTo>
                  <a:pt x="0" y="1666240"/>
                </a:lnTo>
              </a:path>
            </a:pathLst>
          </a:custGeom>
          <a:ln w="9525">
            <a:solidFill>
              <a:srgbClr val="181818"/>
            </a:solidFill>
          </a:ln>
        </p:spPr>
        <p:txBody>
          <a:bodyPr wrap="square" lIns="0" tIns="0" rIns="0" bIns="0" rtlCol="0"/>
          <a:lstStyle/>
          <a:p>
            <a:endParaRPr/>
          </a:p>
        </p:txBody>
      </p:sp>
      <p:sp>
        <p:nvSpPr>
          <p:cNvPr id="55" name="object 55"/>
          <p:cNvSpPr/>
          <p:nvPr/>
        </p:nvSpPr>
        <p:spPr>
          <a:xfrm>
            <a:off x="3095244" y="1938527"/>
            <a:ext cx="0" cy="481330"/>
          </a:xfrm>
          <a:custGeom>
            <a:avLst/>
            <a:gdLst/>
            <a:ahLst/>
            <a:cxnLst/>
            <a:rect l="l" t="t" r="r" b="b"/>
            <a:pathLst>
              <a:path h="481330">
                <a:moveTo>
                  <a:pt x="0" y="0"/>
                </a:moveTo>
                <a:lnTo>
                  <a:pt x="0" y="480949"/>
                </a:lnTo>
              </a:path>
            </a:pathLst>
          </a:custGeom>
          <a:ln w="9525">
            <a:solidFill>
              <a:srgbClr val="181818"/>
            </a:solidFill>
          </a:ln>
        </p:spPr>
        <p:txBody>
          <a:bodyPr wrap="square" lIns="0" tIns="0" rIns="0" bIns="0" rtlCol="0"/>
          <a:lstStyle/>
          <a:p>
            <a:endParaRPr/>
          </a:p>
        </p:txBody>
      </p:sp>
      <p:sp>
        <p:nvSpPr>
          <p:cNvPr id="56" name="object 56"/>
          <p:cNvSpPr/>
          <p:nvPr/>
        </p:nvSpPr>
        <p:spPr>
          <a:xfrm>
            <a:off x="4572000" y="1938527"/>
            <a:ext cx="0" cy="1666239"/>
          </a:xfrm>
          <a:custGeom>
            <a:avLst/>
            <a:gdLst/>
            <a:ahLst/>
            <a:cxnLst/>
            <a:rect l="l" t="t" r="r" b="b"/>
            <a:pathLst>
              <a:path h="1666239">
                <a:moveTo>
                  <a:pt x="0" y="0"/>
                </a:moveTo>
                <a:lnTo>
                  <a:pt x="0" y="1666240"/>
                </a:lnTo>
              </a:path>
            </a:pathLst>
          </a:custGeom>
          <a:ln w="9525">
            <a:solidFill>
              <a:srgbClr val="181818"/>
            </a:solidFill>
          </a:ln>
        </p:spPr>
        <p:txBody>
          <a:bodyPr wrap="square" lIns="0" tIns="0" rIns="0" bIns="0" rtlCol="0"/>
          <a:lstStyle/>
          <a:p>
            <a:endParaRPr/>
          </a:p>
        </p:txBody>
      </p:sp>
      <p:sp>
        <p:nvSpPr>
          <p:cNvPr id="57" name="object 57"/>
          <p:cNvSpPr/>
          <p:nvPr/>
        </p:nvSpPr>
        <p:spPr>
          <a:xfrm>
            <a:off x="6048755" y="1938527"/>
            <a:ext cx="0" cy="481330"/>
          </a:xfrm>
          <a:custGeom>
            <a:avLst/>
            <a:gdLst/>
            <a:ahLst/>
            <a:cxnLst/>
            <a:rect l="l" t="t" r="r" b="b"/>
            <a:pathLst>
              <a:path h="481330">
                <a:moveTo>
                  <a:pt x="0" y="0"/>
                </a:moveTo>
                <a:lnTo>
                  <a:pt x="0" y="480949"/>
                </a:lnTo>
              </a:path>
            </a:pathLst>
          </a:custGeom>
          <a:ln w="9525">
            <a:solidFill>
              <a:srgbClr val="181818"/>
            </a:solidFill>
          </a:ln>
        </p:spPr>
        <p:txBody>
          <a:bodyPr wrap="square" lIns="0" tIns="0" rIns="0" bIns="0" rtlCol="0"/>
          <a:lstStyle/>
          <a:p>
            <a:endParaRPr/>
          </a:p>
        </p:txBody>
      </p:sp>
      <p:sp>
        <p:nvSpPr>
          <p:cNvPr id="58" name="object 58"/>
          <p:cNvSpPr/>
          <p:nvPr/>
        </p:nvSpPr>
        <p:spPr>
          <a:xfrm>
            <a:off x="7523988" y="1938527"/>
            <a:ext cx="0" cy="1666239"/>
          </a:xfrm>
          <a:custGeom>
            <a:avLst/>
            <a:gdLst/>
            <a:ahLst/>
            <a:cxnLst/>
            <a:rect l="l" t="t" r="r" b="b"/>
            <a:pathLst>
              <a:path h="1666239">
                <a:moveTo>
                  <a:pt x="0" y="0"/>
                </a:moveTo>
                <a:lnTo>
                  <a:pt x="0" y="1666240"/>
                </a:lnTo>
              </a:path>
            </a:pathLst>
          </a:custGeom>
          <a:ln w="9525">
            <a:solidFill>
              <a:srgbClr val="181818"/>
            </a:solidFill>
          </a:ln>
        </p:spPr>
        <p:txBody>
          <a:bodyPr wrap="square" lIns="0" tIns="0" rIns="0" bIns="0" rtlCol="0"/>
          <a:lstStyle/>
          <a:p>
            <a:endParaRPr/>
          </a:p>
        </p:txBody>
      </p:sp>
      <p:sp>
        <p:nvSpPr>
          <p:cNvPr id="59" name="object 59"/>
          <p:cNvSpPr/>
          <p:nvPr/>
        </p:nvSpPr>
        <p:spPr>
          <a:xfrm>
            <a:off x="1889760" y="1706879"/>
            <a:ext cx="935990" cy="0"/>
          </a:xfrm>
          <a:custGeom>
            <a:avLst/>
            <a:gdLst/>
            <a:ahLst/>
            <a:cxnLst/>
            <a:rect l="l" t="t" r="r" b="b"/>
            <a:pathLst>
              <a:path w="935989">
                <a:moveTo>
                  <a:pt x="0" y="0"/>
                </a:moveTo>
                <a:lnTo>
                  <a:pt x="935989" y="0"/>
                </a:lnTo>
              </a:path>
            </a:pathLst>
          </a:custGeom>
          <a:ln w="9525">
            <a:solidFill>
              <a:srgbClr val="181818"/>
            </a:solidFill>
          </a:ln>
        </p:spPr>
        <p:txBody>
          <a:bodyPr wrap="square" lIns="0" tIns="0" rIns="0" bIns="0" rtlCol="0"/>
          <a:lstStyle/>
          <a:p>
            <a:endParaRPr/>
          </a:p>
        </p:txBody>
      </p:sp>
      <p:sp>
        <p:nvSpPr>
          <p:cNvPr id="60" name="object 60"/>
          <p:cNvSpPr/>
          <p:nvPr/>
        </p:nvSpPr>
        <p:spPr>
          <a:xfrm>
            <a:off x="3366515" y="1706879"/>
            <a:ext cx="935990" cy="0"/>
          </a:xfrm>
          <a:custGeom>
            <a:avLst/>
            <a:gdLst/>
            <a:ahLst/>
            <a:cxnLst/>
            <a:rect l="l" t="t" r="r" b="b"/>
            <a:pathLst>
              <a:path w="935989">
                <a:moveTo>
                  <a:pt x="0" y="0"/>
                </a:moveTo>
                <a:lnTo>
                  <a:pt x="935989" y="0"/>
                </a:lnTo>
              </a:path>
            </a:pathLst>
          </a:custGeom>
          <a:ln w="9525">
            <a:solidFill>
              <a:srgbClr val="181818"/>
            </a:solidFill>
          </a:ln>
        </p:spPr>
        <p:txBody>
          <a:bodyPr wrap="square" lIns="0" tIns="0" rIns="0" bIns="0" rtlCol="0"/>
          <a:lstStyle/>
          <a:p>
            <a:endParaRPr/>
          </a:p>
        </p:txBody>
      </p:sp>
      <p:sp>
        <p:nvSpPr>
          <p:cNvPr id="61" name="object 61"/>
          <p:cNvSpPr/>
          <p:nvPr/>
        </p:nvSpPr>
        <p:spPr>
          <a:xfrm>
            <a:off x="4841747" y="1706879"/>
            <a:ext cx="935990" cy="0"/>
          </a:xfrm>
          <a:custGeom>
            <a:avLst/>
            <a:gdLst/>
            <a:ahLst/>
            <a:cxnLst/>
            <a:rect l="l" t="t" r="r" b="b"/>
            <a:pathLst>
              <a:path w="935989">
                <a:moveTo>
                  <a:pt x="0" y="0"/>
                </a:moveTo>
                <a:lnTo>
                  <a:pt x="935989" y="0"/>
                </a:lnTo>
              </a:path>
            </a:pathLst>
          </a:custGeom>
          <a:ln w="9525">
            <a:solidFill>
              <a:srgbClr val="181818"/>
            </a:solidFill>
          </a:ln>
        </p:spPr>
        <p:txBody>
          <a:bodyPr wrap="square" lIns="0" tIns="0" rIns="0" bIns="0" rtlCol="0"/>
          <a:lstStyle/>
          <a:p>
            <a:endParaRPr/>
          </a:p>
        </p:txBody>
      </p:sp>
      <p:sp>
        <p:nvSpPr>
          <p:cNvPr id="62" name="object 62"/>
          <p:cNvSpPr/>
          <p:nvPr/>
        </p:nvSpPr>
        <p:spPr>
          <a:xfrm>
            <a:off x="6318503" y="1706879"/>
            <a:ext cx="935990" cy="0"/>
          </a:xfrm>
          <a:custGeom>
            <a:avLst/>
            <a:gdLst/>
            <a:ahLst/>
            <a:cxnLst/>
            <a:rect l="l" t="t" r="r" b="b"/>
            <a:pathLst>
              <a:path w="935990">
                <a:moveTo>
                  <a:pt x="0" y="0"/>
                </a:moveTo>
                <a:lnTo>
                  <a:pt x="935990" y="0"/>
                </a:lnTo>
              </a:path>
            </a:pathLst>
          </a:custGeom>
          <a:ln w="9525">
            <a:solidFill>
              <a:srgbClr val="181818"/>
            </a:solidFill>
          </a:ln>
        </p:spPr>
        <p:txBody>
          <a:bodyPr wrap="square" lIns="0" tIns="0" rIns="0" bIns="0" rtlCol="0"/>
          <a:lstStyle/>
          <a:p>
            <a:endParaRPr/>
          </a:p>
        </p:txBody>
      </p:sp>
      <p:sp>
        <p:nvSpPr>
          <p:cNvPr id="64" name="TextBox 63">
            <a:extLst>
              <a:ext uri="{FF2B5EF4-FFF2-40B4-BE49-F238E27FC236}">
                <a16:creationId xmlns:a16="http://schemas.microsoft.com/office/drawing/2014/main" id="{816A93F5-0D24-0C8C-7509-017D819BF488}"/>
              </a:ext>
            </a:extLst>
          </p:cNvPr>
          <p:cNvSpPr txBox="1"/>
          <p:nvPr/>
        </p:nvSpPr>
        <p:spPr>
          <a:xfrm>
            <a:off x="3260793" y="526260"/>
            <a:ext cx="4263195" cy="584775"/>
          </a:xfrm>
          <a:prstGeom prst="rect">
            <a:avLst/>
          </a:prstGeom>
          <a:noFill/>
        </p:spPr>
        <p:txBody>
          <a:bodyPr wrap="square">
            <a:spAutoFit/>
          </a:bodyPr>
          <a:lstStyle/>
          <a:p>
            <a:r>
              <a:rPr lang="en-US" sz="3200" b="1" dirty="0">
                <a:latin typeface="+mj-lt"/>
              </a:rPr>
              <a:t>Methodology</a:t>
            </a:r>
          </a:p>
        </p:txBody>
      </p:sp>
      <p:sp>
        <p:nvSpPr>
          <p:cNvPr id="3" name="Slide Number Placeholder 2">
            <a:extLst>
              <a:ext uri="{FF2B5EF4-FFF2-40B4-BE49-F238E27FC236}">
                <a16:creationId xmlns:a16="http://schemas.microsoft.com/office/drawing/2014/main" id="{8A53086B-9A2D-E56F-1861-1E002C27EFBA}"/>
              </a:ext>
            </a:extLst>
          </p:cNvPr>
          <p:cNvSpPr>
            <a:spLocks noGrp="1"/>
          </p:cNvSpPr>
          <p:nvPr>
            <p:ph type="sldNum" sz="quarter" idx="7"/>
          </p:nvPr>
        </p:nvSpPr>
        <p:spPr/>
        <p:txBody>
          <a:bodyPr/>
          <a:lstStyle/>
          <a:p>
            <a:fld id="{B6F15528-21DE-4FAA-801E-634DDDAF4B2B}"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496300" y="635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3" name="Slide Number Placeholder 2">
            <a:extLst>
              <a:ext uri="{FF2B5EF4-FFF2-40B4-BE49-F238E27FC236}">
                <a16:creationId xmlns:a16="http://schemas.microsoft.com/office/drawing/2014/main" id="{8D3F031D-44C7-F9DA-3094-517C3AB2E3A6}"/>
              </a:ext>
            </a:extLst>
          </p:cNvPr>
          <p:cNvSpPr>
            <a:spLocks noGrp="1"/>
          </p:cNvSpPr>
          <p:nvPr>
            <p:ph type="sldNum" sz="quarter" idx="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800" b="1" i="0" u="none" strike="noStrike" kern="1200" cap="none" spc="0" normalizeH="0" baseline="0" noProof="0" smtClean="0">
                <a:ln>
                  <a:noFill/>
                </a:ln>
                <a:solidFill>
                  <a:prstClr val="black">
                    <a:tint val="75000"/>
                  </a:prstClr>
                </a:solidFill>
                <a:effectLst/>
                <a:uLnTx/>
                <a:uFillTx/>
                <a:latin typeface="Times New Roman"/>
                <a:ea typeface="+mn-ea"/>
                <a:cs typeface="Times New Roman"/>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800" b="1" i="0" u="none" strike="noStrike" kern="1200" cap="none" spc="0" normalizeH="0" baseline="0" noProof="0">
              <a:ln>
                <a:noFill/>
              </a:ln>
              <a:solidFill>
                <a:prstClr val="black">
                  <a:tint val="75000"/>
                </a:prstClr>
              </a:solidFill>
              <a:effectLst/>
              <a:uLnTx/>
              <a:uFillTx/>
              <a:latin typeface="Times New Roman"/>
              <a:ea typeface="+mn-ea"/>
              <a:cs typeface="Times New Roman"/>
            </a:endParaRPr>
          </a:p>
        </p:txBody>
      </p:sp>
      <p:sp>
        <p:nvSpPr>
          <p:cNvPr id="7" name="Google Shape;1528;p56">
            <a:extLst>
              <a:ext uri="{FF2B5EF4-FFF2-40B4-BE49-F238E27FC236}">
                <a16:creationId xmlns:a16="http://schemas.microsoft.com/office/drawing/2014/main" id="{7DFEB18D-E095-50A7-D59A-4331A0613758}"/>
              </a:ext>
            </a:extLst>
          </p:cNvPr>
          <p:cNvSpPr txBox="1"/>
          <p:nvPr/>
        </p:nvSpPr>
        <p:spPr>
          <a:xfrm>
            <a:off x="1264144" y="206875"/>
            <a:ext cx="78834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dirty="0">
                <a:solidFill>
                  <a:schemeClr val="dk1"/>
                </a:solidFill>
              </a:rPr>
              <a:t>     </a:t>
            </a:r>
            <a:r>
              <a:rPr lang="en-US" sz="3200" b="1" dirty="0">
                <a:solidFill>
                  <a:schemeClr val="dk1"/>
                </a:solidFill>
              </a:rPr>
              <a:t>Structural Elements Overview</a:t>
            </a:r>
            <a:endParaRPr sz="3200" b="1" dirty="0"/>
          </a:p>
        </p:txBody>
      </p:sp>
      <p:graphicFrame>
        <p:nvGraphicFramePr>
          <p:cNvPr id="11" name="Table 10">
            <a:extLst>
              <a:ext uri="{FF2B5EF4-FFF2-40B4-BE49-F238E27FC236}">
                <a16:creationId xmlns:a16="http://schemas.microsoft.com/office/drawing/2014/main" id="{24813B5E-B303-7239-5E49-9C90201C38E5}"/>
              </a:ext>
            </a:extLst>
          </p:cNvPr>
          <p:cNvGraphicFramePr>
            <a:graphicFrameLocks noGrp="1"/>
          </p:cNvGraphicFramePr>
          <p:nvPr>
            <p:extLst>
              <p:ext uri="{D42A27DB-BD31-4B8C-83A1-F6EECF244321}">
                <p14:modId xmlns:p14="http://schemas.microsoft.com/office/powerpoint/2010/main" val="1762980544"/>
              </p:ext>
            </p:extLst>
          </p:nvPr>
        </p:nvGraphicFramePr>
        <p:xfrm>
          <a:off x="881825" y="1225663"/>
          <a:ext cx="7345600" cy="2802875"/>
        </p:xfrm>
        <a:graphic>
          <a:graphicData uri="http://schemas.openxmlformats.org/drawingml/2006/table">
            <a:tbl>
              <a:tblPr>
                <a:tableStyleId>{69CF1AB2-1976-4502-BF36-3FF5EA218861}</a:tableStyleId>
              </a:tblPr>
              <a:tblGrid>
                <a:gridCol w="2519600">
                  <a:extLst>
                    <a:ext uri="{9D8B030D-6E8A-4147-A177-3AD203B41FA5}">
                      <a16:colId xmlns:a16="http://schemas.microsoft.com/office/drawing/2014/main" val="192004023"/>
                    </a:ext>
                  </a:extLst>
                </a:gridCol>
                <a:gridCol w="2413000">
                  <a:extLst>
                    <a:ext uri="{9D8B030D-6E8A-4147-A177-3AD203B41FA5}">
                      <a16:colId xmlns:a16="http://schemas.microsoft.com/office/drawing/2014/main" val="3986057421"/>
                    </a:ext>
                  </a:extLst>
                </a:gridCol>
                <a:gridCol w="2413000">
                  <a:extLst>
                    <a:ext uri="{9D8B030D-6E8A-4147-A177-3AD203B41FA5}">
                      <a16:colId xmlns:a16="http://schemas.microsoft.com/office/drawing/2014/main" val="2439502965"/>
                    </a:ext>
                  </a:extLst>
                </a:gridCol>
              </a:tblGrid>
              <a:tr h="560575">
                <a:tc>
                  <a:txBody>
                    <a:bodyPr/>
                    <a:lstStyle/>
                    <a:p>
                      <a:pPr marL="0" lvl="0" indent="0" algn="ctr" rtl="0">
                        <a:spcBef>
                          <a:spcPts val="0"/>
                        </a:spcBef>
                        <a:spcAft>
                          <a:spcPts val="0"/>
                        </a:spcAft>
                        <a:buNone/>
                      </a:pPr>
                      <a:r>
                        <a:rPr lang="en-US" b="1" dirty="0"/>
                        <a:t>Element</a:t>
                      </a:r>
                      <a:endParaRPr b="1" dirty="0"/>
                    </a:p>
                  </a:txBody>
                  <a:tcPr marL="91425" marR="91425" marT="91425" marB="91425"/>
                </a:tc>
                <a:tc>
                  <a:txBody>
                    <a:bodyPr/>
                    <a:lstStyle/>
                    <a:p>
                      <a:pPr marL="0" lvl="0" indent="0" algn="ctr" rtl="0">
                        <a:spcBef>
                          <a:spcPts val="0"/>
                        </a:spcBef>
                        <a:spcAft>
                          <a:spcPts val="0"/>
                        </a:spcAft>
                        <a:buNone/>
                      </a:pPr>
                      <a:r>
                        <a:rPr lang="en-US" b="1"/>
                        <a:t>Material</a:t>
                      </a:r>
                      <a:endParaRPr b="1"/>
                    </a:p>
                  </a:txBody>
                  <a:tcPr marL="91425" marR="91425" marT="91425" marB="91425"/>
                </a:tc>
                <a:tc>
                  <a:txBody>
                    <a:bodyPr/>
                    <a:lstStyle/>
                    <a:p>
                      <a:pPr marL="0" lvl="0" indent="0" algn="ctr" rtl="0">
                        <a:spcBef>
                          <a:spcPts val="0"/>
                        </a:spcBef>
                        <a:spcAft>
                          <a:spcPts val="0"/>
                        </a:spcAft>
                        <a:buNone/>
                      </a:pPr>
                      <a:r>
                        <a:rPr lang="en-US" b="1"/>
                        <a:t>Specifications</a:t>
                      </a:r>
                      <a:endParaRPr b="1"/>
                    </a:p>
                  </a:txBody>
                  <a:tcPr marL="91425" marR="91425" marT="91425" marB="91425"/>
                </a:tc>
                <a:extLst>
                  <a:ext uri="{0D108BD9-81ED-4DB2-BD59-A6C34878D82A}">
                    <a16:rowId xmlns:a16="http://schemas.microsoft.com/office/drawing/2014/main" val="3016234476"/>
                  </a:ext>
                </a:extLst>
              </a:tr>
              <a:tr h="560575">
                <a:tc>
                  <a:txBody>
                    <a:bodyPr/>
                    <a:lstStyle/>
                    <a:p>
                      <a:pPr marL="0" lvl="0" indent="0" algn="ctr" rtl="0">
                        <a:spcBef>
                          <a:spcPts val="0"/>
                        </a:spcBef>
                        <a:spcAft>
                          <a:spcPts val="0"/>
                        </a:spcAft>
                        <a:buNone/>
                      </a:pPr>
                      <a:r>
                        <a:rPr lang="en-US" dirty="0"/>
                        <a:t>I-beam</a:t>
                      </a:r>
                      <a:endParaRPr dirty="0"/>
                    </a:p>
                  </a:txBody>
                  <a:tcPr marL="91425" marR="91425" marT="91425" marB="91425"/>
                </a:tc>
                <a:tc>
                  <a:txBody>
                    <a:bodyPr/>
                    <a:lstStyle/>
                    <a:p>
                      <a:pPr marL="0" lvl="0" indent="0" algn="ctr" rtl="0">
                        <a:spcBef>
                          <a:spcPts val="0"/>
                        </a:spcBef>
                        <a:spcAft>
                          <a:spcPts val="0"/>
                        </a:spcAft>
                        <a:buNone/>
                      </a:pPr>
                      <a:r>
                        <a:rPr lang="en-US"/>
                        <a:t>Mild steel</a:t>
                      </a:r>
                      <a:endParaRPr/>
                    </a:p>
                  </a:txBody>
                  <a:tcPr marL="91425" marR="91425" marT="91425" marB="91425"/>
                </a:tc>
                <a:tc>
                  <a:txBody>
                    <a:bodyPr/>
                    <a:lstStyle/>
                    <a:p>
                      <a:pPr marL="0" lvl="0" indent="0" algn="ctr" rtl="0">
                        <a:spcBef>
                          <a:spcPts val="0"/>
                        </a:spcBef>
                        <a:spcAft>
                          <a:spcPts val="0"/>
                        </a:spcAft>
                        <a:buNone/>
                      </a:pPr>
                      <a:r>
                        <a:rPr lang="en-US"/>
                        <a:t>5”x 10”x 8mm</a:t>
                      </a:r>
                      <a:endParaRPr/>
                    </a:p>
                  </a:txBody>
                  <a:tcPr marL="91425" marR="91425" marT="91425" marB="91425"/>
                </a:tc>
                <a:extLst>
                  <a:ext uri="{0D108BD9-81ED-4DB2-BD59-A6C34878D82A}">
                    <a16:rowId xmlns:a16="http://schemas.microsoft.com/office/drawing/2014/main" val="2591408224"/>
                  </a:ext>
                </a:extLst>
              </a:tr>
              <a:tr h="560575">
                <a:tc>
                  <a:txBody>
                    <a:bodyPr/>
                    <a:lstStyle/>
                    <a:p>
                      <a:pPr marL="0" lvl="0" indent="0" algn="ctr" rtl="0">
                        <a:spcBef>
                          <a:spcPts val="0"/>
                        </a:spcBef>
                        <a:spcAft>
                          <a:spcPts val="0"/>
                        </a:spcAft>
                        <a:buNone/>
                      </a:pPr>
                      <a:r>
                        <a:rPr lang="en-US" dirty="0"/>
                        <a:t>I-joist</a:t>
                      </a:r>
                      <a:endParaRPr dirty="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a:solidFill>
                            <a:schemeClr val="dk1"/>
                          </a:solidFill>
                        </a:rPr>
                        <a:t>Mild steel</a:t>
                      </a:r>
                      <a:endParaRPr/>
                    </a:p>
                  </a:txBody>
                  <a:tcPr marL="91425" marR="91425" marT="91425" marB="91425"/>
                </a:tc>
                <a:tc>
                  <a:txBody>
                    <a:bodyPr/>
                    <a:lstStyle/>
                    <a:p>
                      <a:pPr marL="0" lvl="0" indent="0" algn="ctr" rtl="0">
                        <a:spcBef>
                          <a:spcPts val="0"/>
                        </a:spcBef>
                        <a:spcAft>
                          <a:spcPts val="0"/>
                        </a:spcAft>
                        <a:buNone/>
                      </a:pPr>
                      <a:r>
                        <a:rPr lang="en-US">
                          <a:solidFill>
                            <a:schemeClr val="dk1"/>
                          </a:solidFill>
                        </a:rPr>
                        <a:t>5”x 10”x 8mm</a:t>
                      </a:r>
                      <a:endParaRPr/>
                    </a:p>
                  </a:txBody>
                  <a:tcPr marL="91425" marR="91425" marT="91425" marB="91425"/>
                </a:tc>
                <a:extLst>
                  <a:ext uri="{0D108BD9-81ED-4DB2-BD59-A6C34878D82A}">
                    <a16:rowId xmlns:a16="http://schemas.microsoft.com/office/drawing/2014/main" val="2616213271"/>
                  </a:ext>
                </a:extLst>
              </a:tr>
              <a:tr h="560575">
                <a:tc>
                  <a:txBody>
                    <a:bodyPr/>
                    <a:lstStyle/>
                    <a:p>
                      <a:pPr marL="0" lvl="0" indent="0" algn="ctr" rtl="0">
                        <a:spcBef>
                          <a:spcPts val="0"/>
                        </a:spcBef>
                        <a:spcAft>
                          <a:spcPts val="0"/>
                        </a:spcAft>
                        <a:buNone/>
                      </a:pPr>
                      <a:r>
                        <a:rPr lang="en-US" dirty="0"/>
                        <a:t>U-channel</a:t>
                      </a:r>
                      <a:endParaRPr dirty="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dirty="0">
                          <a:solidFill>
                            <a:schemeClr val="dk1"/>
                          </a:solidFill>
                        </a:rPr>
                        <a:t>Mild steel</a:t>
                      </a:r>
                      <a:endParaRPr dirty="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a:solidFill>
                            <a:schemeClr val="dk1"/>
                          </a:solidFill>
                        </a:rPr>
                        <a:t>4”x 2”x 5mm </a:t>
                      </a:r>
                      <a:endParaRPr/>
                    </a:p>
                  </a:txBody>
                  <a:tcPr marL="91425" marR="91425" marT="91425" marB="91425"/>
                </a:tc>
                <a:extLst>
                  <a:ext uri="{0D108BD9-81ED-4DB2-BD59-A6C34878D82A}">
                    <a16:rowId xmlns:a16="http://schemas.microsoft.com/office/drawing/2014/main" val="2949294406"/>
                  </a:ext>
                </a:extLst>
              </a:tr>
              <a:tr h="560575">
                <a:tc>
                  <a:txBody>
                    <a:bodyPr/>
                    <a:lstStyle/>
                    <a:p>
                      <a:pPr marL="0" lvl="0" indent="0" algn="ctr" rtl="0">
                        <a:spcBef>
                          <a:spcPts val="0"/>
                        </a:spcBef>
                        <a:spcAft>
                          <a:spcPts val="0"/>
                        </a:spcAft>
                        <a:buNone/>
                      </a:pPr>
                      <a:r>
                        <a:rPr lang="en-US" dirty="0"/>
                        <a:t>MS checker plate</a:t>
                      </a:r>
                      <a:endParaRPr dirty="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dirty="0">
                          <a:solidFill>
                            <a:schemeClr val="dk1"/>
                          </a:solidFill>
                        </a:rPr>
                        <a:t>Mild steel</a:t>
                      </a:r>
                      <a:endParaRPr dirty="0"/>
                    </a:p>
                  </a:txBody>
                  <a:tcPr marL="91425" marR="91425" marT="91425" marB="91425"/>
                </a:tc>
                <a:tc>
                  <a:txBody>
                    <a:bodyPr/>
                    <a:lstStyle/>
                    <a:p>
                      <a:pPr marL="0" lvl="0" indent="0" algn="ctr" rtl="0">
                        <a:spcBef>
                          <a:spcPts val="0"/>
                        </a:spcBef>
                        <a:spcAft>
                          <a:spcPts val="0"/>
                        </a:spcAft>
                        <a:buNone/>
                      </a:pPr>
                      <a:r>
                        <a:rPr lang="en-US" dirty="0"/>
                        <a:t>5mm thick</a:t>
                      </a:r>
                      <a:endParaRPr dirty="0"/>
                    </a:p>
                  </a:txBody>
                  <a:tcPr marL="91425" marR="91425" marT="91425" marB="91425"/>
                </a:tc>
                <a:extLst>
                  <a:ext uri="{0D108BD9-81ED-4DB2-BD59-A6C34878D82A}">
                    <a16:rowId xmlns:a16="http://schemas.microsoft.com/office/drawing/2014/main" val="685062308"/>
                  </a:ext>
                </a:extLst>
              </a:tr>
            </a:tbl>
          </a:graphicData>
        </a:graphic>
      </p:graphicFrame>
    </p:spTree>
    <p:extLst>
      <p:ext uri="{BB962C8B-B14F-4D97-AF65-F5344CB8AC3E}">
        <p14:creationId xmlns:p14="http://schemas.microsoft.com/office/powerpoint/2010/main" val="4140155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70A4FBE-4DBA-3D75-17FE-455F6A52D273}"/>
              </a:ext>
            </a:extLst>
          </p:cNvPr>
          <p:cNvSpPr>
            <a:spLocks noGrp="1"/>
          </p:cNvSpPr>
          <p:nvPr>
            <p:ph type="sldNum" sz="quarter" idx="7"/>
          </p:nvPr>
        </p:nvSpPr>
        <p:spPr/>
        <p:txBody>
          <a:bodyPr/>
          <a:lstStyle/>
          <a:p>
            <a:fld id="{B6F15528-21DE-4FAA-801E-634DDDAF4B2B}" type="slidenum">
              <a:rPr lang="en-GB" smtClean="0"/>
              <a:t>34</a:t>
            </a:fld>
            <a:endParaRPr lang="en-GB"/>
          </a:p>
        </p:txBody>
      </p:sp>
      <p:pic>
        <p:nvPicPr>
          <p:cNvPr id="7" name="Picture 6">
            <a:extLst>
              <a:ext uri="{FF2B5EF4-FFF2-40B4-BE49-F238E27FC236}">
                <a16:creationId xmlns:a16="http://schemas.microsoft.com/office/drawing/2014/main" id="{8B2FEEC0-586C-9F38-1BC3-779633B243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5040" y="1138080"/>
            <a:ext cx="3501416" cy="1798109"/>
          </a:xfrm>
          <a:prstGeom prst="rect">
            <a:avLst/>
          </a:prstGeom>
        </p:spPr>
      </p:pic>
      <p:pic>
        <p:nvPicPr>
          <p:cNvPr id="9" name="Picture 8">
            <a:extLst>
              <a:ext uri="{FF2B5EF4-FFF2-40B4-BE49-F238E27FC236}">
                <a16:creationId xmlns:a16="http://schemas.microsoft.com/office/drawing/2014/main" id="{EC371AD7-A349-B4AE-98CC-AFB2E19366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9152" y="3405963"/>
            <a:ext cx="3111608" cy="1181752"/>
          </a:xfrm>
          <a:prstGeom prst="rect">
            <a:avLst/>
          </a:prstGeom>
        </p:spPr>
      </p:pic>
      <p:pic>
        <p:nvPicPr>
          <p:cNvPr id="11" name="Picture 10">
            <a:extLst>
              <a:ext uri="{FF2B5EF4-FFF2-40B4-BE49-F238E27FC236}">
                <a16:creationId xmlns:a16="http://schemas.microsoft.com/office/drawing/2014/main" id="{84BEA7FD-6310-B3CE-E595-2D4113AE6F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012" y="1710839"/>
            <a:ext cx="3954779" cy="2286000"/>
          </a:xfrm>
          <a:prstGeom prst="rect">
            <a:avLst/>
          </a:prstGeom>
        </p:spPr>
      </p:pic>
      <p:sp>
        <p:nvSpPr>
          <p:cNvPr id="12" name="Callout: Up Arrow 11">
            <a:extLst>
              <a:ext uri="{FF2B5EF4-FFF2-40B4-BE49-F238E27FC236}">
                <a16:creationId xmlns:a16="http://schemas.microsoft.com/office/drawing/2014/main" id="{2D8C35DA-C315-5E61-AD61-08146E336807}"/>
              </a:ext>
            </a:extLst>
          </p:cNvPr>
          <p:cNvSpPr/>
          <p:nvPr/>
        </p:nvSpPr>
        <p:spPr>
          <a:xfrm>
            <a:off x="5359346" y="1817162"/>
            <a:ext cx="914400" cy="1353914"/>
          </a:xfrm>
          <a:prstGeom prst="upArrowCallout">
            <a:avLst>
              <a:gd name="adj1" fmla="val 11047"/>
              <a:gd name="adj2" fmla="val 13372"/>
              <a:gd name="adj3" fmla="val 18023"/>
              <a:gd name="adj4" fmla="val 16609"/>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I-Joist</a:t>
            </a:r>
            <a:endParaRPr lang="en-GB" dirty="0">
              <a:solidFill>
                <a:schemeClr val="tx1"/>
              </a:solidFill>
            </a:endParaRPr>
          </a:p>
        </p:txBody>
      </p:sp>
      <p:sp>
        <p:nvSpPr>
          <p:cNvPr id="13" name="Callout: Up Arrow 12">
            <a:extLst>
              <a:ext uri="{FF2B5EF4-FFF2-40B4-BE49-F238E27FC236}">
                <a16:creationId xmlns:a16="http://schemas.microsoft.com/office/drawing/2014/main" id="{D763D495-D537-EA0B-1381-571F86E5113D}"/>
              </a:ext>
            </a:extLst>
          </p:cNvPr>
          <p:cNvSpPr/>
          <p:nvPr/>
        </p:nvSpPr>
        <p:spPr>
          <a:xfrm rot="16200000">
            <a:off x="7231197" y="1568392"/>
            <a:ext cx="877986" cy="709980"/>
          </a:xfrm>
          <a:prstGeom prst="upArrowCallout">
            <a:avLst>
              <a:gd name="adj1" fmla="val 11047"/>
              <a:gd name="adj2" fmla="val 13372"/>
              <a:gd name="adj3" fmla="val 20349"/>
              <a:gd name="adj4" fmla="val 36078"/>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I-Beam</a:t>
            </a:r>
          </a:p>
        </p:txBody>
      </p:sp>
      <p:sp>
        <p:nvSpPr>
          <p:cNvPr id="15" name="Callout: Up Arrow 14">
            <a:extLst>
              <a:ext uri="{FF2B5EF4-FFF2-40B4-BE49-F238E27FC236}">
                <a16:creationId xmlns:a16="http://schemas.microsoft.com/office/drawing/2014/main" id="{D67D0004-6484-1371-29BA-C691AEBE66CC}"/>
              </a:ext>
            </a:extLst>
          </p:cNvPr>
          <p:cNvSpPr/>
          <p:nvPr/>
        </p:nvSpPr>
        <p:spPr>
          <a:xfrm rot="16200000">
            <a:off x="6900402" y="3317358"/>
            <a:ext cx="1330166" cy="1210550"/>
          </a:xfrm>
          <a:prstGeom prst="upArrowCallout">
            <a:avLst>
              <a:gd name="adj1" fmla="val 11047"/>
              <a:gd name="adj2" fmla="val 13372"/>
              <a:gd name="adj3" fmla="val 20349"/>
              <a:gd name="adj4" fmla="val 25096"/>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U-Channel</a:t>
            </a:r>
          </a:p>
        </p:txBody>
      </p:sp>
      <p:sp>
        <p:nvSpPr>
          <p:cNvPr id="16" name="Callout: Up Arrow 15">
            <a:extLst>
              <a:ext uri="{FF2B5EF4-FFF2-40B4-BE49-F238E27FC236}">
                <a16:creationId xmlns:a16="http://schemas.microsoft.com/office/drawing/2014/main" id="{C334E0CE-BF33-FA92-A210-D5012F9D11DB}"/>
              </a:ext>
            </a:extLst>
          </p:cNvPr>
          <p:cNvSpPr/>
          <p:nvPr/>
        </p:nvSpPr>
        <p:spPr>
          <a:xfrm>
            <a:off x="2851422" y="2975128"/>
            <a:ext cx="1844039" cy="1021711"/>
          </a:xfrm>
          <a:prstGeom prst="upArrowCallout">
            <a:avLst>
              <a:gd name="adj1" fmla="val 11047"/>
              <a:gd name="adj2" fmla="val 13372"/>
              <a:gd name="adj3" fmla="val 18023"/>
              <a:gd name="adj4" fmla="val 31178"/>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MS checker plate</a:t>
            </a:r>
          </a:p>
        </p:txBody>
      </p:sp>
      <p:sp>
        <p:nvSpPr>
          <p:cNvPr id="20" name="Google Shape;1348;p47">
            <a:extLst>
              <a:ext uri="{FF2B5EF4-FFF2-40B4-BE49-F238E27FC236}">
                <a16:creationId xmlns:a16="http://schemas.microsoft.com/office/drawing/2014/main" id="{A8E024A7-3B69-7C85-D261-00C577F84E90}"/>
              </a:ext>
            </a:extLst>
          </p:cNvPr>
          <p:cNvSpPr txBox="1"/>
          <p:nvPr/>
        </p:nvSpPr>
        <p:spPr>
          <a:xfrm>
            <a:off x="1295400" y="354290"/>
            <a:ext cx="7696200" cy="738633"/>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3600"/>
              <a:buFont typeface="Times New Roman"/>
              <a:buNone/>
            </a:pPr>
            <a:r>
              <a:rPr lang="en-US" sz="3600" b="1" dirty="0">
                <a:solidFill>
                  <a:schemeClr val="dk1"/>
                </a:solidFill>
              </a:rPr>
              <a:t>    </a:t>
            </a:r>
            <a:r>
              <a:rPr lang="en-US" sz="3200" b="1" dirty="0">
                <a:solidFill>
                  <a:schemeClr val="dk1"/>
                </a:solidFill>
              </a:rPr>
              <a:t>Structural Elements: Key Uses</a:t>
            </a:r>
            <a:endParaRPr sz="3200" b="1"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41345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anim calcmode="lin" valueType="num">
                                      <p:cBhvr>
                                        <p:cTn id="17" dur="1000" fill="hold"/>
                                        <p:tgtEl>
                                          <p:spTgt spid="13"/>
                                        </p:tgtEl>
                                        <p:attrNameLst>
                                          <p:attrName>ppt_x</p:attrName>
                                        </p:attrNameLst>
                                      </p:cBhvr>
                                      <p:tavLst>
                                        <p:tav tm="0">
                                          <p:val>
                                            <p:strVal val="#ppt_x"/>
                                          </p:val>
                                        </p:tav>
                                        <p:tav tm="100000">
                                          <p:val>
                                            <p:strVal val="#ppt_x"/>
                                          </p:val>
                                        </p:tav>
                                      </p:tavLst>
                                    </p:anim>
                                    <p:anim calcmode="lin" valueType="num">
                                      <p:cBhvr>
                                        <p:cTn id="1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64"/>
        <p:cNvGrpSpPr/>
        <p:nvPr/>
      </p:nvGrpSpPr>
      <p:grpSpPr>
        <a:xfrm>
          <a:off x="0" y="0"/>
          <a:ext cx="0" cy="0"/>
          <a:chOff x="0" y="0"/>
          <a:chExt cx="0" cy="0"/>
        </a:xfrm>
      </p:grpSpPr>
      <p:sp>
        <p:nvSpPr>
          <p:cNvPr id="1365" name="Google Shape;1365;p48"/>
          <p:cNvSpPr/>
          <p:nvPr/>
        </p:nvSpPr>
        <p:spPr>
          <a:xfrm>
            <a:off x="8496300" y="0"/>
            <a:ext cx="647700" cy="5142344"/>
          </a:xfrm>
          <a:custGeom>
            <a:avLst/>
            <a:gdLst/>
            <a:ahLst/>
            <a:cxnLst/>
            <a:rect l="l" t="t" r="r" b="b"/>
            <a:pathLst>
              <a:path w="647700" h="4874260" extrusionOk="0">
                <a:moveTo>
                  <a:pt x="0" y="4873752"/>
                </a:moveTo>
                <a:lnTo>
                  <a:pt x="647700" y="4873752"/>
                </a:lnTo>
                <a:lnTo>
                  <a:pt x="647700" y="0"/>
                </a:lnTo>
                <a:lnTo>
                  <a:pt x="0" y="0"/>
                </a:lnTo>
                <a:lnTo>
                  <a:pt x="0" y="4873752"/>
                </a:lnTo>
                <a:close/>
              </a:path>
            </a:pathLst>
          </a:custGeom>
          <a:solidFill>
            <a:srgbClr val="D2D2D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6" name="Google Shape;1366;p48"/>
          <p:cNvSpPr/>
          <p:nvPr/>
        </p:nvSpPr>
        <p:spPr>
          <a:xfrm>
            <a:off x="8964168" y="3128772"/>
            <a:ext cx="36829" cy="35560"/>
          </a:xfrm>
          <a:custGeom>
            <a:avLst/>
            <a:gdLst/>
            <a:ahLst/>
            <a:cxnLst/>
            <a:rect l="l" t="t" r="r" b="b"/>
            <a:pathLst>
              <a:path w="36829" h="35560" extrusionOk="0">
                <a:moveTo>
                  <a:pt x="28448" y="0"/>
                </a:moveTo>
                <a:lnTo>
                  <a:pt x="8127" y="0"/>
                </a:lnTo>
                <a:lnTo>
                  <a:pt x="0" y="7873"/>
                </a:lnTo>
                <a:lnTo>
                  <a:pt x="0" y="27177"/>
                </a:lnTo>
                <a:lnTo>
                  <a:pt x="8127" y="35051"/>
                </a:lnTo>
                <a:lnTo>
                  <a:pt x="28448" y="35051"/>
                </a:lnTo>
                <a:lnTo>
                  <a:pt x="36575" y="27177"/>
                </a:lnTo>
                <a:lnTo>
                  <a:pt x="36575" y="17525"/>
                </a:lnTo>
                <a:lnTo>
                  <a:pt x="36575" y="7873"/>
                </a:lnTo>
                <a:lnTo>
                  <a:pt x="2844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7" name="Google Shape;1367;p48"/>
          <p:cNvSpPr/>
          <p:nvPr/>
        </p:nvSpPr>
        <p:spPr>
          <a:xfrm>
            <a:off x="8964168" y="3488435"/>
            <a:ext cx="36829" cy="36829"/>
          </a:xfrm>
          <a:custGeom>
            <a:avLst/>
            <a:gdLst/>
            <a:ahLst/>
            <a:cxnLst/>
            <a:rect l="l" t="t" r="r" b="b"/>
            <a:pathLst>
              <a:path w="36829" h="36829" extrusionOk="0">
                <a:moveTo>
                  <a:pt x="18287" y="0"/>
                </a:moveTo>
                <a:lnTo>
                  <a:pt x="11144" y="1428"/>
                </a:lnTo>
                <a:lnTo>
                  <a:pt x="5333" y="5334"/>
                </a:lnTo>
                <a:lnTo>
                  <a:pt x="1428" y="11144"/>
                </a:lnTo>
                <a:lnTo>
                  <a:pt x="0" y="18287"/>
                </a:lnTo>
                <a:lnTo>
                  <a:pt x="1428" y="25431"/>
                </a:lnTo>
                <a:lnTo>
                  <a:pt x="5333" y="31241"/>
                </a:lnTo>
                <a:lnTo>
                  <a:pt x="11144" y="35147"/>
                </a:lnTo>
                <a:lnTo>
                  <a:pt x="18287" y="36575"/>
                </a:lnTo>
                <a:lnTo>
                  <a:pt x="25431" y="35147"/>
                </a:lnTo>
                <a:lnTo>
                  <a:pt x="31241" y="31241"/>
                </a:lnTo>
                <a:lnTo>
                  <a:pt x="35147" y="25431"/>
                </a:lnTo>
                <a:lnTo>
                  <a:pt x="36575" y="18287"/>
                </a:lnTo>
                <a:lnTo>
                  <a:pt x="35147" y="11144"/>
                </a:lnTo>
                <a:lnTo>
                  <a:pt x="31242" y="5333"/>
                </a:lnTo>
                <a:lnTo>
                  <a:pt x="25431" y="1428"/>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8" name="Google Shape;1368;p48"/>
          <p:cNvSpPr/>
          <p:nvPr/>
        </p:nvSpPr>
        <p:spPr>
          <a:xfrm>
            <a:off x="8964168" y="3848100"/>
            <a:ext cx="36829" cy="36829"/>
          </a:xfrm>
          <a:custGeom>
            <a:avLst/>
            <a:gdLst/>
            <a:ahLst/>
            <a:cxnLst/>
            <a:rect l="l" t="t" r="r" b="b"/>
            <a:pathLst>
              <a:path w="36829" h="36829" extrusionOk="0">
                <a:moveTo>
                  <a:pt x="18287" y="0"/>
                </a:moveTo>
                <a:lnTo>
                  <a:pt x="11144" y="1428"/>
                </a:lnTo>
                <a:lnTo>
                  <a:pt x="5333" y="5334"/>
                </a:lnTo>
                <a:lnTo>
                  <a:pt x="1428" y="11144"/>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44"/>
                </a:lnTo>
                <a:lnTo>
                  <a:pt x="31242" y="5334"/>
                </a:lnTo>
                <a:lnTo>
                  <a:pt x="25431" y="1428"/>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9" name="Google Shape;1369;p48"/>
          <p:cNvSpPr/>
          <p:nvPr/>
        </p:nvSpPr>
        <p:spPr>
          <a:xfrm>
            <a:off x="8964168" y="4207764"/>
            <a:ext cx="36829" cy="36829"/>
          </a:xfrm>
          <a:custGeom>
            <a:avLst/>
            <a:gdLst/>
            <a:ahLst/>
            <a:cxnLst/>
            <a:rect l="l" t="t" r="r" b="b"/>
            <a:pathLst>
              <a:path w="36829" h="36829" extrusionOk="0">
                <a:moveTo>
                  <a:pt x="18287" y="0"/>
                </a:moveTo>
                <a:lnTo>
                  <a:pt x="11144" y="1437"/>
                </a:lnTo>
                <a:lnTo>
                  <a:pt x="5333" y="5357"/>
                </a:lnTo>
                <a:lnTo>
                  <a:pt x="1428" y="11171"/>
                </a:lnTo>
                <a:lnTo>
                  <a:pt x="0" y="18288"/>
                </a:lnTo>
                <a:lnTo>
                  <a:pt x="1428" y="25404"/>
                </a:lnTo>
                <a:lnTo>
                  <a:pt x="5333" y="31218"/>
                </a:lnTo>
                <a:lnTo>
                  <a:pt x="11144" y="35138"/>
                </a:lnTo>
                <a:lnTo>
                  <a:pt x="18287" y="36576"/>
                </a:lnTo>
                <a:lnTo>
                  <a:pt x="25431" y="35138"/>
                </a:lnTo>
                <a:lnTo>
                  <a:pt x="31241" y="31218"/>
                </a:lnTo>
                <a:lnTo>
                  <a:pt x="35147" y="25404"/>
                </a:lnTo>
                <a:lnTo>
                  <a:pt x="36575" y="18288"/>
                </a:lnTo>
                <a:lnTo>
                  <a:pt x="35147" y="11171"/>
                </a:lnTo>
                <a:lnTo>
                  <a:pt x="31242" y="5357"/>
                </a:lnTo>
                <a:lnTo>
                  <a:pt x="25431" y="1437"/>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0" name="Google Shape;1370;p48"/>
          <p:cNvSpPr/>
          <p:nvPr/>
        </p:nvSpPr>
        <p:spPr>
          <a:xfrm>
            <a:off x="8639556" y="3128772"/>
            <a:ext cx="36829" cy="35560"/>
          </a:xfrm>
          <a:custGeom>
            <a:avLst/>
            <a:gdLst/>
            <a:ahLst/>
            <a:cxnLst/>
            <a:rect l="l" t="t" r="r" b="b"/>
            <a:pathLst>
              <a:path w="36829" h="35560" extrusionOk="0">
                <a:moveTo>
                  <a:pt x="28448" y="0"/>
                </a:moveTo>
                <a:lnTo>
                  <a:pt x="8127" y="0"/>
                </a:lnTo>
                <a:lnTo>
                  <a:pt x="0" y="7873"/>
                </a:lnTo>
                <a:lnTo>
                  <a:pt x="0" y="27177"/>
                </a:lnTo>
                <a:lnTo>
                  <a:pt x="8127" y="35051"/>
                </a:lnTo>
                <a:lnTo>
                  <a:pt x="28448" y="35051"/>
                </a:lnTo>
                <a:lnTo>
                  <a:pt x="36575" y="27177"/>
                </a:lnTo>
                <a:lnTo>
                  <a:pt x="36575" y="17525"/>
                </a:lnTo>
                <a:lnTo>
                  <a:pt x="36575" y="7873"/>
                </a:lnTo>
                <a:lnTo>
                  <a:pt x="2844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1" name="Google Shape;1371;p48"/>
          <p:cNvSpPr/>
          <p:nvPr/>
        </p:nvSpPr>
        <p:spPr>
          <a:xfrm>
            <a:off x="8639556" y="3488435"/>
            <a:ext cx="36829" cy="36829"/>
          </a:xfrm>
          <a:custGeom>
            <a:avLst/>
            <a:gdLst/>
            <a:ahLst/>
            <a:cxnLst/>
            <a:rect l="l" t="t" r="r" b="b"/>
            <a:pathLst>
              <a:path w="36829" h="36829" extrusionOk="0">
                <a:moveTo>
                  <a:pt x="18288" y="0"/>
                </a:moveTo>
                <a:lnTo>
                  <a:pt x="11144" y="1428"/>
                </a:lnTo>
                <a:lnTo>
                  <a:pt x="5334" y="5334"/>
                </a:lnTo>
                <a:lnTo>
                  <a:pt x="1428" y="11144"/>
                </a:lnTo>
                <a:lnTo>
                  <a:pt x="0" y="18287"/>
                </a:lnTo>
                <a:lnTo>
                  <a:pt x="1428" y="25431"/>
                </a:lnTo>
                <a:lnTo>
                  <a:pt x="5333" y="31241"/>
                </a:lnTo>
                <a:lnTo>
                  <a:pt x="11144" y="35147"/>
                </a:lnTo>
                <a:lnTo>
                  <a:pt x="18288" y="36575"/>
                </a:lnTo>
                <a:lnTo>
                  <a:pt x="25431" y="35147"/>
                </a:lnTo>
                <a:lnTo>
                  <a:pt x="31242" y="31241"/>
                </a:lnTo>
                <a:lnTo>
                  <a:pt x="35147" y="25431"/>
                </a:lnTo>
                <a:lnTo>
                  <a:pt x="36575" y="18287"/>
                </a:lnTo>
                <a:lnTo>
                  <a:pt x="35147" y="11144"/>
                </a:lnTo>
                <a:lnTo>
                  <a:pt x="31242" y="5333"/>
                </a:lnTo>
                <a:lnTo>
                  <a:pt x="25431" y="1428"/>
                </a:lnTo>
                <a:lnTo>
                  <a:pt x="1828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2" name="Google Shape;1372;p48"/>
          <p:cNvSpPr/>
          <p:nvPr/>
        </p:nvSpPr>
        <p:spPr>
          <a:xfrm>
            <a:off x="8639556" y="3848100"/>
            <a:ext cx="36829" cy="36829"/>
          </a:xfrm>
          <a:custGeom>
            <a:avLst/>
            <a:gdLst/>
            <a:ahLst/>
            <a:cxnLst/>
            <a:rect l="l" t="t" r="r" b="b"/>
            <a:pathLst>
              <a:path w="36829" h="36829" extrusionOk="0">
                <a:moveTo>
                  <a:pt x="18288" y="0"/>
                </a:moveTo>
                <a:lnTo>
                  <a:pt x="11144" y="1428"/>
                </a:lnTo>
                <a:lnTo>
                  <a:pt x="5334" y="5334"/>
                </a:lnTo>
                <a:lnTo>
                  <a:pt x="1428" y="11144"/>
                </a:lnTo>
                <a:lnTo>
                  <a:pt x="0" y="18287"/>
                </a:lnTo>
                <a:lnTo>
                  <a:pt x="1428" y="25404"/>
                </a:lnTo>
                <a:lnTo>
                  <a:pt x="5333"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3" name="Google Shape;1373;p48"/>
          <p:cNvSpPr/>
          <p:nvPr/>
        </p:nvSpPr>
        <p:spPr>
          <a:xfrm>
            <a:off x="8639556" y="4207764"/>
            <a:ext cx="36829" cy="36829"/>
          </a:xfrm>
          <a:custGeom>
            <a:avLst/>
            <a:gdLst/>
            <a:ahLst/>
            <a:cxnLst/>
            <a:rect l="l" t="t" r="r" b="b"/>
            <a:pathLst>
              <a:path w="36829" h="36829" extrusionOk="0">
                <a:moveTo>
                  <a:pt x="18288" y="0"/>
                </a:moveTo>
                <a:lnTo>
                  <a:pt x="11144" y="1437"/>
                </a:lnTo>
                <a:lnTo>
                  <a:pt x="5334" y="5357"/>
                </a:lnTo>
                <a:lnTo>
                  <a:pt x="1428" y="11171"/>
                </a:lnTo>
                <a:lnTo>
                  <a:pt x="0" y="18288"/>
                </a:lnTo>
                <a:lnTo>
                  <a:pt x="1428" y="25404"/>
                </a:lnTo>
                <a:lnTo>
                  <a:pt x="5333"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4" name="Google Shape;1374;p48"/>
          <p:cNvSpPr/>
          <p:nvPr/>
        </p:nvSpPr>
        <p:spPr>
          <a:xfrm>
            <a:off x="467868" y="539495"/>
            <a:ext cx="36829" cy="36829"/>
          </a:xfrm>
          <a:custGeom>
            <a:avLst/>
            <a:gdLst/>
            <a:ahLst/>
            <a:cxnLst/>
            <a:rect l="l" t="t" r="r" b="b"/>
            <a:pathLst>
              <a:path w="36829" h="36829" extrusionOk="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5" name="Google Shape;1375;p48"/>
          <p:cNvSpPr/>
          <p:nvPr/>
        </p:nvSpPr>
        <p:spPr>
          <a:xfrm>
            <a:off x="467868" y="899160"/>
            <a:ext cx="36829" cy="36830"/>
          </a:xfrm>
          <a:custGeom>
            <a:avLst/>
            <a:gdLst/>
            <a:ahLst/>
            <a:cxnLst/>
            <a:rect l="l" t="t" r="r" b="b"/>
            <a:pathLst>
              <a:path w="36829" h="36830" extrusionOk="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6" name="Google Shape;1376;p48"/>
          <p:cNvSpPr/>
          <p:nvPr/>
        </p:nvSpPr>
        <p:spPr>
          <a:xfrm>
            <a:off x="467868" y="1260347"/>
            <a:ext cx="36829" cy="35559"/>
          </a:xfrm>
          <a:custGeom>
            <a:avLst/>
            <a:gdLst/>
            <a:ahLst/>
            <a:cxnLst/>
            <a:rect l="l" t="t" r="r" b="b"/>
            <a:pathLst>
              <a:path w="36829" h="35559" extrusionOk="0">
                <a:moveTo>
                  <a:pt x="28384" y="0"/>
                </a:moveTo>
                <a:lnTo>
                  <a:pt x="8191" y="0"/>
                </a:lnTo>
                <a:lnTo>
                  <a:pt x="0" y="7874"/>
                </a:lnTo>
                <a:lnTo>
                  <a:pt x="0" y="27177"/>
                </a:lnTo>
                <a:lnTo>
                  <a:pt x="8191" y="35051"/>
                </a:lnTo>
                <a:lnTo>
                  <a:pt x="28384" y="35051"/>
                </a:lnTo>
                <a:lnTo>
                  <a:pt x="36575" y="27177"/>
                </a:lnTo>
                <a:lnTo>
                  <a:pt x="36575" y="17525"/>
                </a:lnTo>
                <a:lnTo>
                  <a:pt x="36575" y="7874"/>
                </a:lnTo>
                <a:lnTo>
                  <a:pt x="28384"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7" name="Google Shape;1377;p48"/>
          <p:cNvSpPr/>
          <p:nvPr/>
        </p:nvSpPr>
        <p:spPr>
          <a:xfrm>
            <a:off x="467868" y="1620011"/>
            <a:ext cx="36829" cy="36830"/>
          </a:xfrm>
          <a:custGeom>
            <a:avLst/>
            <a:gdLst/>
            <a:ahLst/>
            <a:cxnLst/>
            <a:rect l="l" t="t" r="r" b="b"/>
            <a:pathLst>
              <a:path w="36829" h="36830" extrusionOk="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8" name="Google Shape;1378;p48"/>
          <p:cNvSpPr/>
          <p:nvPr/>
        </p:nvSpPr>
        <p:spPr>
          <a:xfrm>
            <a:off x="467868" y="1979676"/>
            <a:ext cx="36829" cy="36830"/>
          </a:xfrm>
          <a:custGeom>
            <a:avLst/>
            <a:gdLst/>
            <a:ahLst/>
            <a:cxnLst/>
            <a:rect l="l" t="t" r="r" b="b"/>
            <a:pathLst>
              <a:path w="36829" h="36830" extrusionOk="0">
                <a:moveTo>
                  <a:pt x="18287" y="0"/>
                </a:moveTo>
                <a:lnTo>
                  <a:pt x="11171" y="1428"/>
                </a:lnTo>
                <a:lnTo>
                  <a:pt x="5357" y="5334"/>
                </a:lnTo>
                <a:lnTo>
                  <a:pt x="1437" y="11144"/>
                </a:lnTo>
                <a:lnTo>
                  <a:pt x="0" y="18287"/>
                </a:lnTo>
                <a:lnTo>
                  <a:pt x="1437" y="25431"/>
                </a:lnTo>
                <a:lnTo>
                  <a:pt x="5357" y="31242"/>
                </a:lnTo>
                <a:lnTo>
                  <a:pt x="11171" y="35147"/>
                </a:lnTo>
                <a:lnTo>
                  <a:pt x="18287" y="36575"/>
                </a:lnTo>
                <a:lnTo>
                  <a:pt x="25404" y="35147"/>
                </a:lnTo>
                <a:lnTo>
                  <a:pt x="31218" y="31241"/>
                </a:lnTo>
                <a:lnTo>
                  <a:pt x="35138" y="25431"/>
                </a:lnTo>
                <a:lnTo>
                  <a:pt x="36575" y="18287"/>
                </a:lnTo>
                <a:lnTo>
                  <a:pt x="35138" y="11144"/>
                </a:lnTo>
                <a:lnTo>
                  <a:pt x="31218" y="5333"/>
                </a:lnTo>
                <a:lnTo>
                  <a:pt x="25404" y="1428"/>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9" name="Google Shape;1379;p48"/>
          <p:cNvSpPr/>
          <p:nvPr/>
        </p:nvSpPr>
        <p:spPr>
          <a:xfrm>
            <a:off x="144779" y="539495"/>
            <a:ext cx="35560" cy="36829"/>
          </a:xfrm>
          <a:custGeom>
            <a:avLst/>
            <a:gdLst/>
            <a:ahLst/>
            <a:cxnLst/>
            <a:rect l="l" t="t" r="r" b="b"/>
            <a:pathLst>
              <a:path w="35560" h="36829" extrusionOk="0">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0" name="Google Shape;1380;p48"/>
          <p:cNvSpPr/>
          <p:nvPr/>
        </p:nvSpPr>
        <p:spPr>
          <a:xfrm>
            <a:off x="144779" y="899160"/>
            <a:ext cx="35560" cy="36830"/>
          </a:xfrm>
          <a:custGeom>
            <a:avLst/>
            <a:gdLst/>
            <a:ahLst/>
            <a:cxnLst/>
            <a:rect l="l" t="t" r="r" b="b"/>
            <a:pathLst>
              <a:path w="35560" h="36830" extrusionOk="0">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1" name="Google Shape;1381;p48"/>
          <p:cNvSpPr/>
          <p:nvPr/>
        </p:nvSpPr>
        <p:spPr>
          <a:xfrm>
            <a:off x="144779" y="1260347"/>
            <a:ext cx="35560" cy="35559"/>
          </a:xfrm>
          <a:custGeom>
            <a:avLst/>
            <a:gdLst/>
            <a:ahLst/>
            <a:cxnLst/>
            <a:rect l="l" t="t" r="r" b="b"/>
            <a:pathLst>
              <a:path w="35560" h="35559" extrusionOk="0">
                <a:moveTo>
                  <a:pt x="27203" y="0"/>
                </a:moveTo>
                <a:lnTo>
                  <a:pt x="7848" y="0"/>
                </a:lnTo>
                <a:lnTo>
                  <a:pt x="0" y="7874"/>
                </a:lnTo>
                <a:lnTo>
                  <a:pt x="0" y="27177"/>
                </a:lnTo>
                <a:lnTo>
                  <a:pt x="7848" y="35051"/>
                </a:lnTo>
                <a:lnTo>
                  <a:pt x="27203" y="35051"/>
                </a:lnTo>
                <a:lnTo>
                  <a:pt x="35052" y="27177"/>
                </a:lnTo>
                <a:lnTo>
                  <a:pt x="35052" y="17525"/>
                </a:lnTo>
                <a:lnTo>
                  <a:pt x="35052" y="7874"/>
                </a:lnTo>
                <a:lnTo>
                  <a:pt x="27203"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2" name="Google Shape;1382;p48"/>
          <p:cNvSpPr/>
          <p:nvPr/>
        </p:nvSpPr>
        <p:spPr>
          <a:xfrm>
            <a:off x="144779" y="1620011"/>
            <a:ext cx="35560" cy="36830"/>
          </a:xfrm>
          <a:custGeom>
            <a:avLst/>
            <a:gdLst/>
            <a:ahLst/>
            <a:cxnLst/>
            <a:rect l="l" t="t" r="r" b="b"/>
            <a:pathLst>
              <a:path w="35560" h="36830" extrusionOk="0">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3" name="Google Shape;1383;p48"/>
          <p:cNvSpPr/>
          <p:nvPr/>
        </p:nvSpPr>
        <p:spPr>
          <a:xfrm>
            <a:off x="144779" y="1979676"/>
            <a:ext cx="35560" cy="36830"/>
          </a:xfrm>
          <a:custGeom>
            <a:avLst/>
            <a:gdLst/>
            <a:ahLst/>
            <a:cxnLst/>
            <a:rect l="l" t="t" r="r" b="b"/>
            <a:pathLst>
              <a:path w="35560" h="36830" extrusionOk="0">
                <a:moveTo>
                  <a:pt x="27203" y="0"/>
                </a:moveTo>
                <a:lnTo>
                  <a:pt x="7848" y="0"/>
                </a:lnTo>
                <a:lnTo>
                  <a:pt x="0" y="8128"/>
                </a:lnTo>
                <a:lnTo>
                  <a:pt x="0" y="28448"/>
                </a:lnTo>
                <a:lnTo>
                  <a:pt x="7848" y="36575"/>
                </a:lnTo>
                <a:lnTo>
                  <a:pt x="27203" y="36575"/>
                </a:lnTo>
                <a:lnTo>
                  <a:pt x="35052" y="28448"/>
                </a:lnTo>
                <a:lnTo>
                  <a:pt x="35052" y="18287"/>
                </a:lnTo>
                <a:lnTo>
                  <a:pt x="35052" y="8128"/>
                </a:lnTo>
                <a:lnTo>
                  <a:pt x="27203"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4" name="Google Shape;1384;p48"/>
          <p:cNvSpPr/>
          <p:nvPr/>
        </p:nvSpPr>
        <p:spPr>
          <a:xfrm>
            <a:off x="5364479" y="4963667"/>
            <a:ext cx="180339" cy="180339"/>
          </a:xfrm>
          <a:custGeom>
            <a:avLst/>
            <a:gdLst/>
            <a:ahLst/>
            <a:cxnLst/>
            <a:rect l="l" t="t" r="r" b="b"/>
            <a:pathLst>
              <a:path w="180339" h="180339" extrusionOk="0">
                <a:moveTo>
                  <a:pt x="179832" y="0"/>
                </a:moveTo>
                <a:lnTo>
                  <a:pt x="0" y="0"/>
                </a:lnTo>
                <a:lnTo>
                  <a:pt x="0" y="179831"/>
                </a:lnTo>
                <a:lnTo>
                  <a:pt x="179832" y="179831"/>
                </a:lnTo>
                <a:lnTo>
                  <a:pt x="179832" y="0"/>
                </a:lnTo>
                <a:close/>
              </a:path>
            </a:pathLst>
          </a:custGeom>
          <a:solidFill>
            <a:srgbClr val="4475C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5" name="Google Shape;1385;p48"/>
          <p:cNvSpPr/>
          <p:nvPr/>
        </p:nvSpPr>
        <p:spPr>
          <a:xfrm>
            <a:off x="7523988" y="0"/>
            <a:ext cx="180340" cy="180340"/>
          </a:xfrm>
          <a:custGeom>
            <a:avLst/>
            <a:gdLst/>
            <a:ahLst/>
            <a:cxnLst/>
            <a:rect l="l" t="t" r="r" b="b"/>
            <a:pathLst>
              <a:path w="180340" h="180340" extrusionOk="0">
                <a:moveTo>
                  <a:pt x="179831" y="0"/>
                </a:moveTo>
                <a:lnTo>
                  <a:pt x="0" y="0"/>
                </a:lnTo>
                <a:lnTo>
                  <a:pt x="0" y="179832"/>
                </a:lnTo>
                <a:lnTo>
                  <a:pt x="179831" y="179832"/>
                </a:lnTo>
                <a:lnTo>
                  <a:pt x="179831" y="0"/>
                </a:lnTo>
                <a:close/>
              </a:path>
            </a:pathLst>
          </a:custGeom>
          <a:solidFill>
            <a:srgbClr val="4475C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6" name="Google Shape;1386;p48"/>
          <p:cNvSpPr/>
          <p:nvPr/>
        </p:nvSpPr>
        <p:spPr>
          <a:xfrm>
            <a:off x="7164323" y="0"/>
            <a:ext cx="180340" cy="180340"/>
          </a:xfrm>
          <a:custGeom>
            <a:avLst/>
            <a:gdLst/>
            <a:ahLst/>
            <a:cxnLst/>
            <a:rect l="l" t="t" r="r" b="b"/>
            <a:pathLst>
              <a:path w="180340" h="180340" extrusionOk="0">
                <a:moveTo>
                  <a:pt x="179831" y="0"/>
                </a:moveTo>
                <a:lnTo>
                  <a:pt x="0" y="0"/>
                </a:lnTo>
                <a:lnTo>
                  <a:pt x="0" y="179832"/>
                </a:lnTo>
                <a:lnTo>
                  <a:pt x="179831" y="179832"/>
                </a:lnTo>
                <a:lnTo>
                  <a:pt x="179831" y="0"/>
                </a:lnTo>
                <a:close/>
              </a:path>
            </a:pathLst>
          </a:custGeom>
          <a:solidFill>
            <a:srgbClr val="4475C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7" name="Google Shape;1387;p48"/>
          <p:cNvSpPr/>
          <p:nvPr/>
        </p:nvSpPr>
        <p:spPr>
          <a:xfrm>
            <a:off x="1078991" y="5018532"/>
            <a:ext cx="36830" cy="35560"/>
          </a:xfrm>
          <a:custGeom>
            <a:avLst/>
            <a:gdLst/>
            <a:ahLst/>
            <a:cxnLst/>
            <a:rect l="l" t="t" r="r" b="b"/>
            <a:pathLst>
              <a:path w="36830" h="35560" extrusionOk="0">
                <a:moveTo>
                  <a:pt x="28384" y="0"/>
                </a:moveTo>
                <a:lnTo>
                  <a:pt x="8191" y="0"/>
                </a:lnTo>
                <a:lnTo>
                  <a:pt x="0" y="7846"/>
                </a:lnTo>
                <a:lnTo>
                  <a:pt x="0" y="17525"/>
                </a:lnTo>
                <a:lnTo>
                  <a:pt x="0" y="27204"/>
                </a:lnTo>
                <a:lnTo>
                  <a:pt x="8191" y="35051"/>
                </a:lnTo>
                <a:lnTo>
                  <a:pt x="28384" y="35051"/>
                </a:lnTo>
                <a:lnTo>
                  <a:pt x="36576" y="27204"/>
                </a:lnTo>
                <a:lnTo>
                  <a:pt x="36576" y="7846"/>
                </a:lnTo>
                <a:lnTo>
                  <a:pt x="28384"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8" name="Google Shape;1388;p48"/>
          <p:cNvSpPr/>
          <p:nvPr/>
        </p:nvSpPr>
        <p:spPr>
          <a:xfrm>
            <a:off x="1440180" y="5018532"/>
            <a:ext cx="35559" cy="35560"/>
          </a:xfrm>
          <a:custGeom>
            <a:avLst/>
            <a:gdLst/>
            <a:ahLst/>
            <a:cxnLst/>
            <a:rect l="l" t="t" r="r" b="b"/>
            <a:pathLst>
              <a:path w="35559" h="35560" extrusionOk="0">
                <a:moveTo>
                  <a:pt x="27178" y="0"/>
                </a:moveTo>
                <a:lnTo>
                  <a:pt x="7873" y="0"/>
                </a:lnTo>
                <a:lnTo>
                  <a:pt x="0" y="7846"/>
                </a:lnTo>
                <a:lnTo>
                  <a:pt x="0" y="17525"/>
                </a:lnTo>
                <a:lnTo>
                  <a:pt x="0" y="27204"/>
                </a:lnTo>
                <a:lnTo>
                  <a:pt x="7873" y="35051"/>
                </a:lnTo>
                <a:lnTo>
                  <a:pt x="27178" y="35051"/>
                </a:lnTo>
                <a:lnTo>
                  <a:pt x="35051" y="27204"/>
                </a:lnTo>
                <a:lnTo>
                  <a:pt x="35051" y="7846"/>
                </a:lnTo>
                <a:lnTo>
                  <a:pt x="2717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9" name="Google Shape;1389;p48"/>
          <p:cNvSpPr/>
          <p:nvPr/>
        </p:nvSpPr>
        <p:spPr>
          <a:xfrm>
            <a:off x="1799844" y="5018532"/>
            <a:ext cx="35560" cy="35560"/>
          </a:xfrm>
          <a:custGeom>
            <a:avLst/>
            <a:gdLst/>
            <a:ahLst/>
            <a:cxnLst/>
            <a:rect l="l" t="t" r="r" b="b"/>
            <a:pathLst>
              <a:path w="35560" h="35560" extrusionOk="0">
                <a:moveTo>
                  <a:pt x="27178" y="0"/>
                </a:moveTo>
                <a:lnTo>
                  <a:pt x="7874" y="0"/>
                </a:lnTo>
                <a:lnTo>
                  <a:pt x="0" y="7846"/>
                </a:lnTo>
                <a:lnTo>
                  <a:pt x="0" y="17525"/>
                </a:lnTo>
                <a:lnTo>
                  <a:pt x="0" y="27204"/>
                </a:lnTo>
                <a:lnTo>
                  <a:pt x="7874" y="35051"/>
                </a:lnTo>
                <a:lnTo>
                  <a:pt x="27178" y="35051"/>
                </a:lnTo>
                <a:lnTo>
                  <a:pt x="35051" y="27204"/>
                </a:lnTo>
                <a:lnTo>
                  <a:pt x="35051" y="7846"/>
                </a:lnTo>
                <a:lnTo>
                  <a:pt x="2717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0" name="Google Shape;1390;p48"/>
          <p:cNvSpPr/>
          <p:nvPr/>
        </p:nvSpPr>
        <p:spPr>
          <a:xfrm>
            <a:off x="2159507" y="5018532"/>
            <a:ext cx="36830" cy="35560"/>
          </a:xfrm>
          <a:custGeom>
            <a:avLst/>
            <a:gdLst/>
            <a:ahLst/>
            <a:cxnLst/>
            <a:rect l="l" t="t" r="r" b="b"/>
            <a:pathLst>
              <a:path w="36830" h="35560" extrusionOk="0">
                <a:moveTo>
                  <a:pt x="28448" y="0"/>
                </a:moveTo>
                <a:lnTo>
                  <a:pt x="8128" y="0"/>
                </a:lnTo>
                <a:lnTo>
                  <a:pt x="0" y="7846"/>
                </a:lnTo>
                <a:lnTo>
                  <a:pt x="0" y="17525"/>
                </a:lnTo>
                <a:lnTo>
                  <a:pt x="0" y="27204"/>
                </a:lnTo>
                <a:lnTo>
                  <a:pt x="8128" y="35051"/>
                </a:lnTo>
                <a:lnTo>
                  <a:pt x="28448" y="35051"/>
                </a:lnTo>
                <a:lnTo>
                  <a:pt x="36575" y="27204"/>
                </a:lnTo>
                <a:lnTo>
                  <a:pt x="36575" y="7846"/>
                </a:lnTo>
                <a:lnTo>
                  <a:pt x="2844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1" name="Google Shape;1391;p48"/>
          <p:cNvSpPr/>
          <p:nvPr/>
        </p:nvSpPr>
        <p:spPr>
          <a:xfrm>
            <a:off x="2519172" y="5018532"/>
            <a:ext cx="36830" cy="35560"/>
          </a:xfrm>
          <a:custGeom>
            <a:avLst/>
            <a:gdLst/>
            <a:ahLst/>
            <a:cxnLst/>
            <a:rect l="l" t="t" r="r" b="b"/>
            <a:pathLst>
              <a:path w="36830" h="35560" extrusionOk="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2" name="Google Shape;1392;p48"/>
          <p:cNvSpPr/>
          <p:nvPr/>
        </p:nvSpPr>
        <p:spPr>
          <a:xfrm>
            <a:off x="1078991" y="4693920"/>
            <a:ext cx="36830" cy="36829"/>
          </a:xfrm>
          <a:custGeom>
            <a:avLst/>
            <a:gdLst/>
            <a:ahLst/>
            <a:cxnLst/>
            <a:rect l="l" t="t" r="r" b="b"/>
            <a:pathLst>
              <a:path w="36830" h="36829" extrusionOk="0">
                <a:moveTo>
                  <a:pt x="18288" y="0"/>
                </a:moveTo>
                <a:lnTo>
                  <a:pt x="11171" y="1437"/>
                </a:lnTo>
                <a:lnTo>
                  <a:pt x="5357" y="5357"/>
                </a:lnTo>
                <a:lnTo>
                  <a:pt x="1437" y="11171"/>
                </a:lnTo>
                <a:lnTo>
                  <a:pt x="0" y="18287"/>
                </a:lnTo>
                <a:lnTo>
                  <a:pt x="1437" y="25404"/>
                </a:lnTo>
                <a:lnTo>
                  <a:pt x="5357" y="31218"/>
                </a:lnTo>
                <a:lnTo>
                  <a:pt x="11171" y="35138"/>
                </a:lnTo>
                <a:lnTo>
                  <a:pt x="18288" y="36575"/>
                </a:lnTo>
                <a:lnTo>
                  <a:pt x="25404" y="35138"/>
                </a:lnTo>
                <a:lnTo>
                  <a:pt x="31218" y="31218"/>
                </a:lnTo>
                <a:lnTo>
                  <a:pt x="35138" y="25404"/>
                </a:lnTo>
                <a:lnTo>
                  <a:pt x="36576" y="18287"/>
                </a:lnTo>
                <a:lnTo>
                  <a:pt x="35138" y="11171"/>
                </a:lnTo>
                <a:lnTo>
                  <a:pt x="31218" y="5357"/>
                </a:lnTo>
                <a:lnTo>
                  <a:pt x="25404" y="1437"/>
                </a:lnTo>
                <a:lnTo>
                  <a:pt x="1828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3" name="Google Shape;1393;p48"/>
          <p:cNvSpPr/>
          <p:nvPr/>
        </p:nvSpPr>
        <p:spPr>
          <a:xfrm>
            <a:off x="1440180" y="4693920"/>
            <a:ext cx="35559" cy="36829"/>
          </a:xfrm>
          <a:custGeom>
            <a:avLst/>
            <a:gdLst/>
            <a:ahLst/>
            <a:cxnLst/>
            <a:rect l="l" t="t" r="r" b="b"/>
            <a:pathLst>
              <a:path w="35559" h="36829" extrusionOk="0">
                <a:moveTo>
                  <a:pt x="27178" y="0"/>
                </a:moveTo>
                <a:lnTo>
                  <a:pt x="7873" y="0"/>
                </a:lnTo>
                <a:lnTo>
                  <a:pt x="0" y="8191"/>
                </a:lnTo>
                <a:lnTo>
                  <a:pt x="0" y="18287"/>
                </a:lnTo>
                <a:lnTo>
                  <a:pt x="0" y="28384"/>
                </a:lnTo>
                <a:lnTo>
                  <a:pt x="7873" y="36575"/>
                </a:lnTo>
                <a:lnTo>
                  <a:pt x="27178" y="36575"/>
                </a:lnTo>
                <a:lnTo>
                  <a:pt x="35051" y="28384"/>
                </a:lnTo>
                <a:lnTo>
                  <a:pt x="35051" y="8191"/>
                </a:lnTo>
                <a:lnTo>
                  <a:pt x="2717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4" name="Google Shape;1394;p48"/>
          <p:cNvSpPr/>
          <p:nvPr/>
        </p:nvSpPr>
        <p:spPr>
          <a:xfrm>
            <a:off x="1799844" y="4693920"/>
            <a:ext cx="35560" cy="36829"/>
          </a:xfrm>
          <a:custGeom>
            <a:avLst/>
            <a:gdLst/>
            <a:ahLst/>
            <a:cxnLst/>
            <a:rect l="l" t="t" r="r" b="b"/>
            <a:pathLst>
              <a:path w="35560" h="36829" extrusionOk="0">
                <a:moveTo>
                  <a:pt x="27178" y="0"/>
                </a:moveTo>
                <a:lnTo>
                  <a:pt x="7874" y="0"/>
                </a:lnTo>
                <a:lnTo>
                  <a:pt x="0" y="8191"/>
                </a:lnTo>
                <a:lnTo>
                  <a:pt x="0" y="18287"/>
                </a:lnTo>
                <a:lnTo>
                  <a:pt x="0" y="28384"/>
                </a:lnTo>
                <a:lnTo>
                  <a:pt x="7874" y="36575"/>
                </a:lnTo>
                <a:lnTo>
                  <a:pt x="27178" y="36575"/>
                </a:lnTo>
                <a:lnTo>
                  <a:pt x="35051" y="28384"/>
                </a:lnTo>
                <a:lnTo>
                  <a:pt x="35051" y="8191"/>
                </a:lnTo>
                <a:lnTo>
                  <a:pt x="27178"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5" name="Google Shape;1395;p48"/>
          <p:cNvSpPr/>
          <p:nvPr/>
        </p:nvSpPr>
        <p:spPr>
          <a:xfrm>
            <a:off x="2159507" y="4693920"/>
            <a:ext cx="36830" cy="36829"/>
          </a:xfrm>
          <a:custGeom>
            <a:avLst/>
            <a:gdLst/>
            <a:ahLst/>
            <a:cxnLst/>
            <a:rect l="l" t="t" r="r" b="b"/>
            <a:pathLst>
              <a:path w="36830" h="36829" extrusionOk="0">
                <a:moveTo>
                  <a:pt x="18287" y="0"/>
                </a:moveTo>
                <a:lnTo>
                  <a:pt x="11144" y="1437"/>
                </a:lnTo>
                <a:lnTo>
                  <a:pt x="5334"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2" y="5357"/>
                </a:lnTo>
                <a:lnTo>
                  <a:pt x="25431" y="1437"/>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6" name="Google Shape;1396;p48"/>
          <p:cNvSpPr/>
          <p:nvPr/>
        </p:nvSpPr>
        <p:spPr>
          <a:xfrm>
            <a:off x="2519172" y="4693920"/>
            <a:ext cx="36830" cy="36829"/>
          </a:xfrm>
          <a:custGeom>
            <a:avLst/>
            <a:gdLst/>
            <a:ahLst/>
            <a:cxnLst/>
            <a:rect l="l" t="t" r="r" b="b"/>
            <a:pathLst>
              <a:path w="36830" h="36829" extrusionOk="0">
                <a:moveTo>
                  <a:pt x="18287" y="0"/>
                </a:moveTo>
                <a:lnTo>
                  <a:pt x="11144" y="1437"/>
                </a:lnTo>
                <a:lnTo>
                  <a:pt x="5334"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2" y="5357"/>
                </a:lnTo>
                <a:lnTo>
                  <a:pt x="25431" y="1437"/>
                </a:lnTo>
                <a:lnTo>
                  <a:pt x="18287" y="0"/>
                </a:lnTo>
                <a:close/>
              </a:path>
            </a:pathLst>
          </a:custGeom>
          <a:solidFill>
            <a:srgbClr val="18181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7" name="Google Shape;1397;p48"/>
          <p:cNvSpPr txBox="1"/>
          <p:nvPr/>
        </p:nvSpPr>
        <p:spPr>
          <a:xfrm>
            <a:off x="748700" y="279825"/>
            <a:ext cx="7102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dirty="0">
                <a:solidFill>
                  <a:schemeClr val="dk1"/>
                </a:solidFill>
                <a:latin typeface="Times New Roman"/>
                <a:ea typeface="Times New Roman"/>
                <a:cs typeface="Times New Roman"/>
                <a:sym typeface="Times New Roman"/>
              </a:rPr>
              <a:t>                    Part Functionality</a:t>
            </a:r>
            <a:endParaRPr sz="1000" b="1" dirty="0">
              <a:latin typeface="Times New Roman"/>
              <a:ea typeface="Times New Roman"/>
              <a:cs typeface="Times New Roman"/>
              <a:sym typeface="Times New Roman"/>
            </a:endParaRPr>
          </a:p>
        </p:txBody>
      </p:sp>
      <p:sp>
        <p:nvSpPr>
          <p:cNvPr id="1398" name="Google Shape;1398;p48"/>
          <p:cNvSpPr txBox="1"/>
          <p:nvPr/>
        </p:nvSpPr>
        <p:spPr>
          <a:xfrm>
            <a:off x="748700" y="1272324"/>
            <a:ext cx="7503600" cy="3492600"/>
          </a:xfrm>
          <a:prstGeom prst="rect">
            <a:avLst/>
          </a:prstGeom>
          <a:noFill/>
          <a:ln>
            <a:noFill/>
          </a:ln>
        </p:spPr>
        <p:txBody>
          <a:bodyPr spcFirstLastPara="1" wrap="square" lIns="91425" tIns="91425" rIns="91425" bIns="91425" anchor="t" anchorCtr="0">
            <a:noAutofit/>
          </a:bodyPr>
          <a:lstStyle/>
          <a:p>
            <a:pPr marL="0" marR="5080" lvl="0" indent="0" algn="l" rtl="0">
              <a:spcBef>
                <a:spcPts val="0"/>
              </a:spcBef>
              <a:spcAft>
                <a:spcPts val="0"/>
              </a:spcAft>
              <a:buNone/>
            </a:pPr>
            <a:r>
              <a:rPr lang="en-US" sz="1800" dirty="0">
                <a:solidFill>
                  <a:schemeClr val="dk2"/>
                </a:solidFill>
              </a:rPr>
              <a:t>Proposed Mezzanine Floor Parts:</a:t>
            </a:r>
            <a:endParaRPr sz="1800" dirty="0">
              <a:solidFill>
                <a:schemeClr val="dk2"/>
              </a:solidFill>
            </a:endParaRPr>
          </a:p>
          <a:p>
            <a:pPr marL="0" marR="5080" lvl="0" indent="0" algn="l" rtl="0">
              <a:spcBef>
                <a:spcPts val="0"/>
              </a:spcBef>
              <a:spcAft>
                <a:spcPts val="0"/>
              </a:spcAft>
              <a:buClr>
                <a:schemeClr val="dk1"/>
              </a:buClr>
              <a:buSzPts val="1100"/>
              <a:buFont typeface="Arial"/>
              <a:buNone/>
            </a:pPr>
            <a:endParaRPr sz="1800" dirty="0">
              <a:solidFill>
                <a:srgbClr val="181818"/>
              </a:solidFill>
            </a:endParaRPr>
          </a:p>
          <a:p>
            <a:pPr marL="0" marR="5080" lvl="0" indent="0" algn="l" rtl="0">
              <a:spcBef>
                <a:spcPts val="0"/>
              </a:spcBef>
              <a:spcAft>
                <a:spcPts val="0"/>
              </a:spcAft>
              <a:buNone/>
            </a:pPr>
            <a:r>
              <a:rPr lang="en-US" sz="1800" b="1" dirty="0">
                <a:solidFill>
                  <a:srgbClr val="181818"/>
                </a:solidFill>
              </a:rPr>
              <a:t>1. </a:t>
            </a:r>
            <a:r>
              <a:rPr lang="en-US" sz="1800" b="1" u="sng" dirty="0">
                <a:solidFill>
                  <a:srgbClr val="181818"/>
                </a:solidFill>
              </a:rPr>
              <a:t>Inclined Steel Pathway</a:t>
            </a:r>
            <a:r>
              <a:rPr lang="en-US" sz="1800" b="1" dirty="0">
                <a:solidFill>
                  <a:srgbClr val="181818"/>
                </a:solidFill>
              </a:rPr>
              <a:t>:</a:t>
            </a:r>
            <a:r>
              <a:rPr lang="en-US" sz="1800" dirty="0">
                <a:solidFill>
                  <a:srgbClr val="181818"/>
                </a:solidFill>
              </a:rPr>
              <a:t> Uses gravity for box unloading, eliminating the need for external power.</a:t>
            </a:r>
            <a:endParaRPr sz="1800" dirty="0">
              <a:solidFill>
                <a:srgbClr val="181818"/>
              </a:solidFill>
            </a:endParaRPr>
          </a:p>
          <a:p>
            <a:pPr marL="0" marR="5080" lvl="0" indent="0" algn="l" rtl="0">
              <a:spcBef>
                <a:spcPts val="0"/>
              </a:spcBef>
              <a:spcAft>
                <a:spcPts val="0"/>
              </a:spcAft>
              <a:buClr>
                <a:schemeClr val="dk1"/>
              </a:buClr>
              <a:buSzPts val="1100"/>
              <a:buFont typeface="Arial"/>
              <a:buNone/>
            </a:pPr>
            <a:endParaRPr sz="1800" dirty="0">
              <a:solidFill>
                <a:srgbClr val="181818"/>
              </a:solidFill>
            </a:endParaRPr>
          </a:p>
          <a:p>
            <a:pPr marL="0" marR="5080" lvl="0" indent="0" algn="l" rtl="0">
              <a:spcBef>
                <a:spcPts val="0"/>
              </a:spcBef>
              <a:spcAft>
                <a:spcPts val="0"/>
              </a:spcAft>
              <a:buNone/>
            </a:pPr>
            <a:r>
              <a:rPr lang="en-US" sz="1800" b="1" dirty="0">
                <a:solidFill>
                  <a:srgbClr val="181818"/>
                </a:solidFill>
              </a:rPr>
              <a:t>2. </a:t>
            </a:r>
            <a:r>
              <a:rPr lang="en-US" sz="1800" b="1" u="sng" dirty="0">
                <a:solidFill>
                  <a:srgbClr val="181818"/>
                </a:solidFill>
              </a:rPr>
              <a:t>Vertical Elevator</a:t>
            </a:r>
            <a:r>
              <a:rPr lang="en-US" sz="1800" b="1" dirty="0">
                <a:solidFill>
                  <a:srgbClr val="181818"/>
                </a:solidFill>
              </a:rPr>
              <a:t>:</a:t>
            </a:r>
            <a:r>
              <a:rPr lang="en-US" sz="1800" dirty="0">
                <a:solidFill>
                  <a:srgbClr val="181818"/>
                </a:solidFill>
              </a:rPr>
              <a:t> Utilizes an existing one-way elevator to transfer packages between floors.</a:t>
            </a:r>
            <a:endParaRPr sz="1800" dirty="0">
              <a:solidFill>
                <a:srgbClr val="181818"/>
              </a:solidFill>
            </a:endParaRPr>
          </a:p>
          <a:p>
            <a:pPr marL="0" marR="5080" lvl="0" indent="0" algn="l" rtl="0">
              <a:spcBef>
                <a:spcPts val="0"/>
              </a:spcBef>
              <a:spcAft>
                <a:spcPts val="0"/>
              </a:spcAft>
              <a:buClr>
                <a:schemeClr val="dk1"/>
              </a:buClr>
              <a:buSzPts val="1100"/>
              <a:buFont typeface="Arial"/>
              <a:buNone/>
            </a:pPr>
            <a:endParaRPr sz="1800" dirty="0">
              <a:solidFill>
                <a:srgbClr val="181818"/>
              </a:solidFill>
            </a:endParaRPr>
          </a:p>
          <a:p>
            <a:pPr marL="0" marR="5080" lvl="0" indent="0" algn="l" rtl="0">
              <a:spcBef>
                <a:spcPts val="0"/>
              </a:spcBef>
              <a:spcAft>
                <a:spcPts val="0"/>
              </a:spcAft>
              <a:buClr>
                <a:schemeClr val="dk1"/>
              </a:buClr>
              <a:buSzPts val="1100"/>
              <a:buFont typeface="Arial"/>
              <a:buNone/>
            </a:pPr>
            <a:r>
              <a:rPr lang="en-US" sz="1800" b="1" dirty="0">
                <a:solidFill>
                  <a:srgbClr val="181818"/>
                </a:solidFill>
              </a:rPr>
              <a:t>3. </a:t>
            </a:r>
            <a:r>
              <a:rPr lang="en-US" sz="1800" b="1" u="sng" dirty="0">
                <a:solidFill>
                  <a:srgbClr val="181818"/>
                </a:solidFill>
              </a:rPr>
              <a:t>Spiral Stair</a:t>
            </a:r>
            <a:r>
              <a:rPr lang="en-US" sz="1800" b="1" dirty="0">
                <a:solidFill>
                  <a:srgbClr val="181818"/>
                </a:solidFill>
              </a:rPr>
              <a:t>:</a:t>
            </a:r>
            <a:r>
              <a:rPr lang="en-US" sz="1800" dirty="0">
                <a:solidFill>
                  <a:srgbClr val="181818"/>
                </a:solidFill>
              </a:rPr>
              <a:t> Provides compact access for workers, maximizing storage space.</a:t>
            </a:r>
            <a:endParaRPr sz="1800" dirty="0">
              <a:solidFill>
                <a:srgbClr val="181818"/>
              </a:solidFill>
            </a:endParaRPr>
          </a:p>
          <a:p>
            <a:pPr marL="0" marR="5080" lvl="0" indent="0" algn="l" rtl="0">
              <a:spcBef>
                <a:spcPts val="0"/>
              </a:spcBef>
              <a:spcAft>
                <a:spcPts val="0"/>
              </a:spcAft>
              <a:buClr>
                <a:schemeClr val="dk1"/>
              </a:buClr>
              <a:buFont typeface="Arial"/>
              <a:buNone/>
            </a:pPr>
            <a:endParaRPr sz="2000" dirty="0">
              <a:solidFill>
                <a:srgbClr val="181818"/>
              </a:solidFill>
            </a:endParaRPr>
          </a:p>
        </p:txBody>
      </p:sp>
      <p:sp>
        <p:nvSpPr>
          <p:cNvPr id="1399" name="Google Shape;1399;p48"/>
          <p:cNvSpPr txBox="1"/>
          <p:nvPr/>
        </p:nvSpPr>
        <p:spPr>
          <a:xfrm>
            <a:off x="8394825" y="4703775"/>
            <a:ext cx="569400" cy="439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Font typeface="Arial"/>
              <a:buNone/>
            </a:pPr>
            <a:fld id="{00000000-1234-1234-1234-123412341234}" type="slidenum">
              <a:rPr lang="en-US" sz="1800" b="1">
                <a:solidFill>
                  <a:srgbClr val="888888"/>
                </a:solidFill>
                <a:latin typeface="Times New Roman"/>
                <a:ea typeface="Times New Roman"/>
                <a:cs typeface="Times New Roman"/>
                <a:sym typeface="Times New Roman"/>
              </a:rPr>
              <a:t>35</a:t>
            </a:fld>
            <a:endParaRPr>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8964168" y="3128772"/>
            <a:ext cx="36830" cy="35560"/>
          </a:xfrm>
          <a:custGeom>
            <a:avLst/>
            <a:gdLst/>
            <a:ahLst/>
            <a:cxnLst/>
            <a:rect l="l" t="t" r="r" b="b"/>
            <a:pathLst>
              <a:path w="36829" h="35560">
                <a:moveTo>
                  <a:pt x="28448" y="0"/>
                </a:moveTo>
                <a:lnTo>
                  <a:pt x="8127" y="0"/>
                </a:lnTo>
                <a:lnTo>
                  <a:pt x="0" y="7873"/>
                </a:lnTo>
                <a:lnTo>
                  <a:pt x="0" y="27177"/>
                </a:lnTo>
                <a:lnTo>
                  <a:pt x="8127" y="35051"/>
                </a:lnTo>
                <a:lnTo>
                  <a:pt x="28448" y="35051"/>
                </a:lnTo>
                <a:lnTo>
                  <a:pt x="36575" y="27177"/>
                </a:lnTo>
                <a:lnTo>
                  <a:pt x="36575" y="17525"/>
                </a:lnTo>
                <a:lnTo>
                  <a:pt x="36575" y="7873"/>
                </a:lnTo>
                <a:lnTo>
                  <a:pt x="28448" y="0"/>
                </a:lnTo>
                <a:close/>
              </a:path>
            </a:pathLst>
          </a:custGeom>
          <a:solidFill>
            <a:srgbClr val="181818"/>
          </a:solidFill>
        </p:spPr>
        <p:txBody>
          <a:bodyPr wrap="square" lIns="0" tIns="0" rIns="0" bIns="0" rtlCol="0"/>
          <a:lstStyle/>
          <a:p>
            <a:endParaRPr/>
          </a:p>
        </p:txBody>
      </p:sp>
      <p:sp>
        <p:nvSpPr>
          <p:cNvPr id="5" name="object 5"/>
          <p:cNvSpPr/>
          <p:nvPr/>
        </p:nvSpPr>
        <p:spPr>
          <a:xfrm>
            <a:off x="8964168" y="3488435"/>
            <a:ext cx="36830" cy="36830"/>
          </a:xfrm>
          <a:custGeom>
            <a:avLst/>
            <a:gdLst/>
            <a:ahLst/>
            <a:cxnLst/>
            <a:rect l="l" t="t" r="r" b="b"/>
            <a:pathLst>
              <a:path w="36829" h="36829">
                <a:moveTo>
                  <a:pt x="18287" y="0"/>
                </a:moveTo>
                <a:lnTo>
                  <a:pt x="11144" y="1428"/>
                </a:lnTo>
                <a:lnTo>
                  <a:pt x="5333" y="5334"/>
                </a:lnTo>
                <a:lnTo>
                  <a:pt x="1428" y="11144"/>
                </a:lnTo>
                <a:lnTo>
                  <a:pt x="0" y="18287"/>
                </a:lnTo>
                <a:lnTo>
                  <a:pt x="1428" y="25431"/>
                </a:lnTo>
                <a:lnTo>
                  <a:pt x="5333" y="31241"/>
                </a:lnTo>
                <a:lnTo>
                  <a:pt x="11144" y="35147"/>
                </a:lnTo>
                <a:lnTo>
                  <a:pt x="18287" y="36575"/>
                </a:lnTo>
                <a:lnTo>
                  <a:pt x="25431" y="35147"/>
                </a:lnTo>
                <a:lnTo>
                  <a:pt x="31241" y="31241"/>
                </a:lnTo>
                <a:lnTo>
                  <a:pt x="35147" y="25431"/>
                </a:lnTo>
                <a:lnTo>
                  <a:pt x="36575" y="18287"/>
                </a:lnTo>
                <a:lnTo>
                  <a:pt x="35147" y="11144"/>
                </a:lnTo>
                <a:lnTo>
                  <a:pt x="31242" y="5333"/>
                </a:lnTo>
                <a:lnTo>
                  <a:pt x="25431" y="1428"/>
                </a:lnTo>
                <a:lnTo>
                  <a:pt x="18287" y="0"/>
                </a:lnTo>
                <a:close/>
              </a:path>
            </a:pathLst>
          </a:custGeom>
          <a:solidFill>
            <a:srgbClr val="181818"/>
          </a:solidFill>
        </p:spPr>
        <p:txBody>
          <a:bodyPr wrap="square" lIns="0" tIns="0" rIns="0" bIns="0" rtlCol="0"/>
          <a:lstStyle/>
          <a:p>
            <a:endParaRPr/>
          </a:p>
        </p:txBody>
      </p:sp>
      <p:sp>
        <p:nvSpPr>
          <p:cNvPr id="6" name="object 6"/>
          <p:cNvSpPr/>
          <p:nvPr/>
        </p:nvSpPr>
        <p:spPr>
          <a:xfrm>
            <a:off x="8964168" y="3848100"/>
            <a:ext cx="36830" cy="36830"/>
          </a:xfrm>
          <a:custGeom>
            <a:avLst/>
            <a:gdLst/>
            <a:ahLst/>
            <a:cxnLst/>
            <a:rect l="l" t="t" r="r" b="b"/>
            <a:pathLst>
              <a:path w="36829" h="36829">
                <a:moveTo>
                  <a:pt x="18287" y="0"/>
                </a:moveTo>
                <a:lnTo>
                  <a:pt x="11144" y="1428"/>
                </a:lnTo>
                <a:lnTo>
                  <a:pt x="5333" y="5334"/>
                </a:lnTo>
                <a:lnTo>
                  <a:pt x="1428" y="11144"/>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44"/>
                </a:lnTo>
                <a:lnTo>
                  <a:pt x="31242" y="5334"/>
                </a:lnTo>
                <a:lnTo>
                  <a:pt x="25431" y="1428"/>
                </a:lnTo>
                <a:lnTo>
                  <a:pt x="18287" y="0"/>
                </a:lnTo>
                <a:close/>
              </a:path>
            </a:pathLst>
          </a:custGeom>
          <a:solidFill>
            <a:srgbClr val="181818"/>
          </a:solidFill>
        </p:spPr>
        <p:txBody>
          <a:bodyPr wrap="square" lIns="0" tIns="0" rIns="0" bIns="0" rtlCol="0"/>
          <a:lstStyle/>
          <a:p>
            <a:endParaRPr/>
          </a:p>
        </p:txBody>
      </p:sp>
      <p:sp>
        <p:nvSpPr>
          <p:cNvPr id="7" name="object 7"/>
          <p:cNvSpPr/>
          <p:nvPr/>
        </p:nvSpPr>
        <p:spPr>
          <a:xfrm>
            <a:off x="8964168" y="4207764"/>
            <a:ext cx="36830" cy="36830"/>
          </a:xfrm>
          <a:custGeom>
            <a:avLst/>
            <a:gdLst/>
            <a:ahLst/>
            <a:cxnLst/>
            <a:rect l="l" t="t" r="r" b="b"/>
            <a:pathLst>
              <a:path w="36829" h="36829">
                <a:moveTo>
                  <a:pt x="18287" y="0"/>
                </a:moveTo>
                <a:lnTo>
                  <a:pt x="11144" y="1437"/>
                </a:lnTo>
                <a:lnTo>
                  <a:pt x="5333" y="5357"/>
                </a:lnTo>
                <a:lnTo>
                  <a:pt x="1428" y="11171"/>
                </a:lnTo>
                <a:lnTo>
                  <a:pt x="0" y="18288"/>
                </a:lnTo>
                <a:lnTo>
                  <a:pt x="1428" y="25404"/>
                </a:lnTo>
                <a:lnTo>
                  <a:pt x="5333" y="31218"/>
                </a:lnTo>
                <a:lnTo>
                  <a:pt x="11144" y="35138"/>
                </a:lnTo>
                <a:lnTo>
                  <a:pt x="18287" y="36576"/>
                </a:lnTo>
                <a:lnTo>
                  <a:pt x="25431" y="35138"/>
                </a:lnTo>
                <a:lnTo>
                  <a:pt x="31241" y="31218"/>
                </a:lnTo>
                <a:lnTo>
                  <a:pt x="35147" y="25404"/>
                </a:lnTo>
                <a:lnTo>
                  <a:pt x="36575" y="18288"/>
                </a:lnTo>
                <a:lnTo>
                  <a:pt x="35147" y="11171"/>
                </a:lnTo>
                <a:lnTo>
                  <a:pt x="31242" y="5357"/>
                </a:lnTo>
                <a:lnTo>
                  <a:pt x="25431" y="1437"/>
                </a:lnTo>
                <a:lnTo>
                  <a:pt x="18287" y="0"/>
                </a:lnTo>
                <a:close/>
              </a:path>
            </a:pathLst>
          </a:custGeom>
          <a:solidFill>
            <a:srgbClr val="181818"/>
          </a:solidFill>
        </p:spPr>
        <p:txBody>
          <a:bodyPr wrap="square" lIns="0" tIns="0" rIns="0" bIns="0" rtlCol="0"/>
          <a:lstStyle/>
          <a:p>
            <a:endParaRPr/>
          </a:p>
        </p:txBody>
      </p:sp>
      <p:sp>
        <p:nvSpPr>
          <p:cNvPr id="9" name="object 9"/>
          <p:cNvSpPr/>
          <p:nvPr/>
        </p:nvSpPr>
        <p:spPr>
          <a:xfrm>
            <a:off x="8639556" y="3128772"/>
            <a:ext cx="36830" cy="35560"/>
          </a:xfrm>
          <a:custGeom>
            <a:avLst/>
            <a:gdLst/>
            <a:ahLst/>
            <a:cxnLst/>
            <a:rect l="l" t="t" r="r" b="b"/>
            <a:pathLst>
              <a:path w="36829" h="35560">
                <a:moveTo>
                  <a:pt x="28448" y="0"/>
                </a:moveTo>
                <a:lnTo>
                  <a:pt x="8127" y="0"/>
                </a:lnTo>
                <a:lnTo>
                  <a:pt x="0" y="7873"/>
                </a:lnTo>
                <a:lnTo>
                  <a:pt x="0" y="27177"/>
                </a:lnTo>
                <a:lnTo>
                  <a:pt x="8127" y="35051"/>
                </a:lnTo>
                <a:lnTo>
                  <a:pt x="28448" y="35051"/>
                </a:lnTo>
                <a:lnTo>
                  <a:pt x="36575" y="27177"/>
                </a:lnTo>
                <a:lnTo>
                  <a:pt x="36575" y="17525"/>
                </a:lnTo>
                <a:lnTo>
                  <a:pt x="36575" y="7873"/>
                </a:lnTo>
                <a:lnTo>
                  <a:pt x="28448" y="0"/>
                </a:lnTo>
                <a:close/>
              </a:path>
            </a:pathLst>
          </a:custGeom>
          <a:solidFill>
            <a:srgbClr val="181818"/>
          </a:solidFill>
        </p:spPr>
        <p:txBody>
          <a:bodyPr wrap="square" lIns="0" tIns="0" rIns="0" bIns="0" rtlCol="0"/>
          <a:lstStyle/>
          <a:p>
            <a:endParaRPr/>
          </a:p>
        </p:txBody>
      </p:sp>
      <p:sp>
        <p:nvSpPr>
          <p:cNvPr id="10" name="object 10"/>
          <p:cNvSpPr/>
          <p:nvPr/>
        </p:nvSpPr>
        <p:spPr>
          <a:xfrm>
            <a:off x="8639556" y="3488435"/>
            <a:ext cx="36830" cy="36830"/>
          </a:xfrm>
          <a:custGeom>
            <a:avLst/>
            <a:gdLst/>
            <a:ahLst/>
            <a:cxnLst/>
            <a:rect l="l" t="t" r="r" b="b"/>
            <a:pathLst>
              <a:path w="36829" h="36829">
                <a:moveTo>
                  <a:pt x="18288" y="0"/>
                </a:moveTo>
                <a:lnTo>
                  <a:pt x="11144" y="1428"/>
                </a:lnTo>
                <a:lnTo>
                  <a:pt x="5334" y="5334"/>
                </a:lnTo>
                <a:lnTo>
                  <a:pt x="1428" y="11144"/>
                </a:lnTo>
                <a:lnTo>
                  <a:pt x="0" y="18287"/>
                </a:lnTo>
                <a:lnTo>
                  <a:pt x="1428" y="25431"/>
                </a:lnTo>
                <a:lnTo>
                  <a:pt x="5333" y="31241"/>
                </a:lnTo>
                <a:lnTo>
                  <a:pt x="11144" y="35147"/>
                </a:lnTo>
                <a:lnTo>
                  <a:pt x="18288" y="36575"/>
                </a:lnTo>
                <a:lnTo>
                  <a:pt x="25431" y="35147"/>
                </a:lnTo>
                <a:lnTo>
                  <a:pt x="31242" y="31241"/>
                </a:lnTo>
                <a:lnTo>
                  <a:pt x="35147" y="25431"/>
                </a:lnTo>
                <a:lnTo>
                  <a:pt x="36575" y="18287"/>
                </a:lnTo>
                <a:lnTo>
                  <a:pt x="35147" y="11144"/>
                </a:lnTo>
                <a:lnTo>
                  <a:pt x="31242" y="5333"/>
                </a:lnTo>
                <a:lnTo>
                  <a:pt x="25431" y="1428"/>
                </a:lnTo>
                <a:lnTo>
                  <a:pt x="18288" y="0"/>
                </a:lnTo>
                <a:close/>
              </a:path>
            </a:pathLst>
          </a:custGeom>
          <a:solidFill>
            <a:srgbClr val="181818"/>
          </a:solidFill>
        </p:spPr>
        <p:txBody>
          <a:bodyPr wrap="square" lIns="0" tIns="0" rIns="0" bIns="0" rtlCol="0"/>
          <a:lstStyle/>
          <a:p>
            <a:endParaRPr/>
          </a:p>
        </p:txBody>
      </p:sp>
      <p:sp>
        <p:nvSpPr>
          <p:cNvPr id="11" name="object 11"/>
          <p:cNvSpPr/>
          <p:nvPr/>
        </p:nvSpPr>
        <p:spPr>
          <a:xfrm>
            <a:off x="8639556" y="3848100"/>
            <a:ext cx="36830" cy="36830"/>
          </a:xfrm>
          <a:custGeom>
            <a:avLst/>
            <a:gdLst/>
            <a:ahLst/>
            <a:cxnLst/>
            <a:rect l="l" t="t" r="r" b="b"/>
            <a:pathLst>
              <a:path w="36829" h="36829">
                <a:moveTo>
                  <a:pt x="18288" y="0"/>
                </a:moveTo>
                <a:lnTo>
                  <a:pt x="11144" y="1428"/>
                </a:lnTo>
                <a:lnTo>
                  <a:pt x="5334" y="5334"/>
                </a:lnTo>
                <a:lnTo>
                  <a:pt x="1428" y="11144"/>
                </a:lnTo>
                <a:lnTo>
                  <a:pt x="0" y="18287"/>
                </a:lnTo>
                <a:lnTo>
                  <a:pt x="1428" y="25404"/>
                </a:lnTo>
                <a:lnTo>
                  <a:pt x="5333"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12" name="object 12"/>
          <p:cNvSpPr/>
          <p:nvPr/>
        </p:nvSpPr>
        <p:spPr>
          <a:xfrm>
            <a:off x="8639556" y="4207764"/>
            <a:ext cx="36830" cy="36830"/>
          </a:xfrm>
          <a:custGeom>
            <a:avLst/>
            <a:gdLst/>
            <a:ahLst/>
            <a:cxnLst/>
            <a:rect l="l" t="t" r="r" b="b"/>
            <a:pathLst>
              <a:path w="36829" h="36829">
                <a:moveTo>
                  <a:pt x="18288" y="0"/>
                </a:moveTo>
                <a:lnTo>
                  <a:pt x="11144" y="1437"/>
                </a:lnTo>
                <a:lnTo>
                  <a:pt x="5334" y="5357"/>
                </a:lnTo>
                <a:lnTo>
                  <a:pt x="1428" y="11171"/>
                </a:lnTo>
                <a:lnTo>
                  <a:pt x="0" y="18288"/>
                </a:lnTo>
                <a:lnTo>
                  <a:pt x="1428" y="25404"/>
                </a:lnTo>
                <a:lnTo>
                  <a:pt x="5333"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14" name="object 14"/>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15" name="object 15"/>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16" name="object 16"/>
          <p:cNvSpPr/>
          <p:nvPr/>
        </p:nvSpPr>
        <p:spPr>
          <a:xfrm>
            <a:off x="467868" y="1260347"/>
            <a:ext cx="36830" cy="35560"/>
          </a:xfrm>
          <a:custGeom>
            <a:avLst/>
            <a:gdLst/>
            <a:ahLst/>
            <a:cxnLst/>
            <a:rect l="l" t="t" r="r" b="b"/>
            <a:pathLst>
              <a:path w="36829" h="35559">
                <a:moveTo>
                  <a:pt x="28384" y="0"/>
                </a:moveTo>
                <a:lnTo>
                  <a:pt x="8191" y="0"/>
                </a:lnTo>
                <a:lnTo>
                  <a:pt x="0" y="7874"/>
                </a:lnTo>
                <a:lnTo>
                  <a:pt x="0" y="27177"/>
                </a:lnTo>
                <a:lnTo>
                  <a:pt x="8191" y="35051"/>
                </a:lnTo>
                <a:lnTo>
                  <a:pt x="28384" y="35051"/>
                </a:lnTo>
                <a:lnTo>
                  <a:pt x="36575" y="27177"/>
                </a:lnTo>
                <a:lnTo>
                  <a:pt x="36575" y="17525"/>
                </a:lnTo>
                <a:lnTo>
                  <a:pt x="36575" y="7874"/>
                </a:lnTo>
                <a:lnTo>
                  <a:pt x="28384" y="0"/>
                </a:lnTo>
                <a:close/>
              </a:path>
            </a:pathLst>
          </a:custGeom>
          <a:solidFill>
            <a:srgbClr val="181818"/>
          </a:solidFill>
        </p:spPr>
        <p:txBody>
          <a:bodyPr wrap="square" lIns="0" tIns="0" rIns="0" bIns="0" rtlCol="0"/>
          <a:lstStyle/>
          <a:p>
            <a:endParaRPr/>
          </a:p>
        </p:txBody>
      </p:sp>
      <p:sp>
        <p:nvSpPr>
          <p:cNvPr id="17" name="object 17"/>
          <p:cNvSpPr/>
          <p:nvPr/>
        </p:nvSpPr>
        <p:spPr>
          <a:xfrm>
            <a:off x="467868" y="1620011"/>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18" name="object 18"/>
          <p:cNvSpPr/>
          <p:nvPr/>
        </p:nvSpPr>
        <p:spPr>
          <a:xfrm>
            <a:off x="467868" y="1979676"/>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2"/>
                </a:lnTo>
                <a:lnTo>
                  <a:pt x="11171" y="35147"/>
                </a:lnTo>
                <a:lnTo>
                  <a:pt x="18287" y="36575"/>
                </a:lnTo>
                <a:lnTo>
                  <a:pt x="25404" y="35147"/>
                </a:lnTo>
                <a:lnTo>
                  <a:pt x="31218" y="31241"/>
                </a:lnTo>
                <a:lnTo>
                  <a:pt x="35138" y="25431"/>
                </a:lnTo>
                <a:lnTo>
                  <a:pt x="36575" y="18287"/>
                </a:lnTo>
                <a:lnTo>
                  <a:pt x="35138" y="11144"/>
                </a:lnTo>
                <a:lnTo>
                  <a:pt x="31218" y="5333"/>
                </a:lnTo>
                <a:lnTo>
                  <a:pt x="25404" y="1428"/>
                </a:lnTo>
                <a:lnTo>
                  <a:pt x="18287" y="0"/>
                </a:lnTo>
                <a:close/>
              </a:path>
            </a:pathLst>
          </a:custGeom>
          <a:solidFill>
            <a:srgbClr val="181818"/>
          </a:solidFill>
        </p:spPr>
        <p:txBody>
          <a:bodyPr wrap="square" lIns="0" tIns="0" rIns="0" bIns="0" rtlCol="0"/>
          <a:lstStyle/>
          <a:p>
            <a:endParaRPr/>
          </a:p>
        </p:txBody>
      </p:sp>
      <p:sp>
        <p:nvSpPr>
          <p:cNvPr id="19" name="object 19"/>
          <p:cNvSpPr/>
          <p:nvPr/>
        </p:nvSpPr>
        <p:spPr>
          <a:xfrm>
            <a:off x="144779" y="539495"/>
            <a:ext cx="35560" cy="36830"/>
          </a:xfrm>
          <a:custGeom>
            <a:avLst/>
            <a:gdLst/>
            <a:ahLst/>
            <a:cxnLst/>
            <a:rect l="l" t="t" r="r" b="b"/>
            <a:pathLst>
              <a:path w="35560" h="36829">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p:spPr>
        <p:txBody>
          <a:bodyPr wrap="square" lIns="0" tIns="0" rIns="0" bIns="0" rtlCol="0"/>
          <a:lstStyle/>
          <a:p>
            <a:endParaRPr/>
          </a:p>
        </p:txBody>
      </p:sp>
      <p:sp>
        <p:nvSpPr>
          <p:cNvPr id="20" name="object 20"/>
          <p:cNvSpPr/>
          <p:nvPr/>
        </p:nvSpPr>
        <p:spPr>
          <a:xfrm>
            <a:off x="144779" y="899160"/>
            <a:ext cx="35560" cy="36830"/>
          </a:xfrm>
          <a:custGeom>
            <a:avLst/>
            <a:gdLst/>
            <a:ahLst/>
            <a:cxnLst/>
            <a:rect l="l" t="t" r="r" b="b"/>
            <a:pathLst>
              <a:path w="35560" h="36830">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p:spPr>
        <p:txBody>
          <a:bodyPr wrap="square" lIns="0" tIns="0" rIns="0" bIns="0" rtlCol="0"/>
          <a:lstStyle/>
          <a:p>
            <a:endParaRPr/>
          </a:p>
        </p:txBody>
      </p:sp>
      <p:sp>
        <p:nvSpPr>
          <p:cNvPr id="21" name="object 21"/>
          <p:cNvSpPr/>
          <p:nvPr/>
        </p:nvSpPr>
        <p:spPr>
          <a:xfrm>
            <a:off x="144779" y="1260347"/>
            <a:ext cx="35560" cy="35560"/>
          </a:xfrm>
          <a:custGeom>
            <a:avLst/>
            <a:gdLst/>
            <a:ahLst/>
            <a:cxnLst/>
            <a:rect l="l" t="t" r="r" b="b"/>
            <a:pathLst>
              <a:path w="35560" h="35559">
                <a:moveTo>
                  <a:pt x="27203" y="0"/>
                </a:moveTo>
                <a:lnTo>
                  <a:pt x="7848" y="0"/>
                </a:lnTo>
                <a:lnTo>
                  <a:pt x="0" y="7874"/>
                </a:lnTo>
                <a:lnTo>
                  <a:pt x="0" y="27177"/>
                </a:lnTo>
                <a:lnTo>
                  <a:pt x="7848" y="35051"/>
                </a:lnTo>
                <a:lnTo>
                  <a:pt x="27203" y="35051"/>
                </a:lnTo>
                <a:lnTo>
                  <a:pt x="35052" y="27177"/>
                </a:lnTo>
                <a:lnTo>
                  <a:pt x="35052" y="17525"/>
                </a:lnTo>
                <a:lnTo>
                  <a:pt x="35052" y="7874"/>
                </a:lnTo>
                <a:lnTo>
                  <a:pt x="27203" y="0"/>
                </a:lnTo>
                <a:close/>
              </a:path>
            </a:pathLst>
          </a:custGeom>
          <a:solidFill>
            <a:srgbClr val="181818"/>
          </a:solidFill>
        </p:spPr>
        <p:txBody>
          <a:bodyPr wrap="square" lIns="0" tIns="0" rIns="0" bIns="0" rtlCol="0"/>
          <a:lstStyle/>
          <a:p>
            <a:endParaRPr/>
          </a:p>
        </p:txBody>
      </p:sp>
      <p:sp>
        <p:nvSpPr>
          <p:cNvPr id="22" name="object 22"/>
          <p:cNvSpPr/>
          <p:nvPr/>
        </p:nvSpPr>
        <p:spPr>
          <a:xfrm>
            <a:off x="144779" y="1620011"/>
            <a:ext cx="35560" cy="36830"/>
          </a:xfrm>
          <a:custGeom>
            <a:avLst/>
            <a:gdLst/>
            <a:ahLst/>
            <a:cxnLst/>
            <a:rect l="l" t="t" r="r" b="b"/>
            <a:pathLst>
              <a:path w="35560" h="36830">
                <a:moveTo>
                  <a:pt x="27203" y="0"/>
                </a:moveTo>
                <a:lnTo>
                  <a:pt x="7848" y="0"/>
                </a:lnTo>
                <a:lnTo>
                  <a:pt x="0" y="8127"/>
                </a:lnTo>
                <a:lnTo>
                  <a:pt x="0" y="28448"/>
                </a:lnTo>
                <a:lnTo>
                  <a:pt x="7848" y="36575"/>
                </a:lnTo>
                <a:lnTo>
                  <a:pt x="27203" y="36575"/>
                </a:lnTo>
                <a:lnTo>
                  <a:pt x="35052" y="28448"/>
                </a:lnTo>
                <a:lnTo>
                  <a:pt x="35052" y="18287"/>
                </a:lnTo>
                <a:lnTo>
                  <a:pt x="35052" y="8127"/>
                </a:lnTo>
                <a:lnTo>
                  <a:pt x="27203" y="0"/>
                </a:lnTo>
                <a:close/>
              </a:path>
            </a:pathLst>
          </a:custGeom>
          <a:solidFill>
            <a:srgbClr val="181818"/>
          </a:solidFill>
        </p:spPr>
        <p:txBody>
          <a:bodyPr wrap="square" lIns="0" tIns="0" rIns="0" bIns="0" rtlCol="0"/>
          <a:lstStyle/>
          <a:p>
            <a:endParaRPr/>
          </a:p>
        </p:txBody>
      </p:sp>
      <p:sp>
        <p:nvSpPr>
          <p:cNvPr id="23" name="object 23"/>
          <p:cNvSpPr/>
          <p:nvPr/>
        </p:nvSpPr>
        <p:spPr>
          <a:xfrm>
            <a:off x="144779" y="1979676"/>
            <a:ext cx="35560" cy="36830"/>
          </a:xfrm>
          <a:custGeom>
            <a:avLst/>
            <a:gdLst/>
            <a:ahLst/>
            <a:cxnLst/>
            <a:rect l="l" t="t" r="r" b="b"/>
            <a:pathLst>
              <a:path w="35560" h="36830">
                <a:moveTo>
                  <a:pt x="27203" y="0"/>
                </a:moveTo>
                <a:lnTo>
                  <a:pt x="7848" y="0"/>
                </a:lnTo>
                <a:lnTo>
                  <a:pt x="0" y="8128"/>
                </a:lnTo>
                <a:lnTo>
                  <a:pt x="0" y="28448"/>
                </a:lnTo>
                <a:lnTo>
                  <a:pt x="7848" y="36575"/>
                </a:lnTo>
                <a:lnTo>
                  <a:pt x="27203" y="36575"/>
                </a:lnTo>
                <a:lnTo>
                  <a:pt x="35052" y="28448"/>
                </a:lnTo>
                <a:lnTo>
                  <a:pt x="35052" y="18287"/>
                </a:lnTo>
                <a:lnTo>
                  <a:pt x="35052" y="8128"/>
                </a:lnTo>
                <a:lnTo>
                  <a:pt x="27203" y="0"/>
                </a:lnTo>
                <a:close/>
              </a:path>
            </a:pathLst>
          </a:custGeom>
          <a:solidFill>
            <a:srgbClr val="181818"/>
          </a:solidFill>
        </p:spPr>
        <p:txBody>
          <a:bodyPr wrap="square" lIns="0" tIns="0" rIns="0" bIns="0" rtlCol="0"/>
          <a:lstStyle/>
          <a:p>
            <a:endParaRPr/>
          </a:p>
        </p:txBody>
      </p:sp>
      <p:sp>
        <p:nvSpPr>
          <p:cNvPr id="26" name="object 26"/>
          <p:cNvSpPr/>
          <p:nvPr/>
        </p:nvSpPr>
        <p:spPr>
          <a:xfrm>
            <a:off x="5364479"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29" name="object 29"/>
          <p:cNvSpPr/>
          <p:nvPr/>
        </p:nvSpPr>
        <p:spPr>
          <a:xfrm>
            <a:off x="7523988" y="0"/>
            <a:ext cx="180340" cy="180340"/>
          </a:xfrm>
          <a:custGeom>
            <a:avLst/>
            <a:gdLst/>
            <a:ahLst/>
            <a:cxnLst/>
            <a:rect l="l" t="t" r="r" b="b"/>
            <a:pathLst>
              <a:path w="180340" h="180340">
                <a:moveTo>
                  <a:pt x="179831" y="0"/>
                </a:moveTo>
                <a:lnTo>
                  <a:pt x="0" y="0"/>
                </a:lnTo>
                <a:lnTo>
                  <a:pt x="0" y="179832"/>
                </a:lnTo>
                <a:lnTo>
                  <a:pt x="179831" y="179832"/>
                </a:lnTo>
                <a:lnTo>
                  <a:pt x="179831" y="0"/>
                </a:lnTo>
                <a:close/>
              </a:path>
            </a:pathLst>
          </a:custGeom>
          <a:solidFill>
            <a:srgbClr val="4475C9"/>
          </a:solidFill>
        </p:spPr>
        <p:txBody>
          <a:bodyPr wrap="square" lIns="0" tIns="0" rIns="0" bIns="0" rtlCol="0"/>
          <a:lstStyle/>
          <a:p>
            <a:endParaRPr/>
          </a:p>
        </p:txBody>
      </p:sp>
      <p:sp>
        <p:nvSpPr>
          <p:cNvPr id="30" name="object 30"/>
          <p:cNvSpPr/>
          <p:nvPr/>
        </p:nvSpPr>
        <p:spPr>
          <a:xfrm>
            <a:off x="7164323" y="0"/>
            <a:ext cx="180340" cy="180340"/>
          </a:xfrm>
          <a:custGeom>
            <a:avLst/>
            <a:gdLst/>
            <a:ahLst/>
            <a:cxnLst/>
            <a:rect l="l" t="t" r="r" b="b"/>
            <a:pathLst>
              <a:path w="180340" h="180340">
                <a:moveTo>
                  <a:pt x="179831" y="0"/>
                </a:moveTo>
                <a:lnTo>
                  <a:pt x="0" y="0"/>
                </a:lnTo>
                <a:lnTo>
                  <a:pt x="0" y="179832"/>
                </a:lnTo>
                <a:lnTo>
                  <a:pt x="179831" y="179832"/>
                </a:lnTo>
                <a:lnTo>
                  <a:pt x="179831" y="0"/>
                </a:lnTo>
                <a:close/>
              </a:path>
            </a:pathLst>
          </a:custGeom>
          <a:solidFill>
            <a:srgbClr val="4475C9"/>
          </a:solidFill>
        </p:spPr>
        <p:txBody>
          <a:bodyPr wrap="square" lIns="0" tIns="0" rIns="0" bIns="0" rtlCol="0"/>
          <a:lstStyle/>
          <a:p>
            <a:endParaRPr/>
          </a:p>
        </p:txBody>
      </p:sp>
      <p:sp>
        <p:nvSpPr>
          <p:cNvPr id="32" name="object 32"/>
          <p:cNvSpPr/>
          <p:nvPr/>
        </p:nvSpPr>
        <p:spPr>
          <a:xfrm>
            <a:off x="3924300" y="4604003"/>
            <a:ext cx="719455" cy="539750"/>
          </a:xfrm>
          <a:custGeom>
            <a:avLst/>
            <a:gdLst/>
            <a:ahLst/>
            <a:cxnLst/>
            <a:rect l="l" t="t" r="r" b="b"/>
            <a:pathLst>
              <a:path w="719454" h="539750">
                <a:moveTo>
                  <a:pt x="719327" y="539495"/>
                </a:moveTo>
                <a:lnTo>
                  <a:pt x="719327" y="0"/>
                </a:lnTo>
                <a:lnTo>
                  <a:pt x="0" y="0"/>
                </a:lnTo>
                <a:lnTo>
                  <a:pt x="0" y="539495"/>
                </a:lnTo>
              </a:path>
            </a:pathLst>
          </a:custGeom>
          <a:ln w="9525">
            <a:solidFill>
              <a:srgbClr val="4475C9"/>
            </a:solidFill>
          </a:ln>
        </p:spPr>
        <p:txBody>
          <a:bodyPr wrap="square" lIns="0" tIns="0" rIns="0" bIns="0" rtlCol="0"/>
          <a:lstStyle/>
          <a:p>
            <a:endParaRPr/>
          </a:p>
        </p:txBody>
      </p:sp>
      <p:sp>
        <p:nvSpPr>
          <p:cNvPr id="34" name="object 34"/>
          <p:cNvSpPr/>
          <p:nvPr/>
        </p:nvSpPr>
        <p:spPr>
          <a:xfrm>
            <a:off x="1078991" y="5018532"/>
            <a:ext cx="36830" cy="35560"/>
          </a:xfrm>
          <a:custGeom>
            <a:avLst/>
            <a:gdLst/>
            <a:ahLst/>
            <a:cxnLst/>
            <a:rect l="l" t="t" r="r" b="b"/>
            <a:pathLst>
              <a:path w="36830" h="35560">
                <a:moveTo>
                  <a:pt x="28384" y="0"/>
                </a:moveTo>
                <a:lnTo>
                  <a:pt x="8191" y="0"/>
                </a:lnTo>
                <a:lnTo>
                  <a:pt x="0" y="7846"/>
                </a:lnTo>
                <a:lnTo>
                  <a:pt x="0" y="17525"/>
                </a:lnTo>
                <a:lnTo>
                  <a:pt x="0" y="27204"/>
                </a:lnTo>
                <a:lnTo>
                  <a:pt x="8191" y="35051"/>
                </a:lnTo>
                <a:lnTo>
                  <a:pt x="28384" y="35051"/>
                </a:lnTo>
                <a:lnTo>
                  <a:pt x="36576" y="27204"/>
                </a:lnTo>
                <a:lnTo>
                  <a:pt x="36576" y="7846"/>
                </a:lnTo>
                <a:lnTo>
                  <a:pt x="28384" y="0"/>
                </a:lnTo>
                <a:close/>
              </a:path>
            </a:pathLst>
          </a:custGeom>
          <a:solidFill>
            <a:srgbClr val="181818"/>
          </a:solidFill>
        </p:spPr>
        <p:txBody>
          <a:bodyPr wrap="square" lIns="0" tIns="0" rIns="0" bIns="0" rtlCol="0"/>
          <a:lstStyle/>
          <a:p>
            <a:endParaRPr/>
          </a:p>
        </p:txBody>
      </p:sp>
      <p:sp>
        <p:nvSpPr>
          <p:cNvPr id="35" name="object 35"/>
          <p:cNvSpPr/>
          <p:nvPr/>
        </p:nvSpPr>
        <p:spPr>
          <a:xfrm>
            <a:off x="1440180" y="5018532"/>
            <a:ext cx="35560" cy="35560"/>
          </a:xfrm>
          <a:custGeom>
            <a:avLst/>
            <a:gdLst/>
            <a:ahLst/>
            <a:cxnLst/>
            <a:rect l="l" t="t" r="r" b="b"/>
            <a:pathLst>
              <a:path w="35559" h="35560">
                <a:moveTo>
                  <a:pt x="27178" y="0"/>
                </a:moveTo>
                <a:lnTo>
                  <a:pt x="7873" y="0"/>
                </a:lnTo>
                <a:lnTo>
                  <a:pt x="0" y="7846"/>
                </a:lnTo>
                <a:lnTo>
                  <a:pt x="0" y="17525"/>
                </a:lnTo>
                <a:lnTo>
                  <a:pt x="0" y="27204"/>
                </a:lnTo>
                <a:lnTo>
                  <a:pt x="7873" y="35051"/>
                </a:lnTo>
                <a:lnTo>
                  <a:pt x="27178" y="35051"/>
                </a:lnTo>
                <a:lnTo>
                  <a:pt x="35051" y="27204"/>
                </a:lnTo>
                <a:lnTo>
                  <a:pt x="35051" y="7846"/>
                </a:lnTo>
                <a:lnTo>
                  <a:pt x="27178" y="0"/>
                </a:lnTo>
                <a:close/>
              </a:path>
            </a:pathLst>
          </a:custGeom>
          <a:solidFill>
            <a:srgbClr val="181818"/>
          </a:solidFill>
        </p:spPr>
        <p:txBody>
          <a:bodyPr wrap="square" lIns="0" tIns="0" rIns="0" bIns="0" rtlCol="0"/>
          <a:lstStyle/>
          <a:p>
            <a:endParaRPr/>
          </a:p>
        </p:txBody>
      </p:sp>
      <p:sp>
        <p:nvSpPr>
          <p:cNvPr id="36" name="object 36"/>
          <p:cNvSpPr/>
          <p:nvPr/>
        </p:nvSpPr>
        <p:spPr>
          <a:xfrm>
            <a:off x="1799844" y="5018532"/>
            <a:ext cx="35560" cy="35560"/>
          </a:xfrm>
          <a:custGeom>
            <a:avLst/>
            <a:gdLst/>
            <a:ahLst/>
            <a:cxnLst/>
            <a:rect l="l" t="t" r="r" b="b"/>
            <a:pathLst>
              <a:path w="35560" h="35560">
                <a:moveTo>
                  <a:pt x="27178" y="0"/>
                </a:moveTo>
                <a:lnTo>
                  <a:pt x="7874" y="0"/>
                </a:lnTo>
                <a:lnTo>
                  <a:pt x="0" y="7846"/>
                </a:lnTo>
                <a:lnTo>
                  <a:pt x="0" y="17525"/>
                </a:lnTo>
                <a:lnTo>
                  <a:pt x="0" y="27204"/>
                </a:lnTo>
                <a:lnTo>
                  <a:pt x="7874" y="35051"/>
                </a:lnTo>
                <a:lnTo>
                  <a:pt x="27178" y="35051"/>
                </a:lnTo>
                <a:lnTo>
                  <a:pt x="35051" y="27204"/>
                </a:lnTo>
                <a:lnTo>
                  <a:pt x="35051" y="7846"/>
                </a:lnTo>
                <a:lnTo>
                  <a:pt x="27178" y="0"/>
                </a:lnTo>
                <a:close/>
              </a:path>
            </a:pathLst>
          </a:custGeom>
          <a:solidFill>
            <a:srgbClr val="181818"/>
          </a:solidFill>
        </p:spPr>
        <p:txBody>
          <a:bodyPr wrap="square" lIns="0" tIns="0" rIns="0" bIns="0" rtlCol="0"/>
          <a:lstStyle/>
          <a:p>
            <a:endParaRPr/>
          </a:p>
        </p:txBody>
      </p:sp>
      <p:sp>
        <p:nvSpPr>
          <p:cNvPr id="37" name="object 37"/>
          <p:cNvSpPr/>
          <p:nvPr/>
        </p:nvSpPr>
        <p:spPr>
          <a:xfrm>
            <a:off x="2159507" y="5018532"/>
            <a:ext cx="36830" cy="35560"/>
          </a:xfrm>
          <a:custGeom>
            <a:avLst/>
            <a:gdLst/>
            <a:ahLst/>
            <a:cxnLst/>
            <a:rect l="l" t="t" r="r" b="b"/>
            <a:pathLst>
              <a:path w="36830" h="35560">
                <a:moveTo>
                  <a:pt x="28448" y="0"/>
                </a:moveTo>
                <a:lnTo>
                  <a:pt x="8128" y="0"/>
                </a:lnTo>
                <a:lnTo>
                  <a:pt x="0" y="7846"/>
                </a:lnTo>
                <a:lnTo>
                  <a:pt x="0" y="17525"/>
                </a:lnTo>
                <a:lnTo>
                  <a:pt x="0" y="27204"/>
                </a:lnTo>
                <a:lnTo>
                  <a:pt x="8128"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38" name="object 38"/>
          <p:cNvSpPr/>
          <p:nvPr/>
        </p:nvSpPr>
        <p:spPr>
          <a:xfrm>
            <a:off x="2519172" y="5018532"/>
            <a:ext cx="36830" cy="35560"/>
          </a:xfrm>
          <a:custGeom>
            <a:avLst/>
            <a:gdLst/>
            <a:ahLst/>
            <a:cxnLst/>
            <a:rect l="l" t="t" r="r" b="b"/>
            <a:pathLst>
              <a:path w="36830"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39" name="object 39"/>
          <p:cNvSpPr/>
          <p:nvPr/>
        </p:nvSpPr>
        <p:spPr>
          <a:xfrm>
            <a:off x="1078991" y="4693920"/>
            <a:ext cx="36830" cy="36830"/>
          </a:xfrm>
          <a:custGeom>
            <a:avLst/>
            <a:gdLst/>
            <a:ahLst/>
            <a:cxnLst/>
            <a:rect l="l" t="t" r="r" b="b"/>
            <a:pathLst>
              <a:path w="36830" h="36829">
                <a:moveTo>
                  <a:pt x="18288" y="0"/>
                </a:moveTo>
                <a:lnTo>
                  <a:pt x="11171" y="1437"/>
                </a:lnTo>
                <a:lnTo>
                  <a:pt x="5357" y="5357"/>
                </a:lnTo>
                <a:lnTo>
                  <a:pt x="1437" y="11171"/>
                </a:lnTo>
                <a:lnTo>
                  <a:pt x="0" y="18287"/>
                </a:lnTo>
                <a:lnTo>
                  <a:pt x="1437" y="25404"/>
                </a:lnTo>
                <a:lnTo>
                  <a:pt x="5357" y="31218"/>
                </a:lnTo>
                <a:lnTo>
                  <a:pt x="11171" y="35138"/>
                </a:lnTo>
                <a:lnTo>
                  <a:pt x="18288" y="36575"/>
                </a:lnTo>
                <a:lnTo>
                  <a:pt x="25404" y="35138"/>
                </a:lnTo>
                <a:lnTo>
                  <a:pt x="31218" y="31218"/>
                </a:lnTo>
                <a:lnTo>
                  <a:pt x="35138" y="25404"/>
                </a:lnTo>
                <a:lnTo>
                  <a:pt x="36576" y="18287"/>
                </a:lnTo>
                <a:lnTo>
                  <a:pt x="35138" y="11171"/>
                </a:lnTo>
                <a:lnTo>
                  <a:pt x="31218" y="5357"/>
                </a:lnTo>
                <a:lnTo>
                  <a:pt x="25404" y="1437"/>
                </a:lnTo>
                <a:lnTo>
                  <a:pt x="18288" y="0"/>
                </a:lnTo>
                <a:close/>
              </a:path>
            </a:pathLst>
          </a:custGeom>
          <a:solidFill>
            <a:srgbClr val="181818"/>
          </a:solidFill>
        </p:spPr>
        <p:txBody>
          <a:bodyPr wrap="square" lIns="0" tIns="0" rIns="0" bIns="0" rtlCol="0"/>
          <a:lstStyle/>
          <a:p>
            <a:endParaRPr/>
          </a:p>
        </p:txBody>
      </p:sp>
      <p:sp>
        <p:nvSpPr>
          <p:cNvPr id="40" name="object 40"/>
          <p:cNvSpPr/>
          <p:nvPr/>
        </p:nvSpPr>
        <p:spPr>
          <a:xfrm>
            <a:off x="1440180" y="4693920"/>
            <a:ext cx="35560" cy="36830"/>
          </a:xfrm>
          <a:custGeom>
            <a:avLst/>
            <a:gdLst/>
            <a:ahLst/>
            <a:cxnLst/>
            <a:rect l="l" t="t" r="r" b="b"/>
            <a:pathLst>
              <a:path w="35559" h="36829">
                <a:moveTo>
                  <a:pt x="27178" y="0"/>
                </a:moveTo>
                <a:lnTo>
                  <a:pt x="7873" y="0"/>
                </a:lnTo>
                <a:lnTo>
                  <a:pt x="0" y="8191"/>
                </a:lnTo>
                <a:lnTo>
                  <a:pt x="0" y="18287"/>
                </a:lnTo>
                <a:lnTo>
                  <a:pt x="0" y="28384"/>
                </a:lnTo>
                <a:lnTo>
                  <a:pt x="7873" y="36575"/>
                </a:lnTo>
                <a:lnTo>
                  <a:pt x="27178" y="36575"/>
                </a:lnTo>
                <a:lnTo>
                  <a:pt x="35051" y="28384"/>
                </a:lnTo>
                <a:lnTo>
                  <a:pt x="35051" y="8191"/>
                </a:lnTo>
                <a:lnTo>
                  <a:pt x="27178" y="0"/>
                </a:lnTo>
                <a:close/>
              </a:path>
            </a:pathLst>
          </a:custGeom>
          <a:solidFill>
            <a:srgbClr val="181818"/>
          </a:solidFill>
        </p:spPr>
        <p:txBody>
          <a:bodyPr wrap="square" lIns="0" tIns="0" rIns="0" bIns="0" rtlCol="0"/>
          <a:lstStyle/>
          <a:p>
            <a:endParaRPr/>
          </a:p>
        </p:txBody>
      </p:sp>
      <p:sp>
        <p:nvSpPr>
          <p:cNvPr id="41" name="object 41"/>
          <p:cNvSpPr/>
          <p:nvPr/>
        </p:nvSpPr>
        <p:spPr>
          <a:xfrm>
            <a:off x="1799844" y="4693920"/>
            <a:ext cx="35560" cy="36830"/>
          </a:xfrm>
          <a:custGeom>
            <a:avLst/>
            <a:gdLst/>
            <a:ahLst/>
            <a:cxnLst/>
            <a:rect l="l" t="t" r="r" b="b"/>
            <a:pathLst>
              <a:path w="35560" h="36829">
                <a:moveTo>
                  <a:pt x="27178" y="0"/>
                </a:moveTo>
                <a:lnTo>
                  <a:pt x="7874" y="0"/>
                </a:lnTo>
                <a:lnTo>
                  <a:pt x="0" y="8191"/>
                </a:lnTo>
                <a:lnTo>
                  <a:pt x="0" y="18287"/>
                </a:lnTo>
                <a:lnTo>
                  <a:pt x="0" y="28384"/>
                </a:lnTo>
                <a:lnTo>
                  <a:pt x="7874" y="36575"/>
                </a:lnTo>
                <a:lnTo>
                  <a:pt x="27178" y="36575"/>
                </a:lnTo>
                <a:lnTo>
                  <a:pt x="35051" y="28384"/>
                </a:lnTo>
                <a:lnTo>
                  <a:pt x="35051" y="8191"/>
                </a:lnTo>
                <a:lnTo>
                  <a:pt x="27178" y="0"/>
                </a:lnTo>
                <a:close/>
              </a:path>
            </a:pathLst>
          </a:custGeom>
          <a:solidFill>
            <a:srgbClr val="181818"/>
          </a:solidFill>
        </p:spPr>
        <p:txBody>
          <a:bodyPr wrap="square" lIns="0" tIns="0" rIns="0" bIns="0" rtlCol="0"/>
          <a:lstStyle/>
          <a:p>
            <a:endParaRPr/>
          </a:p>
        </p:txBody>
      </p:sp>
      <p:sp>
        <p:nvSpPr>
          <p:cNvPr id="42" name="object 42"/>
          <p:cNvSpPr/>
          <p:nvPr/>
        </p:nvSpPr>
        <p:spPr>
          <a:xfrm>
            <a:off x="2159507" y="4693920"/>
            <a:ext cx="36830" cy="36830"/>
          </a:xfrm>
          <a:custGeom>
            <a:avLst/>
            <a:gdLst/>
            <a:ahLst/>
            <a:cxnLst/>
            <a:rect l="l" t="t" r="r" b="b"/>
            <a:pathLst>
              <a:path w="36830" h="36829">
                <a:moveTo>
                  <a:pt x="18287" y="0"/>
                </a:moveTo>
                <a:lnTo>
                  <a:pt x="11144" y="1437"/>
                </a:lnTo>
                <a:lnTo>
                  <a:pt x="5334"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2" y="5357"/>
                </a:lnTo>
                <a:lnTo>
                  <a:pt x="25431" y="1437"/>
                </a:lnTo>
                <a:lnTo>
                  <a:pt x="18287" y="0"/>
                </a:lnTo>
                <a:close/>
              </a:path>
            </a:pathLst>
          </a:custGeom>
          <a:solidFill>
            <a:srgbClr val="181818"/>
          </a:solidFill>
        </p:spPr>
        <p:txBody>
          <a:bodyPr wrap="square" lIns="0" tIns="0" rIns="0" bIns="0" rtlCol="0"/>
          <a:lstStyle/>
          <a:p>
            <a:endParaRPr/>
          </a:p>
        </p:txBody>
      </p:sp>
      <p:sp>
        <p:nvSpPr>
          <p:cNvPr id="43" name="object 43"/>
          <p:cNvSpPr/>
          <p:nvPr/>
        </p:nvSpPr>
        <p:spPr>
          <a:xfrm>
            <a:off x="2519172" y="4693920"/>
            <a:ext cx="36830" cy="36830"/>
          </a:xfrm>
          <a:custGeom>
            <a:avLst/>
            <a:gdLst/>
            <a:ahLst/>
            <a:cxnLst/>
            <a:rect l="l" t="t" r="r" b="b"/>
            <a:pathLst>
              <a:path w="36830" h="36829">
                <a:moveTo>
                  <a:pt x="18287" y="0"/>
                </a:moveTo>
                <a:lnTo>
                  <a:pt x="11144" y="1437"/>
                </a:lnTo>
                <a:lnTo>
                  <a:pt x="5334"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2" y="5357"/>
                </a:lnTo>
                <a:lnTo>
                  <a:pt x="25431" y="1437"/>
                </a:lnTo>
                <a:lnTo>
                  <a:pt x="18287" y="0"/>
                </a:lnTo>
                <a:close/>
              </a:path>
            </a:pathLst>
          </a:custGeom>
          <a:solidFill>
            <a:srgbClr val="181818"/>
          </a:solidFill>
        </p:spPr>
        <p:txBody>
          <a:bodyPr wrap="square" lIns="0" tIns="0" rIns="0" bIns="0" rtlCol="0"/>
          <a:lstStyle/>
          <a:p>
            <a:endParaRPr/>
          </a:p>
        </p:txBody>
      </p:sp>
      <p:sp>
        <p:nvSpPr>
          <p:cNvPr id="3" name="Title 1">
            <a:extLst>
              <a:ext uri="{FF2B5EF4-FFF2-40B4-BE49-F238E27FC236}">
                <a16:creationId xmlns:a16="http://schemas.microsoft.com/office/drawing/2014/main" id="{73A851DE-6CCB-6403-E6FC-C7C4CF9389F3}"/>
              </a:ext>
            </a:extLst>
          </p:cNvPr>
          <p:cNvSpPr txBox="1">
            <a:spLocks/>
          </p:cNvSpPr>
          <p:nvPr/>
        </p:nvSpPr>
        <p:spPr>
          <a:xfrm>
            <a:off x="968171" y="109332"/>
            <a:ext cx="7886700" cy="619622"/>
          </a:xfrm>
          <a:prstGeom prst="rect">
            <a:avLst/>
          </a:prstGeom>
        </p:spPr>
        <p:txBody>
          <a:bodyPr/>
          <a:lstStyle>
            <a:lvl1pPr>
              <a:defRPr>
                <a:latin typeface="+mj-lt"/>
                <a:ea typeface="+mj-ea"/>
                <a:cs typeface="+mj-cs"/>
              </a:defRPr>
            </a:lvl1pPr>
          </a:lstStyle>
          <a:p>
            <a:pPr algn="ctr"/>
            <a:r>
              <a:rPr lang="en-US" sz="3200" b="1" kern="0" dirty="0">
                <a:solidFill>
                  <a:sysClr val="windowText" lastClr="000000"/>
                </a:solidFill>
                <a:cs typeface="Calibri Light"/>
              </a:rPr>
              <a:t>Cost Analysis of Mezzanine Floor</a:t>
            </a:r>
            <a:endParaRPr lang="en-US" sz="3200" b="1" kern="0" dirty="0">
              <a:solidFill>
                <a:sysClr val="windowText" lastClr="000000"/>
              </a:solidFill>
            </a:endParaRPr>
          </a:p>
        </p:txBody>
      </p:sp>
      <p:graphicFrame>
        <p:nvGraphicFramePr>
          <p:cNvPr id="8" name="Content Placeholder 4">
            <a:extLst>
              <a:ext uri="{FF2B5EF4-FFF2-40B4-BE49-F238E27FC236}">
                <a16:creationId xmlns:a16="http://schemas.microsoft.com/office/drawing/2014/main" id="{FA5BBDD4-DD27-7475-FDF1-5A8524790ABA}"/>
              </a:ext>
            </a:extLst>
          </p:cNvPr>
          <p:cNvGraphicFramePr>
            <a:graphicFrameLocks/>
          </p:cNvGraphicFramePr>
          <p:nvPr>
            <p:extLst>
              <p:ext uri="{D42A27DB-BD31-4B8C-83A1-F6EECF244321}">
                <p14:modId xmlns:p14="http://schemas.microsoft.com/office/powerpoint/2010/main" val="2195667239"/>
              </p:ext>
            </p:extLst>
          </p:nvPr>
        </p:nvGraphicFramePr>
        <p:xfrm>
          <a:off x="381000" y="864107"/>
          <a:ext cx="8382003" cy="3964407"/>
        </p:xfrm>
        <a:graphic>
          <a:graphicData uri="http://schemas.openxmlformats.org/drawingml/2006/table">
            <a:tbl>
              <a:tblPr firstRow="1" bandRow="1">
                <a:tableStyleId>{5C22544A-7EE6-4342-B048-85BDC9FD1C3A}</a:tableStyleId>
              </a:tblPr>
              <a:tblGrid>
                <a:gridCol w="675817">
                  <a:extLst>
                    <a:ext uri="{9D8B030D-6E8A-4147-A177-3AD203B41FA5}">
                      <a16:colId xmlns:a16="http://schemas.microsoft.com/office/drawing/2014/main" val="2401380045"/>
                    </a:ext>
                  </a:extLst>
                </a:gridCol>
                <a:gridCol w="3659760">
                  <a:extLst>
                    <a:ext uri="{9D8B030D-6E8A-4147-A177-3AD203B41FA5}">
                      <a16:colId xmlns:a16="http://schemas.microsoft.com/office/drawing/2014/main" val="243087406"/>
                    </a:ext>
                  </a:extLst>
                </a:gridCol>
                <a:gridCol w="575759">
                  <a:extLst>
                    <a:ext uri="{9D8B030D-6E8A-4147-A177-3AD203B41FA5}">
                      <a16:colId xmlns:a16="http://schemas.microsoft.com/office/drawing/2014/main" val="897704879"/>
                    </a:ext>
                  </a:extLst>
                </a:gridCol>
                <a:gridCol w="1054004">
                  <a:extLst>
                    <a:ext uri="{9D8B030D-6E8A-4147-A177-3AD203B41FA5}">
                      <a16:colId xmlns:a16="http://schemas.microsoft.com/office/drawing/2014/main" val="1329839550"/>
                    </a:ext>
                  </a:extLst>
                </a:gridCol>
                <a:gridCol w="989560">
                  <a:extLst>
                    <a:ext uri="{9D8B030D-6E8A-4147-A177-3AD203B41FA5}">
                      <a16:colId xmlns:a16="http://schemas.microsoft.com/office/drawing/2014/main" val="1996548542"/>
                    </a:ext>
                  </a:extLst>
                </a:gridCol>
                <a:gridCol w="1427103">
                  <a:extLst>
                    <a:ext uri="{9D8B030D-6E8A-4147-A177-3AD203B41FA5}">
                      <a16:colId xmlns:a16="http://schemas.microsoft.com/office/drawing/2014/main" val="3195214817"/>
                    </a:ext>
                  </a:extLst>
                </a:gridCol>
              </a:tblGrid>
              <a:tr h="311418">
                <a:tc>
                  <a:txBody>
                    <a:bodyPr/>
                    <a:lstStyle/>
                    <a:p>
                      <a:pPr marR="23495" algn="ctr"/>
                      <a:r>
                        <a:rPr lang="en-US" sz="1200" b="1" dirty="0" err="1">
                          <a:effectLst/>
                          <a:latin typeface="+mn-lt"/>
                        </a:rPr>
                        <a:t>Sl</a:t>
                      </a:r>
                      <a:r>
                        <a:rPr lang="en-US" sz="1200" b="1" dirty="0">
                          <a:effectLst/>
                          <a:latin typeface="+mn-lt"/>
                        </a:rPr>
                        <a:t> No. </a:t>
                      </a:r>
                    </a:p>
                  </a:txBody>
                  <a:tcPr marL="51435" marR="68580" marT="5715" marB="34290" anchor="ctr"/>
                </a:tc>
                <a:tc>
                  <a:txBody>
                    <a:bodyPr/>
                    <a:lstStyle/>
                    <a:p>
                      <a:pPr marR="69215" algn="ctr"/>
                      <a:r>
                        <a:rPr lang="en-US" sz="1200" b="1" dirty="0">
                          <a:effectLst/>
                          <a:latin typeface="+mn-lt"/>
                        </a:rPr>
                        <a:t>Description </a:t>
                      </a:r>
                      <a:endParaRPr lang="en-US" sz="1200" b="1">
                        <a:effectLst/>
                        <a:latin typeface="+mn-lt"/>
                      </a:endParaRPr>
                    </a:p>
                  </a:txBody>
                  <a:tcPr marL="51435" marR="68580" marT="5715" marB="34290" anchor="ctr"/>
                </a:tc>
                <a:tc>
                  <a:txBody>
                    <a:bodyPr/>
                    <a:lstStyle/>
                    <a:p>
                      <a:pPr algn="ctr"/>
                      <a:r>
                        <a:rPr lang="en-US" sz="1200" b="1" dirty="0">
                          <a:effectLst/>
                          <a:latin typeface="+mn-lt"/>
                        </a:rPr>
                        <a:t>Unit </a:t>
                      </a:r>
                      <a:endParaRPr lang="en-US" sz="1200" b="1">
                        <a:effectLst/>
                        <a:latin typeface="+mn-lt"/>
                      </a:endParaRPr>
                    </a:p>
                  </a:txBody>
                  <a:tcPr marL="51435" marR="68580" marT="5715" marB="34290" anchor="ctr"/>
                </a:tc>
                <a:tc>
                  <a:txBody>
                    <a:bodyPr/>
                    <a:lstStyle/>
                    <a:p>
                      <a:pPr marL="46990" algn="ctr"/>
                      <a:r>
                        <a:rPr lang="en-US" sz="1200" b="1" dirty="0">
                          <a:effectLst/>
                          <a:latin typeface="+mn-lt"/>
                        </a:rPr>
                        <a:t>Quantity </a:t>
                      </a:r>
                      <a:endParaRPr lang="en-US" sz="1200" b="1">
                        <a:effectLst/>
                        <a:latin typeface="+mn-lt"/>
                      </a:endParaRPr>
                    </a:p>
                  </a:txBody>
                  <a:tcPr marL="51435" marR="68580" marT="5715" marB="34290" anchor="ctr"/>
                </a:tc>
                <a:tc>
                  <a:txBody>
                    <a:bodyPr/>
                    <a:lstStyle/>
                    <a:p>
                      <a:pPr marL="1270" marR="34925" algn="ctr"/>
                      <a:r>
                        <a:rPr lang="en-US" sz="1200" b="1" dirty="0">
                          <a:effectLst/>
                          <a:latin typeface="+mn-lt"/>
                        </a:rPr>
                        <a:t>Rate (Tk.) </a:t>
                      </a:r>
                      <a:endParaRPr lang="en-US" sz="1200" b="1">
                        <a:effectLst/>
                        <a:latin typeface="+mn-lt"/>
                      </a:endParaRPr>
                    </a:p>
                  </a:txBody>
                  <a:tcPr marL="51435" marR="68580" marT="5715" marB="34290" anchor="ctr"/>
                </a:tc>
                <a:tc>
                  <a:txBody>
                    <a:bodyPr/>
                    <a:lstStyle/>
                    <a:p>
                      <a:pPr marL="38100" algn="ctr"/>
                      <a:r>
                        <a:rPr lang="en-US" sz="1200" b="1" dirty="0">
                          <a:effectLst/>
                          <a:latin typeface="+mn-lt"/>
                        </a:rPr>
                        <a:t> Amount (Tk)  </a:t>
                      </a:r>
                      <a:endParaRPr lang="en-US" sz="1200" b="1">
                        <a:effectLst/>
                        <a:latin typeface="+mn-lt"/>
                      </a:endParaRPr>
                    </a:p>
                  </a:txBody>
                  <a:tcPr marL="51435" marR="68580" marT="5715" marB="34290" anchor="ctr"/>
                </a:tc>
                <a:extLst>
                  <a:ext uri="{0D108BD9-81ED-4DB2-BD59-A6C34878D82A}">
                    <a16:rowId xmlns:a16="http://schemas.microsoft.com/office/drawing/2014/main" val="2959970642"/>
                  </a:ext>
                </a:extLst>
              </a:tr>
              <a:tr h="776690">
                <a:tc>
                  <a:txBody>
                    <a:bodyPr/>
                    <a:lstStyle/>
                    <a:p>
                      <a:pPr marR="69850" algn="ctr"/>
                      <a:r>
                        <a:rPr lang="en-US" sz="1200" dirty="0">
                          <a:effectLst/>
                          <a:latin typeface="+mn-lt"/>
                        </a:rPr>
                        <a:t>1 </a:t>
                      </a:r>
                    </a:p>
                  </a:txBody>
                  <a:tcPr marL="51435" marR="68580" marT="5715" marB="34290" anchor="ctr"/>
                </a:tc>
                <a:tc>
                  <a:txBody>
                    <a:bodyPr/>
                    <a:lstStyle/>
                    <a:p>
                      <a:pPr algn="just"/>
                      <a:r>
                        <a:rPr lang="en-US" sz="1200" dirty="0">
                          <a:effectLst/>
                          <a:latin typeface="+mn-lt"/>
                        </a:rPr>
                        <a:t>Main Members (Column, Beam, Rafter, </a:t>
                      </a:r>
                      <a:endParaRPr lang="en-US" sz="1200">
                        <a:effectLst/>
                        <a:latin typeface="+mn-lt"/>
                      </a:endParaRPr>
                    </a:p>
                    <a:p>
                      <a:pPr algn="just"/>
                      <a:r>
                        <a:rPr lang="en-US" sz="1200" dirty="0">
                          <a:effectLst/>
                          <a:latin typeface="+mn-lt"/>
                        </a:rPr>
                        <a:t>Base Plate, Joint Plate, End Plate, </a:t>
                      </a:r>
                      <a:endParaRPr lang="en-US" sz="1200">
                        <a:effectLst/>
                        <a:latin typeface="+mn-lt"/>
                      </a:endParaRPr>
                    </a:p>
                    <a:p>
                      <a:pPr algn="just"/>
                      <a:r>
                        <a:rPr lang="en-US" sz="1200" dirty="0">
                          <a:effectLst/>
                          <a:latin typeface="+mn-lt"/>
                        </a:rPr>
                        <a:t>Connection Plate, Purlin Cleat, Strut </a:t>
                      </a:r>
                      <a:endParaRPr lang="en-US" sz="1200">
                        <a:effectLst/>
                        <a:latin typeface="+mn-lt"/>
                      </a:endParaRPr>
                    </a:p>
                    <a:p>
                      <a:pPr algn="just"/>
                      <a:r>
                        <a:rPr lang="en-US" sz="1200" dirty="0">
                          <a:effectLst/>
                          <a:latin typeface="+mn-lt"/>
                        </a:rPr>
                        <a:t>Member) etc. (40 </a:t>
                      </a:r>
                      <a:r>
                        <a:rPr lang="en-US" sz="1200" dirty="0" err="1">
                          <a:effectLst/>
                          <a:latin typeface="+mn-lt"/>
                        </a:rPr>
                        <a:t>Ksi</a:t>
                      </a:r>
                      <a:r>
                        <a:rPr lang="en-US" sz="1200" dirty="0">
                          <a:effectLst/>
                          <a:latin typeface="+mn-lt"/>
                        </a:rPr>
                        <a:t> Steel) </a:t>
                      </a:r>
                      <a:endParaRPr lang="en-US" sz="1200">
                        <a:effectLst/>
                        <a:latin typeface="+mn-lt"/>
                      </a:endParaRPr>
                    </a:p>
                  </a:txBody>
                  <a:tcPr marL="51435" marR="68580" marT="5715" marB="34290"/>
                </a:tc>
                <a:tc>
                  <a:txBody>
                    <a:bodyPr/>
                    <a:lstStyle/>
                    <a:p>
                      <a:pPr marR="70485" algn="ctr"/>
                      <a:r>
                        <a:rPr lang="en-US" sz="1200" dirty="0">
                          <a:effectLst/>
                          <a:latin typeface="+mn-lt"/>
                        </a:rPr>
                        <a:t>kg </a:t>
                      </a:r>
                    </a:p>
                  </a:txBody>
                  <a:tcPr marL="51435" marR="68580" marT="5715" marB="34290" anchor="ctr"/>
                </a:tc>
                <a:tc>
                  <a:txBody>
                    <a:bodyPr/>
                    <a:lstStyle/>
                    <a:p>
                      <a:pPr algn="ctr"/>
                      <a:r>
                        <a:rPr lang="en-US" sz="1200" dirty="0">
                          <a:effectLst/>
                          <a:latin typeface="+mn-lt"/>
                        </a:rPr>
                        <a:t>27223.00</a:t>
                      </a:r>
                    </a:p>
                  </a:txBody>
                  <a:tcPr marL="51435" marR="68580" marT="5715" marB="34290" anchor="ctr"/>
                </a:tc>
                <a:tc>
                  <a:txBody>
                    <a:bodyPr/>
                    <a:lstStyle/>
                    <a:p>
                      <a:pPr marR="67310" algn="ctr"/>
                      <a:r>
                        <a:rPr lang="en-US" sz="1200" dirty="0">
                          <a:effectLst/>
                          <a:latin typeface="+mn-lt"/>
                        </a:rPr>
                        <a:t>143.00 </a:t>
                      </a:r>
                      <a:endParaRPr lang="en-US" sz="1200">
                        <a:effectLst/>
                        <a:latin typeface="+mn-lt"/>
                      </a:endParaRPr>
                    </a:p>
                  </a:txBody>
                  <a:tcPr marL="51435" marR="68580" marT="5715" marB="34290" anchor="ctr"/>
                </a:tc>
                <a:tc>
                  <a:txBody>
                    <a:bodyPr/>
                    <a:lstStyle/>
                    <a:p>
                      <a:pPr algn="ctr"/>
                      <a:r>
                        <a:rPr lang="en-US" sz="1200" dirty="0">
                          <a:effectLst/>
                          <a:latin typeface="+mn-lt"/>
                        </a:rPr>
                        <a:t>3892889.00</a:t>
                      </a:r>
                    </a:p>
                    <a:p>
                      <a:pPr marR="67310" algn="ctr"/>
                      <a:endParaRPr lang="en-US" sz="1200" dirty="0">
                        <a:effectLst/>
                        <a:latin typeface="+mn-lt"/>
                      </a:endParaRPr>
                    </a:p>
                  </a:txBody>
                  <a:tcPr marL="51435" marR="68580" marT="5715" marB="34290" anchor="ctr"/>
                </a:tc>
                <a:extLst>
                  <a:ext uri="{0D108BD9-81ED-4DB2-BD59-A6C34878D82A}">
                    <a16:rowId xmlns:a16="http://schemas.microsoft.com/office/drawing/2014/main" val="3613997984"/>
                  </a:ext>
                </a:extLst>
              </a:tr>
              <a:tr h="253746">
                <a:tc>
                  <a:txBody>
                    <a:bodyPr/>
                    <a:lstStyle/>
                    <a:p>
                      <a:pPr marR="69850" algn="ctr"/>
                      <a:r>
                        <a:rPr lang="en-US" sz="1200" dirty="0">
                          <a:effectLst/>
                          <a:latin typeface="+mn-lt"/>
                        </a:rPr>
                        <a:t>2 </a:t>
                      </a:r>
                      <a:endParaRPr lang="en-US" sz="1200">
                        <a:effectLst/>
                        <a:latin typeface="+mn-lt"/>
                      </a:endParaRPr>
                    </a:p>
                  </a:txBody>
                  <a:tcPr marL="51435" marR="68580" marT="5715" marB="34290"/>
                </a:tc>
                <a:tc>
                  <a:txBody>
                    <a:bodyPr/>
                    <a:lstStyle/>
                    <a:p>
                      <a:pPr algn="just"/>
                      <a:r>
                        <a:rPr lang="en-US" sz="1200" dirty="0">
                          <a:effectLst/>
                          <a:latin typeface="+mn-lt"/>
                        </a:rPr>
                        <a:t>Decking Panel (0.70mm) </a:t>
                      </a:r>
                      <a:endParaRPr lang="en-US" sz="1200">
                        <a:effectLst/>
                        <a:latin typeface="+mn-lt"/>
                      </a:endParaRPr>
                    </a:p>
                  </a:txBody>
                  <a:tcPr marL="51435" marR="68580" marT="5715" marB="34290"/>
                </a:tc>
                <a:tc>
                  <a:txBody>
                    <a:bodyPr/>
                    <a:lstStyle/>
                    <a:p>
                      <a:pPr marR="70485" algn="ctr"/>
                      <a:r>
                        <a:rPr lang="en-US" sz="1200" dirty="0">
                          <a:effectLst/>
                          <a:latin typeface="+mn-lt"/>
                        </a:rPr>
                        <a:t>kg </a:t>
                      </a:r>
                    </a:p>
                  </a:txBody>
                  <a:tcPr marL="51435" marR="68580" marT="5715" marB="34290" anchor="ctr"/>
                </a:tc>
                <a:tc>
                  <a:txBody>
                    <a:bodyPr/>
                    <a:lstStyle/>
                    <a:p>
                      <a:pPr marL="34925" algn="ctr"/>
                      <a:r>
                        <a:rPr lang="en-US" sz="1200" dirty="0">
                          <a:effectLst/>
                          <a:latin typeface="+mn-lt"/>
                        </a:rPr>
                        <a:t>4846.00</a:t>
                      </a:r>
                    </a:p>
                  </a:txBody>
                  <a:tcPr marL="51435" marR="68580" marT="5715" marB="34290" anchor="ctr"/>
                </a:tc>
                <a:tc>
                  <a:txBody>
                    <a:bodyPr/>
                    <a:lstStyle/>
                    <a:p>
                      <a:pPr marR="67310" algn="ctr"/>
                      <a:r>
                        <a:rPr lang="en-US" sz="1200" dirty="0">
                          <a:effectLst/>
                          <a:latin typeface="+mn-lt"/>
                        </a:rPr>
                        <a:t>145.00 </a:t>
                      </a:r>
                      <a:endParaRPr lang="en-US" sz="1200">
                        <a:effectLst/>
                        <a:latin typeface="+mn-lt"/>
                      </a:endParaRPr>
                    </a:p>
                  </a:txBody>
                  <a:tcPr marL="51435" marR="68580" marT="5715" marB="34290"/>
                </a:tc>
                <a:tc>
                  <a:txBody>
                    <a:bodyPr/>
                    <a:lstStyle/>
                    <a:p>
                      <a:pPr marR="67310" algn="ctr"/>
                      <a:r>
                        <a:rPr lang="en-US" sz="1200" dirty="0">
                          <a:effectLst/>
                          <a:latin typeface="+mn-lt"/>
                        </a:rPr>
                        <a:t>702670.00</a:t>
                      </a:r>
                    </a:p>
                  </a:txBody>
                  <a:tcPr marL="51435" marR="68580" marT="5715" marB="34290" anchor="ctr"/>
                </a:tc>
                <a:extLst>
                  <a:ext uri="{0D108BD9-81ED-4DB2-BD59-A6C34878D82A}">
                    <a16:rowId xmlns:a16="http://schemas.microsoft.com/office/drawing/2014/main" val="3907857546"/>
                  </a:ext>
                </a:extLst>
              </a:tr>
              <a:tr h="253746">
                <a:tc>
                  <a:txBody>
                    <a:bodyPr/>
                    <a:lstStyle/>
                    <a:p>
                      <a:pPr marR="69850" algn="ctr"/>
                      <a:r>
                        <a:rPr lang="en-US" sz="1200" dirty="0">
                          <a:effectLst/>
                          <a:latin typeface="+mn-lt"/>
                        </a:rPr>
                        <a:t>3 </a:t>
                      </a:r>
                      <a:endParaRPr lang="en-US" sz="1200">
                        <a:effectLst/>
                        <a:latin typeface="+mn-lt"/>
                      </a:endParaRPr>
                    </a:p>
                  </a:txBody>
                  <a:tcPr marL="51435" marR="68580" marT="5715" marB="34290"/>
                </a:tc>
                <a:tc>
                  <a:txBody>
                    <a:bodyPr/>
                    <a:lstStyle/>
                    <a:p>
                      <a:pPr algn="just"/>
                      <a:r>
                        <a:rPr lang="en-US" sz="1200" dirty="0">
                          <a:effectLst/>
                          <a:latin typeface="+mn-lt"/>
                        </a:rPr>
                        <a:t>Share Bolt </a:t>
                      </a:r>
                    </a:p>
                  </a:txBody>
                  <a:tcPr marL="51435" marR="68580" marT="5715" marB="34290"/>
                </a:tc>
                <a:tc>
                  <a:txBody>
                    <a:bodyPr/>
                    <a:lstStyle/>
                    <a:p>
                      <a:pPr marR="70485" algn="ctr"/>
                      <a:r>
                        <a:rPr lang="en-US" sz="1200" dirty="0">
                          <a:effectLst/>
                          <a:latin typeface="+mn-lt"/>
                        </a:rPr>
                        <a:t>kg </a:t>
                      </a:r>
                    </a:p>
                  </a:txBody>
                  <a:tcPr marL="51435" marR="68580" marT="5715" marB="34290" anchor="ctr"/>
                </a:tc>
                <a:tc>
                  <a:txBody>
                    <a:bodyPr/>
                    <a:lstStyle/>
                    <a:p>
                      <a:pPr marR="67310" algn="ctr"/>
                      <a:r>
                        <a:rPr lang="en-US" sz="1200" dirty="0">
                          <a:effectLst/>
                          <a:latin typeface="+mn-lt"/>
                        </a:rPr>
                        <a:t>636.00</a:t>
                      </a:r>
                    </a:p>
                  </a:txBody>
                  <a:tcPr marL="51435" marR="68580" marT="5715" marB="34290" anchor="ctr"/>
                </a:tc>
                <a:tc>
                  <a:txBody>
                    <a:bodyPr/>
                    <a:lstStyle/>
                    <a:p>
                      <a:pPr marR="67310" algn="ctr"/>
                      <a:r>
                        <a:rPr lang="en-US" sz="1200" dirty="0">
                          <a:effectLst/>
                          <a:latin typeface="+mn-lt"/>
                        </a:rPr>
                        <a:t>180.00 </a:t>
                      </a:r>
                      <a:endParaRPr lang="en-US" sz="1200">
                        <a:effectLst/>
                        <a:latin typeface="+mn-lt"/>
                      </a:endParaRPr>
                    </a:p>
                  </a:txBody>
                  <a:tcPr marL="51435" marR="68580" marT="5715" marB="34290"/>
                </a:tc>
                <a:tc>
                  <a:txBody>
                    <a:bodyPr/>
                    <a:lstStyle/>
                    <a:p>
                      <a:pPr marR="67310" algn="ctr"/>
                      <a:r>
                        <a:rPr lang="en-US" sz="1200" dirty="0">
                          <a:effectLst/>
                          <a:latin typeface="+mn-lt"/>
                        </a:rPr>
                        <a:t>114480.00</a:t>
                      </a:r>
                    </a:p>
                  </a:txBody>
                  <a:tcPr marL="51435" marR="68580" marT="5715" marB="34290" anchor="ctr"/>
                </a:tc>
                <a:extLst>
                  <a:ext uri="{0D108BD9-81ED-4DB2-BD59-A6C34878D82A}">
                    <a16:rowId xmlns:a16="http://schemas.microsoft.com/office/drawing/2014/main" val="1129316333"/>
                  </a:ext>
                </a:extLst>
              </a:tr>
              <a:tr h="253746">
                <a:tc>
                  <a:txBody>
                    <a:bodyPr/>
                    <a:lstStyle/>
                    <a:p>
                      <a:pPr marR="69850" algn="ctr"/>
                      <a:r>
                        <a:rPr lang="en-US" sz="1200" dirty="0">
                          <a:effectLst/>
                          <a:latin typeface="+mn-lt"/>
                        </a:rPr>
                        <a:t>4 </a:t>
                      </a:r>
                      <a:endParaRPr lang="en-US" sz="1200">
                        <a:effectLst/>
                        <a:latin typeface="+mn-lt"/>
                      </a:endParaRPr>
                    </a:p>
                  </a:txBody>
                  <a:tcPr marL="51435" marR="68580" marT="5715" marB="34290"/>
                </a:tc>
                <a:tc>
                  <a:txBody>
                    <a:bodyPr/>
                    <a:lstStyle/>
                    <a:p>
                      <a:pPr algn="just"/>
                      <a:r>
                        <a:rPr lang="en-US" sz="1200" dirty="0">
                          <a:effectLst/>
                          <a:latin typeface="+mn-lt"/>
                        </a:rPr>
                        <a:t>Edge Capping (0.70mm) </a:t>
                      </a:r>
                      <a:endParaRPr lang="en-US" sz="1200">
                        <a:effectLst/>
                        <a:latin typeface="+mn-lt"/>
                      </a:endParaRPr>
                    </a:p>
                  </a:txBody>
                  <a:tcPr marL="51435" marR="68580" marT="5715" marB="34290"/>
                </a:tc>
                <a:tc>
                  <a:txBody>
                    <a:bodyPr/>
                    <a:lstStyle/>
                    <a:p>
                      <a:pPr marR="67945" algn="ctr"/>
                      <a:r>
                        <a:rPr lang="en-US" sz="1200" dirty="0" err="1">
                          <a:effectLst/>
                          <a:latin typeface="+mn-lt"/>
                        </a:rPr>
                        <a:t>R.ft</a:t>
                      </a:r>
                      <a:r>
                        <a:rPr lang="en-US" sz="1200" dirty="0">
                          <a:effectLst/>
                          <a:latin typeface="+mn-lt"/>
                        </a:rPr>
                        <a:t> </a:t>
                      </a:r>
                    </a:p>
                  </a:txBody>
                  <a:tcPr marL="51435" marR="68580" marT="5715" marB="34290" anchor="ctr"/>
                </a:tc>
                <a:tc>
                  <a:txBody>
                    <a:bodyPr/>
                    <a:lstStyle/>
                    <a:p>
                      <a:pPr marR="68580" algn="ctr"/>
                      <a:r>
                        <a:rPr lang="en-US" sz="1200" dirty="0">
                          <a:effectLst/>
                          <a:latin typeface="+mn-lt"/>
                        </a:rPr>
                        <a:t>197.00</a:t>
                      </a:r>
                    </a:p>
                  </a:txBody>
                  <a:tcPr marL="51435" marR="68580" marT="5715" marB="34290" anchor="ctr"/>
                </a:tc>
                <a:tc>
                  <a:txBody>
                    <a:bodyPr/>
                    <a:lstStyle/>
                    <a:p>
                      <a:pPr marR="67310" algn="ctr"/>
                      <a:r>
                        <a:rPr lang="en-US" sz="1200" dirty="0">
                          <a:effectLst/>
                          <a:latin typeface="+mn-lt"/>
                        </a:rPr>
                        <a:t>95.00 </a:t>
                      </a:r>
                      <a:endParaRPr lang="en-US" sz="1200">
                        <a:effectLst/>
                        <a:latin typeface="+mn-lt"/>
                      </a:endParaRPr>
                    </a:p>
                  </a:txBody>
                  <a:tcPr marL="51435" marR="68580" marT="5715" marB="34290"/>
                </a:tc>
                <a:tc>
                  <a:txBody>
                    <a:bodyPr/>
                    <a:lstStyle/>
                    <a:p>
                      <a:pPr marR="67310" algn="ctr"/>
                      <a:r>
                        <a:rPr lang="en-US" sz="1200" dirty="0">
                          <a:effectLst/>
                          <a:latin typeface="+mn-lt"/>
                        </a:rPr>
                        <a:t>18715.00</a:t>
                      </a:r>
                    </a:p>
                  </a:txBody>
                  <a:tcPr marL="51435" marR="68580" marT="5715" marB="34290" anchor="ctr"/>
                </a:tc>
                <a:extLst>
                  <a:ext uri="{0D108BD9-81ED-4DB2-BD59-A6C34878D82A}">
                    <a16:rowId xmlns:a16="http://schemas.microsoft.com/office/drawing/2014/main" val="2941422304"/>
                  </a:ext>
                </a:extLst>
              </a:tr>
              <a:tr h="253746">
                <a:tc>
                  <a:txBody>
                    <a:bodyPr/>
                    <a:lstStyle/>
                    <a:p>
                      <a:pPr marR="69850" algn="ctr"/>
                      <a:r>
                        <a:rPr lang="en-US" sz="1200" dirty="0">
                          <a:effectLst/>
                          <a:latin typeface="+mn-lt"/>
                        </a:rPr>
                        <a:t>5 </a:t>
                      </a:r>
                    </a:p>
                  </a:txBody>
                  <a:tcPr marL="51435" marR="68580" marT="5715" marB="34290"/>
                </a:tc>
                <a:tc>
                  <a:txBody>
                    <a:bodyPr/>
                    <a:lstStyle/>
                    <a:p>
                      <a:pPr algn="just"/>
                      <a:r>
                        <a:rPr lang="en-US" sz="1200" dirty="0">
                          <a:effectLst/>
                          <a:latin typeface="+mn-lt"/>
                        </a:rPr>
                        <a:t>Chemical Bolt </a:t>
                      </a:r>
                      <a:endParaRPr lang="en-US" sz="1200">
                        <a:effectLst/>
                        <a:latin typeface="+mn-lt"/>
                      </a:endParaRPr>
                    </a:p>
                  </a:txBody>
                  <a:tcPr marL="51435" marR="68580" marT="5715" marB="34290"/>
                </a:tc>
                <a:tc>
                  <a:txBody>
                    <a:bodyPr/>
                    <a:lstStyle/>
                    <a:p>
                      <a:pPr marL="34925" algn="ctr"/>
                      <a:r>
                        <a:rPr lang="en-US" sz="1200" dirty="0">
                          <a:effectLst/>
                          <a:latin typeface="+mn-lt"/>
                        </a:rPr>
                        <a:t>Pcs </a:t>
                      </a:r>
                    </a:p>
                  </a:txBody>
                  <a:tcPr marL="51435" marR="68580" marT="5715" marB="34290" anchor="ctr"/>
                </a:tc>
                <a:tc>
                  <a:txBody>
                    <a:bodyPr/>
                    <a:lstStyle/>
                    <a:p>
                      <a:pPr marR="68580" algn="ctr"/>
                      <a:r>
                        <a:rPr lang="en-US" sz="1200" dirty="0">
                          <a:effectLst/>
                          <a:latin typeface="+mn-lt"/>
                        </a:rPr>
                        <a:t>134.00</a:t>
                      </a:r>
                    </a:p>
                  </a:txBody>
                  <a:tcPr marL="51435" marR="68580" marT="5715" marB="34290" anchor="ctr"/>
                </a:tc>
                <a:tc>
                  <a:txBody>
                    <a:bodyPr/>
                    <a:lstStyle/>
                    <a:p>
                      <a:pPr marR="67310" algn="ctr"/>
                      <a:r>
                        <a:rPr lang="en-US" sz="1200" dirty="0">
                          <a:effectLst/>
                          <a:latin typeface="+mn-lt"/>
                        </a:rPr>
                        <a:t>400.00 </a:t>
                      </a:r>
                      <a:endParaRPr lang="en-US" sz="1200">
                        <a:effectLst/>
                        <a:latin typeface="+mn-lt"/>
                      </a:endParaRPr>
                    </a:p>
                  </a:txBody>
                  <a:tcPr marL="51435" marR="68580" marT="5715" marB="34290"/>
                </a:tc>
                <a:tc>
                  <a:txBody>
                    <a:bodyPr/>
                    <a:lstStyle/>
                    <a:p>
                      <a:pPr marR="67310" algn="ctr"/>
                      <a:r>
                        <a:rPr lang="en-US" sz="1200" dirty="0">
                          <a:effectLst/>
                          <a:latin typeface="+mn-lt"/>
                        </a:rPr>
                        <a:t>53600.00</a:t>
                      </a:r>
                    </a:p>
                  </a:txBody>
                  <a:tcPr marL="51435" marR="68580" marT="5715" marB="34290" anchor="ctr"/>
                </a:tc>
                <a:extLst>
                  <a:ext uri="{0D108BD9-81ED-4DB2-BD59-A6C34878D82A}">
                    <a16:rowId xmlns:a16="http://schemas.microsoft.com/office/drawing/2014/main" val="2489311816"/>
                  </a:ext>
                </a:extLst>
              </a:tr>
              <a:tr h="253746">
                <a:tc>
                  <a:txBody>
                    <a:bodyPr/>
                    <a:lstStyle/>
                    <a:p>
                      <a:pPr marR="69850" algn="ctr"/>
                      <a:r>
                        <a:rPr lang="en-US" sz="1200" dirty="0">
                          <a:effectLst/>
                          <a:latin typeface="+mn-lt"/>
                        </a:rPr>
                        <a:t>6 </a:t>
                      </a:r>
                      <a:endParaRPr lang="en-US" sz="1200">
                        <a:effectLst/>
                        <a:latin typeface="+mn-lt"/>
                      </a:endParaRPr>
                    </a:p>
                  </a:txBody>
                  <a:tcPr marL="51435" marR="68580" marT="5715" marB="34290"/>
                </a:tc>
                <a:tc>
                  <a:txBody>
                    <a:bodyPr/>
                    <a:lstStyle/>
                    <a:p>
                      <a:pPr algn="just"/>
                      <a:r>
                        <a:rPr lang="en-US" sz="1200" dirty="0">
                          <a:effectLst/>
                          <a:latin typeface="+mn-lt"/>
                        </a:rPr>
                        <a:t>Nut Bolt </a:t>
                      </a:r>
                      <a:endParaRPr lang="en-US" sz="1200">
                        <a:effectLst/>
                        <a:latin typeface="+mn-lt"/>
                      </a:endParaRPr>
                    </a:p>
                  </a:txBody>
                  <a:tcPr marL="51435" marR="68580" marT="5715" marB="34290"/>
                </a:tc>
                <a:tc>
                  <a:txBody>
                    <a:bodyPr/>
                    <a:lstStyle/>
                    <a:p>
                      <a:pPr marR="70485" algn="ctr"/>
                      <a:r>
                        <a:rPr lang="en-US" sz="1200" dirty="0">
                          <a:effectLst/>
                          <a:latin typeface="+mn-lt"/>
                        </a:rPr>
                        <a:t>kg </a:t>
                      </a:r>
                    </a:p>
                  </a:txBody>
                  <a:tcPr marL="51435" marR="68580" marT="5715" marB="34290" anchor="ctr"/>
                </a:tc>
                <a:tc>
                  <a:txBody>
                    <a:bodyPr/>
                    <a:lstStyle/>
                    <a:p>
                      <a:pPr marR="67310" algn="ctr"/>
                      <a:r>
                        <a:rPr lang="en-US" sz="1200" dirty="0">
                          <a:effectLst/>
                          <a:latin typeface="+mn-lt"/>
                        </a:rPr>
                        <a:t>333.00</a:t>
                      </a:r>
                    </a:p>
                  </a:txBody>
                  <a:tcPr marL="51435" marR="68580" marT="5715" marB="34290" anchor="ctr"/>
                </a:tc>
                <a:tc>
                  <a:txBody>
                    <a:bodyPr/>
                    <a:lstStyle/>
                    <a:p>
                      <a:pPr marR="67310" algn="ctr"/>
                      <a:r>
                        <a:rPr lang="en-US" sz="1200" dirty="0">
                          <a:effectLst/>
                          <a:latin typeface="+mn-lt"/>
                        </a:rPr>
                        <a:t>210.00 </a:t>
                      </a:r>
                      <a:endParaRPr lang="en-US" sz="1200">
                        <a:effectLst/>
                        <a:latin typeface="+mn-lt"/>
                      </a:endParaRPr>
                    </a:p>
                  </a:txBody>
                  <a:tcPr marL="51435" marR="68580" marT="5715" marB="34290"/>
                </a:tc>
                <a:tc>
                  <a:txBody>
                    <a:bodyPr/>
                    <a:lstStyle/>
                    <a:p>
                      <a:pPr marR="67310" algn="ctr"/>
                      <a:r>
                        <a:rPr lang="en-US" sz="1200" dirty="0">
                          <a:effectLst/>
                          <a:latin typeface="+mn-lt"/>
                        </a:rPr>
                        <a:t>69930.00</a:t>
                      </a:r>
                    </a:p>
                  </a:txBody>
                  <a:tcPr marL="51435" marR="68580" marT="5715" marB="34290" anchor="ctr"/>
                </a:tc>
                <a:extLst>
                  <a:ext uri="{0D108BD9-81ED-4DB2-BD59-A6C34878D82A}">
                    <a16:rowId xmlns:a16="http://schemas.microsoft.com/office/drawing/2014/main" val="2265621469"/>
                  </a:ext>
                </a:extLst>
              </a:tr>
              <a:tr h="253746">
                <a:tc>
                  <a:txBody>
                    <a:bodyPr/>
                    <a:lstStyle/>
                    <a:p>
                      <a:pPr marR="69850" algn="ctr"/>
                      <a:r>
                        <a:rPr lang="en-US" sz="1200" dirty="0">
                          <a:effectLst/>
                          <a:latin typeface="+mn-lt"/>
                        </a:rPr>
                        <a:t>7 </a:t>
                      </a:r>
                      <a:endParaRPr lang="en-US" sz="1200">
                        <a:effectLst/>
                        <a:latin typeface="+mn-lt"/>
                      </a:endParaRPr>
                    </a:p>
                  </a:txBody>
                  <a:tcPr marL="51435" marR="68580" marT="5715" marB="34290"/>
                </a:tc>
                <a:tc>
                  <a:txBody>
                    <a:bodyPr/>
                    <a:lstStyle/>
                    <a:p>
                      <a:pPr algn="just"/>
                      <a:r>
                        <a:rPr lang="en-US" sz="1200" dirty="0">
                          <a:effectLst/>
                          <a:latin typeface="+mn-lt"/>
                        </a:rPr>
                        <a:t>Erection Charge </a:t>
                      </a:r>
                      <a:endParaRPr lang="en-US" sz="1200">
                        <a:effectLst/>
                        <a:latin typeface="+mn-lt"/>
                      </a:endParaRPr>
                    </a:p>
                  </a:txBody>
                  <a:tcPr marL="51435" marR="68580" marT="5715" marB="34290"/>
                </a:tc>
                <a:tc>
                  <a:txBody>
                    <a:bodyPr/>
                    <a:lstStyle/>
                    <a:p>
                      <a:pPr marR="70485" algn="ctr"/>
                      <a:r>
                        <a:rPr lang="en-US" sz="1200" dirty="0">
                          <a:effectLst/>
                          <a:latin typeface="+mn-lt"/>
                        </a:rPr>
                        <a:t>kg </a:t>
                      </a:r>
                    </a:p>
                  </a:txBody>
                  <a:tcPr marL="51435" marR="68580" marT="5715" marB="34290" anchor="ctr"/>
                </a:tc>
                <a:tc>
                  <a:txBody>
                    <a:bodyPr/>
                    <a:lstStyle/>
                    <a:p>
                      <a:pPr algn="ctr"/>
                      <a:r>
                        <a:rPr lang="en-US" sz="1200" dirty="0">
                          <a:effectLst/>
                          <a:latin typeface="+mn-lt"/>
                        </a:rPr>
                        <a:t>32401.00</a:t>
                      </a:r>
                    </a:p>
                  </a:txBody>
                  <a:tcPr marL="51435" marR="68580" marT="5715" marB="34290" anchor="ctr"/>
                </a:tc>
                <a:tc>
                  <a:txBody>
                    <a:bodyPr/>
                    <a:lstStyle/>
                    <a:p>
                      <a:pPr marR="67310" algn="ctr"/>
                      <a:r>
                        <a:rPr lang="en-US" sz="1200" dirty="0">
                          <a:effectLst/>
                          <a:latin typeface="+mn-lt"/>
                        </a:rPr>
                        <a:t>8.00 </a:t>
                      </a:r>
                      <a:endParaRPr lang="en-US" sz="1200">
                        <a:effectLst/>
                        <a:latin typeface="+mn-lt"/>
                      </a:endParaRPr>
                    </a:p>
                  </a:txBody>
                  <a:tcPr marL="51435" marR="68580" marT="5715" marB="34290"/>
                </a:tc>
                <a:tc>
                  <a:txBody>
                    <a:bodyPr/>
                    <a:lstStyle/>
                    <a:p>
                      <a:pPr marR="67310" algn="ctr"/>
                      <a:r>
                        <a:rPr lang="en-US" sz="1200" dirty="0">
                          <a:effectLst/>
                          <a:latin typeface="+mn-lt"/>
                        </a:rPr>
                        <a:t>259208.00</a:t>
                      </a:r>
                    </a:p>
                  </a:txBody>
                  <a:tcPr marL="51435" marR="68580" marT="5715" marB="34290" anchor="ctr"/>
                </a:tc>
                <a:extLst>
                  <a:ext uri="{0D108BD9-81ED-4DB2-BD59-A6C34878D82A}">
                    <a16:rowId xmlns:a16="http://schemas.microsoft.com/office/drawing/2014/main" val="2959039105"/>
                  </a:ext>
                </a:extLst>
              </a:tr>
              <a:tr h="253746">
                <a:tc>
                  <a:txBody>
                    <a:bodyPr/>
                    <a:lstStyle/>
                    <a:p>
                      <a:pPr marR="69850" algn="ctr"/>
                      <a:r>
                        <a:rPr lang="en-US" sz="1200" dirty="0">
                          <a:effectLst/>
                          <a:latin typeface="+mn-lt"/>
                        </a:rPr>
                        <a:t>8 </a:t>
                      </a:r>
                      <a:endParaRPr lang="en-US" sz="1200">
                        <a:effectLst/>
                        <a:latin typeface="+mn-lt"/>
                      </a:endParaRPr>
                    </a:p>
                  </a:txBody>
                  <a:tcPr marL="51435" marR="68580" marT="5715" marB="34290"/>
                </a:tc>
                <a:tc>
                  <a:txBody>
                    <a:bodyPr/>
                    <a:lstStyle/>
                    <a:p>
                      <a:pPr algn="just"/>
                      <a:r>
                        <a:rPr lang="en-US" sz="1200" dirty="0">
                          <a:effectLst/>
                          <a:latin typeface="+mn-lt"/>
                        </a:rPr>
                        <a:t>Paint (2 Coat) </a:t>
                      </a:r>
                      <a:endParaRPr lang="en-US" sz="1200">
                        <a:effectLst/>
                        <a:latin typeface="+mn-lt"/>
                      </a:endParaRPr>
                    </a:p>
                  </a:txBody>
                  <a:tcPr marL="51435" marR="68580" marT="5715" marB="34290"/>
                </a:tc>
                <a:tc>
                  <a:txBody>
                    <a:bodyPr/>
                    <a:lstStyle/>
                    <a:p>
                      <a:pPr marR="70485" algn="ctr"/>
                      <a:r>
                        <a:rPr lang="en-US" sz="1200" dirty="0">
                          <a:effectLst/>
                          <a:latin typeface="+mn-lt"/>
                        </a:rPr>
                        <a:t>kg </a:t>
                      </a:r>
                      <a:endParaRPr lang="en-US" sz="1200">
                        <a:effectLst/>
                        <a:latin typeface="+mn-lt"/>
                      </a:endParaRPr>
                    </a:p>
                  </a:txBody>
                  <a:tcPr marL="51435" marR="68580" marT="5715" marB="34290" anchor="ctr"/>
                </a:tc>
                <a:tc>
                  <a:txBody>
                    <a:bodyPr/>
                    <a:lstStyle/>
                    <a:p>
                      <a:pPr algn="ctr"/>
                      <a:r>
                        <a:rPr lang="en-US" sz="1200" dirty="0">
                          <a:effectLst/>
                          <a:latin typeface="+mn-lt"/>
                        </a:rPr>
                        <a:t>32401.00</a:t>
                      </a:r>
                    </a:p>
                  </a:txBody>
                  <a:tcPr marL="51435" marR="68580" marT="5715" marB="34290" anchor="ctr"/>
                </a:tc>
                <a:tc>
                  <a:txBody>
                    <a:bodyPr/>
                    <a:lstStyle/>
                    <a:p>
                      <a:pPr marR="67310" algn="ctr"/>
                      <a:r>
                        <a:rPr lang="en-US" sz="1200" dirty="0">
                          <a:effectLst/>
                          <a:latin typeface="+mn-lt"/>
                        </a:rPr>
                        <a:t>6.00 </a:t>
                      </a:r>
                      <a:endParaRPr lang="en-US" sz="1200">
                        <a:effectLst/>
                        <a:latin typeface="+mn-lt"/>
                      </a:endParaRPr>
                    </a:p>
                  </a:txBody>
                  <a:tcPr marL="51435" marR="68580" marT="5715" marB="34290"/>
                </a:tc>
                <a:tc>
                  <a:txBody>
                    <a:bodyPr/>
                    <a:lstStyle/>
                    <a:p>
                      <a:pPr marR="67310" algn="ctr"/>
                      <a:r>
                        <a:rPr lang="en-US" sz="1200" dirty="0">
                          <a:effectLst/>
                          <a:latin typeface="+mn-lt"/>
                        </a:rPr>
                        <a:t>194406.00</a:t>
                      </a:r>
                    </a:p>
                  </a:txBody>
                  <a:tcPr marL="51435" marR="68580" marT="5715" marB="34290" anchor="ctr"/>
                </a:tc>
                <a:extLst>
                  <a:ext uri="{0D108BD9-81ED-4DB2-BD59-A6C34878D82A}">
                    <a16:rowId xmlns:a16="http://schemas.microsoft.com/office/drawing/2014/main" val="577444643"/>
                  </a:ext>
                </a:extLst>
              </a:tr>
              <a:tr h="253746">
                <a:tc>
                  <a:txBody>
                    <a:bodyPr/>
                    <a:lstStyle/>
                    <a:p>
                      <a:pPr marR="69850" algn="ctr"/>
                      <a:r>
                        <a:rPr lang="en-US" sz="1200" dirty="0">
                          <a:effectLst/>
                          <a:latin typeface="+mn-lt"/>
                        </a:rPr>
                        <a:t>9 </a:t>
                      </a:r>
                      <a:endParaRPr lang="en-US" sz="1200">
                        <a:effectLst/>
                        <a:latin typeface="+mn-lt"/>
                      </a:endParaRPr>
                    </a:p>
                  </a:txBody>
                  <a:tcPr marL="51435" marR="68580" marT="5715" marB="34290"/>
                </a:tc>
                <a:tc>
                  <a:txBody>
                    <a:bodyPr/>
                    <a:lstStyle/>
                    <a:p>
                      <a:pPr algn="just"/>
                      <a:r>
                        <a:rPr lang="en-US" sz="1200" dirty="0">
                          <a:effectLst/>
                          <a:latin typeface="+mn-lt"/>
                        </a:rPr>
                        <a:t>Stair </a:t>
                      </a:r>
                      <a:endParaRPr lang="en-US" sz="1200">
                        <a:effectLst/>
                        <a:latin typeface="+mn-lt"/>
                      </a:endParaRPr>
                    </a:p>
                  </a:txBody>
                  <a:tcPr marL="51435" marR="68580" marT="5715" marB="34290"/>
                </a:tc>
                <a:tc>
                  <a:txBody>
                    <a:bodyPr/>
                    <a:lstStyle/>
                    <a:p>
                      <a:pPr marR="70485" algn="ctr"/>
                      <a:r>
                        <a:rPr lang="en-US" sz="1200" dirty="0">
                          <a:effectLst/>
                          <a:latin typeface="+mn-lt"/>
                        </a:rPr>
                        <a:t>kg </a:t>
                      </a:r>
                      <a:endParaRPr lang="en-US" sz="1200">
                        <a:effectLst/>
                        <a:latin typeface="+mn-lt"/>
                      </a:endParaRPr>
                    </a:p>
                  </a:txBody>
                  <a:tcPr marL="51435" marR="68580" marT="5715" marB="34290" anchor="ctr"/>
                </a:tc>
                <a:tc>
                  <a:txBody>
                    <a:bodyPr/>
                    <a:lstStyle/>
                    <a:p>
                      <a:pPr marR="67310" algn="ctr"/>
                      <a:r>
                        <a:rPr lang="en-US" sz="1200" dirty="0">
                          <a:effectLst/>
                          <a:latin typeface="+mn-lt"/>
                        </a:rPr>
                        <a:t>520.00</a:t>
                      </a:r>
                    </a:p>
                  </a:txBody>
                  <a:tcPr marL="51435" marR="68580" marT="5715" marB="34290" anchor="ctr"/>
                </a:tc>
                <a:tc>
                  <a:txBody>
                    <a:bodyPr/>
                    <a:lstStyle/>
                    <a:p>
                      <a:pPr marR="67310" algn="ctr"/>
                      <a:r>
                        <a:rPr lang="en-US" sz="1200" dirty="0">
                          <a:effectLst/>
                          <a:latin typeface="+mn-lt"/>
                        </a:rPr>
                        <a:t>150.00 </a:t>
                      </a:r>
                    </a:p>
                  </a:txBody>
                  <a:tcPr marL="51435" marR="68580" marT="5715" marB="34290"/>
                </a:tc>
                <a:tc>
                  <a:txBody>
                    <a:bodyPr/>
                    <a:lstStyle/>
                    <a:p>
                      <a:pPr marR="67310" algn="ctr"/>
                      <a:r>
                        <a:rPr lang="en-US" sz="1200" dirty="0">
                          <a:effectLst/>
                          <a:latin typeface="+mn-lt"/>
                        </a:rPr>
                        <a:t>78000.00</a:t>
                      </a:r>
                    </a:p>
                  </a:txBody>
                  <a:tcPr marL="51435" marR="68580" marT="5715" marB="34290" anchor="ctr"/>
                </a:tc>
                <a:extLst>
                  <a:ext uri="{0D108BD9-81ED-4DB2-BD59-A6C34878D82A}">
                    <a16:rowId xmlns:a16="http://schemas.microsoft.com/office/drawing/2014/main" val="2164467292"/>
                  </a:ext>
                </a:extLst>
              </a:tr>
              <a:tr h="253746">
                <a:tc>
                  <a:txBody>
                    <a:bodyPr/>
                    <a:lstStyle/>
                    <a:p>
                      <a:pPr marR="69850" algn="ctr"/>
                      <a:r>
                        <a:rPr lang="en-US" sz="1200" dirty="0">
                          <a:effectLst/>
                          <a:latin typeface="+mn-lt"/>
                        </a:rPr>
                        <a:t>10 </a:t>
                      </a:r>
                      <a:endParaRPr lang="en-US" sz="1200">
                        <a:effectLst/>
                        <a:latin typeface="+mn-lt"/>
                      </a:endParaRPr>
                    </a:p>
                  </a:txBody>
                  <a:tcPr marL="51435" marR="68580" marT="5715" marB="34290"/>
                </a:tc>
                <a:tc>
                  <a:txBody>
                    <a:bodyPr/>
                    <a:lstStyle/>
                    <a:p>
                      <a:pPr algn="just"/>
                      <a:r>
                        <a:rPr lang="en-US" sz="1200" dirty="0">
                          <a:effectLst/>
                          <a:latin typeface="+mn-lt"/>
                        </a:rPr>
                        <a:t>Transportation </a:t>
                      </a:r>
                    </a:p>
                  </a:txBody>
                  <a:tcPr marL="51435" marR="68580" marT="5715" marB="34290"/>
                </a:tc>
                <a:tc>
                  <a:txBody>
                    <a:bodyPr/>
                    <a:lstStyle/>
                    <a:p>
                      <a:pPr marL="50165" algn="ctr"/>
                      <a:r>
                        <a:rPr lang="en-US" sz="1200" dirty="0">
                          <a:effectLst/>
                          <a:latin typeface="+mn-lt"/>
                        </a:rPr>
                        <a:t>LS </a:t>
                      </a:r>
                    </a:p>
                  </a:txBody>
                  <a:tcPr marL="51435" marR="68580" marT="5715" marB="34290" anchor="ctr"/>
                </a:tc>
                <a:tc>
                  <a:txBody>
                    <a:bodyPr/>
                    <a:lstStyle/>
                    <a:p>
                      <a:pPr algn="ctr"/>
                      <a:r>
                        <a:rPr lang="en-US" sz="1200" dirty="0">
                          <a:effectLst/>
                          <a:latin typeface="+mn-lt"/>
                        </a:rPr>
                        <a:t>32401.00</a:t>
                      </a:r>
                    </a:p>
                  </a:txBody>
                  <a:tcPr marL="51435" marR="68580" marT="5715" marB="34290" anchor="ctr"/>
                </a:tc>
                <a:tc>
                  <a:txBody>
                    <a:bodyPr/>
                    <a:lstStyle/>
                    <a:p>
                      <a:pPr marR="67310" algn="ctr"/>
                      <a:r>
                        <a:rPr lang="en-US" sz="1200" dirty="0">
                          <a:effectLst/>
                          <a:latin typeface="+mn-lt"/>
                        </a:rPr>
                        <a:t>2.00 </a:t>
                      </a:r>
                    </a:p>
                  </a:txBody>
                  <a:tcPr marL="51435" marR="68580" marT="5715" marB="34290"/>
                </a:tc>
                <a:tc>
                  <a:txBody>
                    <a:bodyPr/>
                    <a:lstStyle/>
                    <a:p>
                      <a:pPr marR="67310" algn="ctr"/>
                      <a:r>
                        <a:rPr lang="en-US" sz="1200" dirty="0">
                          <a:effectLst/>
                          <a:latin typeface="+mn-lt"/>
                        </a:rPr>
                        <a:t>64802.00</a:t>
                      </a:r>
                    </a:p>
                  </a:txBody>
                  <a:tcPr marL="51435" marR="68580" marT="5715" marB="34290" anchor="ctr"/>
                </a:tc>
                <a:extLst>
                  <a:ext uri="{0D108BD9-81ED-4DB2-BD59-A6C34878D82A}">
                    <a16:rowId xmlns:a16="http://schemas.microsoft.com/office/drawing/2014/main" val="1778718166"/>
                  </a:ext>
                </a:extLst>
              </a:tr>
              <a:tr h="592585">
                <a:tc gridSpan="3">
                  <a:txBody>
                    <a:bodyPr/>
                    <a:lstStyle/>
                    <a:p>
                      <a:pPr marR="236220" algn="ctr"/>
                      <a:r>
                        <a:rPr lang="en-US" sz="1200" dirty="0">
                          <a:effectLst/>
                          <a:latin typeface="+mn-lt"/>
                        </a:rPr>
                        <a:t>[For 5854 </a:t>
                      </a:r>
                      <a:r>
                        <a:rPr lang="en-US" sz="1200" dirty="0" err="1">
                          <a:effectLst/>
                          <a:latin typeface="+mn-lt"/>
                        </a:rPr>
                        <a:t>sqft</a:t>
                      </a:r>
                      <a:r>
                        <a:rPr lang="en-US" sz="1200" dirty="0">
                          <a:effectLst/>
                          <a:latin typeface="+mn-lt"/>
                        </a:rPr>
                        <a:t>] Total Amount (Tk)  =  </a:t>
                      </a:r>
                    </a:p>
                  </a:txBody>
                  <a:tcPr marL="51435" marR="68580" marT="5715" marB="34290" anchor="ctr"/>
                </a:tc>
                <a:tc hMerge="1">
                  <a:txBody>
                    <a:bodyPr/>
                    <a:lstStyle/>
                    <a:p>
                      <a:endParaRPr lang="en-US"/>
                    </a:p>
                  </a:txBody>
                  <a:tcPr/>
                </a:tc>
                <a:tc hMerge="1">
                  <a:txBody>
                    <a:bodyPr/>
                    <a:lstStyle/>
                    <a:p>
                      <a:endParaRPr lang="en-US"/>
                    </a:p>
                  </a:txBody>
                  <a:tcPr/>
                </a:tc>
                <a:tc gridSpan="2">
                  <a:txBody>
                    <a:bodyPr/>
                    <a:lstStyle/>
                    <a:p>
                      <a:pPr algn="ctr"/>
                      <a:endParaRPr lang="en-US" sz="1200" dirty="0">
                        <a:effectLst/>
                        <a:latin typeface="+mn-lt"/>
                      </a:endParaRPr>
                    </a:p>
                  </a:txBody>
                  <a:tcPr marL="51435" marR="68580" marT="5715" marB="34290" anchor="ctr"/>
                </a:tc>
                <a:tc hMerge="1">
                  <a:txBody>
                    <a:bodyPr/>
                    <a:lstStyle/>
                    <a:p>
                      <a:endParaRPr lang="en-US"/>
                    </a:p>
                  </a:txBody>
                  <a:tcPr/>
                </a:tc>
                <a:tc>
                  <a:txBody>
                    <a:bodyPr/>
                    <a:lstStyle/>
                    <a:p>
                      <a:pPr algn="ctr"/>
                      <a:r>
                        <a:rPr lang="en-US" sz="1200" dirty="0">
                          <a:effectLst/>
                          <a:latin typeface="+mn-lt"/>
                        </a:rPr>
                        <a:t>5448700.00</a:t>
                      </a:r>
                    </a:p>
                  </a:txBody>
                  <a:tcPr marL="51435" marR="68580" marT="5715" marB="34290" anchor="ctr"/>
                </a:tc>
                <a:extLst>
                  <a:ext uri="{0D108BD9-81ED-4DB2-BD59-A6C34878D82A}">
                    <a16:rowId xmlns:a16="http://schemas.microsoft.com/office/drawing/2014/main" val="2372631628"/>
                  </a:ext>
                </a:extLst>
              </a:tr>
            </a:tbl>
          </a:graphicData>
        </a:graphic>
      </p:graphicFrame>
      <p:sp>
        <p:nvSpPr>
          <p:cNvPr id="2" name="Slide Number Placeholder 1">
            <a:extLst>
              <a:ext uri="{FF2B5EF4-FFF2-40B4-BE49-F238E27FC236}">
                <a16:creationId xmlns:a16="http://schemas.microsoft.com/office/drawing/2014/main" id="{1A8E48B6-48B5-6E19-5AE0-23D14B647305}"/>
              </a:ext>
            </a:extLst>
          </p:cNvPr>
          <p:cNvSpPr>
            <a:spLocks noGrp="1"/>
          </p:cNvSpPr>
          <p:nvPr>
            <p:ph type="sldNum" sz="quarter" idx="7"/>
          </p:nvPr>
        </p:nvSpPr>
        <p:spPr/>
        <p:txBody>
          <a:bodyPr/>
          <a:lstStyle/>
          <a:p>
            <a:fld id="{B6F15528-21DE-4FAA-801E-634DDDAF4B2B}" type="slidenum">
              <a:rPr lang="en-US" smtClean="0"/>
              <a:t>36</a:t>
            </a:fld>
            <a:endParaRPr lang="en-US"/>
          </a:p>
        </p:txBody>
      </p:sp>
    </p:spTree>
    <p:extLst>
      <p:ext uri="{BB962C8B-B14F-4D97-AF65-F5344CB8AC3E}">
        <p14:creationId xmlns:p14="http://schemas.microsoft.com/office/powerpoint/2010/main" val="11995044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E00137-7957-3A18-E026-488593C8DA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27431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ontent Placeholder 2">
            <a:extLst>
              <a:ext uri="{FF2B5EF4-FFF2-40B4-BE49-F238E27FC236}">
                <a16:creationId xmlns:a16="http://schemas.microsoft.com/office/drawing/2014/main" id="{3BE75618-277A-3DDB-CA58-61FCD1433CA5}"/>
              </a:ext>
            </a:extLst>
          </p:cNvPr>
          <p:cNvGraphicFramePr>
            <a:graphicFrameLocks/>
          </p:cNvGraphicFramePr>
          <p:nvPr>
            <p:extLst>
              <p:ext uri="{D42A27DB-BD31-4B8C-83A1-F6EECF244321}">
                <p14:modId xmlns:p14="http://schemas.microsoft.com/office/powerpoint/2010/main" val="1129224126"/>
              </p:ext>
            </p:extLst>
          </p:nvPr>
        </p:nvGraphicFramePr>
        <p:xfrm>
          <a:off x="628650" y="1962150"/>
          <a:ext cx="7886700" cy="2032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75">
            <a:extLst>
              <a:ext uri="{FF2B5EF4-FFF2-40B4-BE49-F238E27FC236}">
                <a16:creationId xmlns:a16="http://schemas.microsoft.com/office/drawing/2014/main" id="{CB4F9659-4D5B-9383-2A22-8D9ABC6CFFA0}"/>
              </a:ext>
            </a:extLst>
          </p:cNvPr>
          <p:cNvSpPr txBox="1">
            <a:spLocks/>
          </p:cNvSpPr>
          <p:nvPr/>
        </p:nvSpPr>
        <p:spPr>
          <a:xfrm>
            <a:off x="1981200" y="1037748"/>
            <a:ext cx="5943600" cy="530225"/>
          </a:xfrm>
          <a:prstGeom prst="rect">
            <a:avLst/>
          </a:prstGeom>
          <a:noFill/>
        </p:spPr>
        <p:txBody>
          <a:bodyPr/>
          <a:lstStyle>
            <a:lvl1pPr>
              <a:defRPr>
                <a:latin typeface="+mj-lt"/>
                <a:ea typeface="+mj-ea"/>
                <a:cs typeface="+mj-cs"/>
              </a:defRPr>
            </a:lvl1pPr>
          </a:lstStyle>
          <a:p>
            <a:r>
              <a:rPr lang="en-US" sz="3200" b="1" kern="0" dirty="0">
                <a:solidFill>
                  <a:sysClr val="windowText" lastClr="000000"/>
                </a:solidFill>
                <a:ea typeface="Calibri Light"/>
                <a:cs typeface="Calibri Light"/>
              </a:rPr>
              <a:t>Benefits of Mezzanine Floor</a:t>
            </a:r>
            <a:endParaRPr lang="en-US" sz="3200" b="1" kern="0" dirty="0">
              <a:solidFill>
                <a:sysClr val="windowText" lastClr="000000"/>
              </a:solidFill>
            </a:endParaRPr>
          </a:p>
        </p:txBody>
      </p:sp>
      <p:sp>
        <p:nvSpPr>
          <p:cNvPr id="5" name="Slide Number Placeholder 4">
            <a:extLst>
              <a:ext uri="{FF2B5EF4-FFF2-40B4-BE49-F238E27FC236}">
                <a16:creationId xmlns:a16="http://schemas.microsoft.com/office/drawing/2014/main" id="{5BA2ED42-E266-DC40-76F9-9F84BBC5C278}"/>
              </a:ext>
            </a:extLst>
          </p:cNvPr>
          <p:cNvSpPr>
            <a:spLocks noGrp="1"/>
          </p:cNvSpPr>
          <p:nvPr>
            <p:ph type="sldNum" sz="quarter" idx="7"/>
          </p:nvPr>
        </p:nvSpPr>
        <p:spPr/>
        <p:txBody>
          <a:bodyPr/>
          <a:lstStyle/>
          <a:p>
            <a:fld id="{B6F15528-21DE-4FAA-801E-634DDDAF4B2B}" type="slidenum">
              <a:rPr lang="en-US" smtClean="0"/>
              <a:t>37</a:t>
            </a:fld>
            <a:endParaRPr lang="en-US"/>
          </a:p>
        </p:txBody>
      </p:sp>
    </p:spTree>
    <p:extLst>
      <p:ext uri="{BB962C8B-B14F-4D97-AF65-F5344CB8AC3E}">
        <p14:creationId xmlns:p14="http://schemas.microsoft.com/office/powerpoint/2010/main" val="297188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a:extLst>
              <a:ext uri="{FF2B5EF4-FFF2-40B4-BE49-F238E27FC236}">
                <a16:creationId xmlns:a16="http://schemas.microsoft.com/office/drawing/2014/main" id="{88321C7A-6709-151B-E6E3-7E899252DCE4}"/>
              </a:ext>
            </a:extLst>
          </p:cNvPr>
          <p:cNvSpPr txBox="1"/>
          <p:nvPr/>
        </p:nvSpPr>
        <p:spPr>
          <a:xfrm>
            <a:off x="3117020" y="926364"/>
            <a:ext cx="3321955" cy="282129"/>
          </a:xfrm>
          <a:prstGeom prst="rect">
            <a:avLst/>
          </a:prstGeom>
        </p:spPr>
        <p:txBody>
          <a:bodyPr wrap="square" lIns="0" tIns="0" rIns="0" bIns="0" rtlCol="0" anchor="t">
            <a:spAutoFit/>
          </a:bodyPr>
          <a:lstStyle/>
          <a:p>
            <a:pPr algn="ctr">
              <a:lnSpc>
                <a:spcPts val="2205"/>
              </a:lnSpc>
              <a:spcBef>
                <a:spcPct val="0"/>
              </a:spcBef>
            </a:pPr>
            <a:r>
              <a:rPr lang="en-US" sz="2000" spc="132" dirty="0"/>
              <a:t>COMPARISON CHART</a:t>
            </a:r>
          </a:p>
        </p:txBody>
      </p:sp>
      <p:sp>
        <p:nvSpPr>
          <p:cNvPr id="4" name="TextBox 9">
            <a:extLst>
              <a:ext uri="{FF2B5EF4-FFF2-40B4-BE49-F238E27FC236}">
                <a16:creationId xmlns:a16="http://schemas.microsoft.com/office/drawing/2014/main" id="{E80AC7C0-A6AB-715B-F3AA-8E49FF55C0F7}"/>
              </a:ext>
            </a:extLst>
          </p:cNvPr>
          <p:cNvSpPr txBox="1"/>
          <p:nvPr/>
        </p:nvSpPr>
        <p:spPr>
          <a:xfrm>
            <a:off x="1830718" y="65052"/>
            <a:ext cx="6003605" cy="596317"/>
          </a:xfrm>
          <a:prstGeom prst="rect">
            <a:avLst/>
          </a:prstGeom>
        </p:spPr>
        <p:txBody>
          <a:bodyPr wrap="square" lIns="0" tIns="0" rIns="0" bIns="0" rtlCol="0" anchor="t">
            <a:spAutoFit/>
          </a:bodyPr>
          <a:lstStyle/>
          <a:p>
            <a:pPr algn="ctr">
              <a:lnSpc>
                <a:spcPts val="5239"/>
              </a:lnSpc>
              <a:spcBef>
                <a:spcPct val="0"/>
              </a:spcBef>
            </a:pPr>
            <a:r>
              <a:rPr lang="en-US" sz="3200" b="1" spc="329" dirty="0">
                <a:latin typeface="+mj-lt"/>
              </a:rPr>
              <a:t>MEZZANINE FLOOR</a:t>
            </a:r>
          </a:p>
        </p:txBody>
      </p:sp>
      <p:grpSp>
        <p:nvGrpSpPr>
          <p:cNvPr id="5" name="Group 10">
            <a:extLst>
              <a:ext uri="{FF2B5EF4-FFF2-40B4-BE49-F238E27FC236}">
                <a16:creationId xmlns:a16="http://schemas.microsoft.com/office/drawing/2014/main" id="{F44839DD-2E1F-0E29-98AD-872554B7728C}"/>
              </a:ext>
            </a:extLst>
          </p:cNvPr>
          <p:cNvGrpSpPr/>
          <p:nvPr/>
        </p:nvGrpSpPr>
        <p:grpSpPr>
          <a:xfrm>
            <a:off x="1371600" y="1324750"/>
            <a:ext cx="6815896" cy="3187707"/>
            <a:chOff x="0" y="-864457"/>
            <a:chExt cx="17972913" cy="9918462"/>
          </a:xfrm>
        </p:grpSpPr>
        <p:sp>
          <p:nvSpPr>
            <p:cNvPr id="6" name="AutoShape 11">
              <a:extLst>
                <a:ext uri="{FF2B5EF4-FFF2-40B4-BE49-F238E27FC236}">
                  <a16:creationId xmlns:a16="http://schemas.microsoft.com/office/drawing/2014/main" id="{66AF0AE7-E15A-B117-9672-01B35439063E}"/>
                </a:ext>
              </a:extLst>
            </p:cNvPr>
            <p:cNvSpPr/>
            <p:nvPr/>
          </p:nvSpPr>
          <p:spPr>
            <a:xfrm>
              <a:off x="0" y="3249686"/>
              <a:ext cx="17964744" cy="0"/>
            </a:xfrm>
            <a:prstGeom prst="line">
              <a:avLst/>
            </a:prstGeom>
            <a:ln w="13973" cap="rnd">
              <a:solidFill>
                <a:srgbClr val="D9D9D9"/>
              </a:solidFill>
              <a:prstDash val="solid"/>
              <a:headEnd type="none" w="sm" len="sm"/>
              <a:tailEnd type="none" w="sm" len="sm"/>
            </a:ln>
          </p:spPr>
          <p:txBody>
            <a:bodyPr/>
            <a:lstStyle/>
            <a:p>
              <a:endParaRPr lang="en-US"/>
            </a:p>
          </p:txBody>
        </p:sp>
        <p:sp>
          <p:nvSpPr>
            <p:cNvPr id="7" name="AutoShape 12">
              <a:extLst>
                <a:ext uri="{FF2B5EF4-FFF2-40B4-BE49-F238E27FC236}">
                  <a16:creationId xmlns:a16="http://schemas.microsoft.com/office/drawing/2014/main" id="{9D8669D7-89D9-1F34-EDD0-37566E19D30C}"/>
                </a:ext>
              </a:extLst>
            </p:cNvPr>
            <p:cNvSpPr/>
            <p:nvPr/>
          </p:nvSpPr>
          <p:spPr>
            <a:xfrm>
              <a:off x="0" y="5159386"/>
              <a:ext cx="17964744" cy="0"/>
            </a:xfrm>
            <a:prstGeom prst="line">
              <a:avLst/>
            </a:prstGeom>
            <a:ln w="13973" cap="rnd">
              <a:solidFill>
                <a:srgbClr val="D9D9D9"/>
              </a:solidFill>
              <a:prstDash val="solid"/>
              <a:headEnd type="none" w="sm" len="sm"/>
              <a:tailEnd type="none" w="sm" len="sm"/>
            </a:ln>
          </p:spPr>
          <p:txBody>
            <a:bodyPr/>
            <a:lstStyle/>
            <a:p>
              <a:endParaRPr lang="en-US"/>
            </a:p>
          </p:txBody>
        </p:sp>
        <p:sp>
          <p:nvSpPr>
            <p:cNvPr id="8" name="AutoShape 13">
              <a:extLst>
                <a:ext uri="{FF2B5EF4-FFF2-40B4-BE49-F238E27FC236}">
                  <a16:creationId xmlns:a16="http://schemas.microsoft.com/office/drawing/2014/main" id="{8F937575-D503-76B3-721E-907B6C66E7D2}"/>
                </a:ext>
              </a:extLst>
            </p:cNvPr>
            <p:cNvSpPr/>
            <p:nvPr/>
          </p:nvSpPr>
          <p:spPr>
            <a:xfrm>
              <a:off x="8169" y="7053769"/>
              <a:ext cx="17964744" cy="0"/>
            </a:xfrm>
            <a:prstGeom prst="line">
              <a:avLst/>
            </a:prstGeom>
            <a:ln w="13973" cap="rnd">
              <a:solidFill>
                <a:srgbClr val="D9D9D9"/>
              </a:solidFill>
              <a:prstDash val="solid"/>
              <a:headEnd type="none" w="sm" len="sm"/>
              <a:tailEnd type="none" w="sm" len="sm"/>
            </a:ln>
          </p:spPr>
          <p:txBody>
            <a:bodyPr/>
            <a:lstStyle/>
            <a:p>
              <a:endParaRPr lang="en-US"/>
            </a:p>
          </p:txBody>
        </p:sp>
        <p:sp>
          <p:nvSpPr>
            <p:cNvPr id="9" name="AutoShape 14">
              <a:extLst>
                <a:ext uri="{FF2B5EF4-FFF2-40B4-BE49-F238E27FC236}">
                  <a16:creationId xmlns:a16="http://schemas.microsoft.com/office/drawing/2014/main" id="{4BC28D8D-14D5-9571-11D2-FAF7A96A9436}"/>
                </a:ext>
              </a:extLst>
            </p:cNvPr>
            <p:cNvSpPr/>
            <p:nvPr/>
          </p:nvSpPr>
          <p:spPr>
            <a:xfrm>
              <a:off x="8062312" y="1335608"/>
              <a:ext cx="0" cy="7718397"/>
            </a:xfrm>
            <a:prstGeom prst="line">
              <a:avLst/>
            </a:prstGeom>
            <a:ln w="13973" cap="rnd">
              <a:solidFill>
                <a:srgbClr val="D9D9D9"/>
              </a:solidFill>
              <a:prstDash val="solid"/>
              <a:headEnd type="none" w="sm" len="sm"/>
              <a:tailEnd type="none" w="sm" len="sm"/>
            </a:ln>
          </p:spPr>
          <p:txBody>
            <a:bodyPr/>
            <a:lstStyle/>
            <a:p>
              <a:endParaRPr lang="en-US"/>
            </a:p>
          </p:txBody>
        </p:sp>
        <p:sp>
          <p:nvSpPr>
            <p:cNvPr id="10" name="AutoShape 15">
              <a:extLst>
                <a:ext uri="{FF2B5EF4-FFF2-40B4-BE49-F238E27FC236}">
                  <a16:creationId xmlns:a16="http://schemas.microsoft.com/office/drawing/2014/main" id="{53F038A8-F565-1B67-4BE4-657371903034}"/>
                </a:ext>
              </a:extLst>
            </p:cNvPr>
            <p:cNvSpPr/>
            <p:nvPr/>
          </p:nvSpPr>
          <p:spPr>
            <a:xfrm flipH="1">
              <a:off x="12994820" y="1335608"/>
              <a:ext cx="0" cy="7718397"/>
            </a:xfrm>
            <a:prstGeom prst="line">
              <a:avLst/>
            </a:prstGeom>
            <a:ln w="13973" cap="rnd">
              <a:solidFill>
                <a:srgbClr val="D9D9D9"/>
              </a:solidFill>
              <a:prstDash val="solid"/>
              <a:headEnd type="none" w="sm" len="sm"/>
              <a:tailEnd type="none" w="sm" len="sm"/>
            </a:ln>
          </p:spPr>
          <p:txBody>
            <a:bodyPr/>
            <a:lstStyle/>
            <a:p>
              <a:endParaRPr lang="en-US"/>
            </a:p>
          </p:txBody>
        </p:sp>
        <p:sp>
          <p:nvSpPr>
            <p:cNvPr id="11" name="AutoShape 16">
              <a:extLst>
                <a:ext uri="{FF2B5EF4-FFF2-40B4-BE49-F238E27FC236}">
                  <a16:creationId xmlns:a16="http://schemas.microsoft.com/office/drawing/2014/main" id="{4908C3FC-4129-EBFE-5A38-1EBF866C2507}"/>
                </a:ext>
              </a:extLst>
            </p:cNvPr>
            <p:cNvSpPr/>
            <p:nvPr/>
          </p:nvSpPr>
          <p:spPr>
            <a:xfrm>
              <a:off x="0" y="9012725"/>
              <a:ext cx="17964744" cy="0"/>
            </a:xfrm>
            <a:prstGeom prst="line">
              <a:avLst/>
            </a:prstGeom>
            <a:ln w="83840" cap="flat">
              <a:solidFill>
                <a:srgbClr val="303949"/>
              </a:solidFill>
              <a:prstDash val="solid"/>
              <a:headEnd type="none" w="sm" len="sm"/>
              <a:tailEnd type="none" w="sm" len="sm"/>
            </a:ln>
          </p:spPr>
          <p:txBody>
            <a:bodyPr/>
            <a:lstStyle/>
            <a:p>
              <a:endParaRPr lang="en-US"/>
            </a:p>
          </p:txBody>
        </p:sp>
        <p:sp>
          <p:nvSpPr>
            <p:cNvPr id="12" name="AutoShape 17">
              <a:extLst>
                <a:ext uri="{FF2B5EF4-FFF2-40B4-BE49-F238E27FC236}">
                  <a16:creationId xmlns:a16="http://schemas.microsoft.com/office/drawing/2014/main" id="{08110A05-2B45-E5C2-4B06-E4DBA6066D24}"/>
                </a:ext>
              </a:extLst>
            </p:cNvPr>
            <p:cNvSpPr/>
            <p:nvPr/>
          </p:nvSpPr>
          <p:spPr>
            <a:xfrm>
              <a:off x="0" y="1376887"/>
              <a:ext cx="17964744" cy="0"/>
            </a:xfrm>
            <a:prstGeom prst="line">
              <a:avLst/>
            </a:prstGeom>
            <a:ln w="83840" cap="flat">
              <a:solidFill>
                <a:srgbClr val="303949"/>
              </a:solidFill>
              <a:prstDash val="solid"/>
              <a:headEnd type="none" w="sm" len="sm"/>
              <a:tailEnd type="none" w="sm" len="sm"/>
            </a:ln>
          </p:spPr>
          <p:txBody>
            <a:bodyPr/>
            <a:lstStyle/>
            <a:p>
              <a:endParaRPr lang="en-US"/>
            </a:p>
          </p:txBody>
        </p:sp>
        <p:sp>
          <p:nvSpPr>
            <p:cNvPr id="13" name="Freeform 18">
              <a:extLst>
                <a:ext uri="{FF2B5EF4-FFF2-40B4-BE49-F238E27FC236}">
                  <a16:creationId xmlns:a16="http://schemas.microsoft.com/office/drawing/2014/main" id="{D0512F8F-07FB-EDE6-C5FB-A486E763115E}"/>
                </a:ext>
              </a:extLst>
            </p:cNvPr>
            <p:cNvSpPr/>
            <p:nvPr/>
          </p:nvSpPr>
          <p:spPr>
            <a:xfrm>
              <a:off x="10118090" y="2354809"/>
              <a:ext cx="502339" cy="389998"/>
            </a:xfrm>
            <a:custGeom>
              <a:avLst/>
              <a:gdLst/>
              <a:ahLst/>
              <a:cxnLst/>
              <a:rect l="l" t="t" r="r" b="b"/>
              <a:pathLst>
                <a:path w="502339" h="389998">
                  <a:moveTo>
                    <a:pt x="0" y="0"/>
                  </a:moveTo>
                  <a:lnTo>
                    <a:pt x="502339" y="0"/>
                  </a:lnTo>
                  <a:lnTo>
                    <a:pt x="502339" y="389998"/>
                  </a:lnTo>
                  <a:lnTo>
                    <a:pt x="0" y="3899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4" name="Freeform 19">
              <a:extLst>
                <a:ext uri="{FF2B5EF4-FFF2-40B4-BE49-F238E27FC236}">
                  <a16:creationId xmlns:a16="http://schemas.microsoft.com/office/drawing/2014/main" id="{EDD51081-923D-17AA-9AF9-F2E2201502D4}"/>
                </a:ext>
              </a:extLst>
            </p:cNvPr>
            <p:cNvSpPr/>
            <p:nvPr/>
          </p:nvSpPr>
          <p:spPr>
            <a:xfrm>
              <a:off x="10118090" y="4126279"/>
              <a:ext cx="502339" cy="389998"/>
            </a:xfrm>
            <a:custGeom>
              <a:avLst/>
              <a:gdLst/>
              <a:ahLst/>
              <a:cxnLst/>
              <a:rect l="l" t="t" r="r" b="b"/>
              <a:pathLst>
                <a:path w="502339" h="389998">
                  <a:moveTo>
                    <a:pt x="0" y="0"/>
                  </a:moveTo>
                  <a:lnTo>
                    <a:pt x="502339" y="0"/>
                  </a:lnTo>
                  <a:lnTo>
                    <a:pt x="502339" y="389998"/>
                  </a:lnTo>
                  <a:lnTo>
                    <a:pt x="0" y="3899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5" name="Freeform 20">
              <a:extLst>
                <a:ext uri="{FF2B5EF4-FFF2-40B4-BE49-F238E27FC236}">
                  <a16:creationId xmlns:a16="http://schemas.microsoft.com/office/drawing/2014/main" id="{AD8B48E7-6E8F-CD2B-2453-827888DA6965}"/>
                </a:ext>
              </a:extLst>
            </p:cNvPr>
            <p:cNvSpPr/>
            <p:nvPr/>
          </p:nvSpPr>
          <p:spPr>
            <a:xfrm>
              <a:off x="15232697" y="2395889"/>
              <a:ext cx="502339" cy="389998"/>
            </a:xfrm>
            <a:custGeom>
              <a:avLst/>
              <a:gdLst/>
              <a:ahLst/>
              <a:cxnLst/>
              <a:rect l="l" t="t" r="r" b="b"/>
              <a:pathLst>
                <a:path w="502339" h="389998">
                  <a:moveTo>
                    <a:pt x="0" y="0"/>
                  </a:moveTo>
                  <a:lnTo>
                    <a:pt x="502339" y="0"/>
                  </a:lnTo>
                  <a:lnTo>
                    <a:pt x="502339" y="389998"/>
                  </a:lnTo>
                  <a:lnTo>
                    <a:pt x="0" y="3899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21">
              <a:extLst>
                <a:ext uri="{FF2B5EF4-FFF2-40B4-BE49-F238E27FC236}">
                  <a16:creationId xmlns:a16="http://schemas.microsoft.com/office/drawing/2014/main" id="{4DB91343-2908-2243-8F5A-3E153FBFCB7C}"/>
                </a:ext>
              </a:extLst>
            </p:cNvPr>
            <p:cNvSpPr/>
            <p:nvPr/>
          </p:nvSpPr>
          <p:spPr>
            <a:xfrm>
              <a:off x="15232697" y="4126279"/>
              <a:ext cx="502339" cy="389998"/>
            </a:xfrm>
            <a:custGeom>
              <a:avLst/>
              <a:gdLst/>
              <a:ahLst/>
              <a:cxnLst/>
              <a:rect l="l" t="t" r="r" b="b"/>
              <a:pathLst>
                <a:path w="502339" h="389998">
                  <a:moveTo>
                    <a:pt x="0" y="0"/>
                  </a:moveTo>
                  <a:lnTo>
                    <a:pt x="502339" y="0"/>
                  </a:lnTo>
                  <a:lnTo>
                    <a:pt x="502339" y="389998"/>
                  </a:lnTo>
                  <a:lnTo>
                    <a:pt x="0" y="3899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7" name="Freeform 22">
              <a:extLst>
                <a:ext uri="{FF2B5EF4-FFF2-40B4-BE49-F238E27FC236}">
                  <a16:creationId xmlns:a16="http://schemas.microsoft.com/office/drawing/2014/main" id="{D639F3F3-C800-5190-9572-E18D71053CF1}"/>
                </a:ext>
              </a:extLst>
            </p:cNvPr>
            <p:cNvSpPr/>
            <p:nvPr/>
          </p:nvSpPr>
          <p:spPr>
            <a:xfrm>
              <a:off x="15232697" y="5795882"/>
              <a:ext cx="502339" cy="389998"/>
            </a:xfrm>
            <a:custGeom>
              <a:avLst/>
              <a:gdLst/>
              <a:ahLst/>
              <a:cxnLst/>
              <a:rect l="l" t="t" r="r" b="b"/>
              <a:pathLst>
                <a:path w="502339" h="389998">
                  <a:moveTo>
                    <a:pt x="0" y="0"/>
                  </a:moveTo>
                  <a:lnTo>
                    <a:pt x="502339" y="0"/>
                  </a:lnTo>
                  <a:lnTo>
                    <a:pt x="502339" y="389998"/>
                  </a:lnTo>
                  <a:lnTo>
                    <a:pt x="0" y="3899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Freeform 23">
              <a:extLst>
                <a:ext uri="{FF2B5EF4-FFF2-40B4-BE49-F238E27FC236}">
                  <a16:creationId xmlns:a16="http://schemas.microsoft.com/office/drawing/2014/main" id="{136F6843-5B2B-61AA-DFBF-1C77BF666C47}"/>
                </a:ext>
              </a:extLst>
            </p:cNvPr>
            <p:cNvSpPr/>
            <p:nvPr/>
          </p:nvSpPr>
          <p:spPr>
            <a:xfrm>
              <a:off x="15232697" y="7777234"/>
              <a:ext cx="502339" cy="389998"/>
            </a:xfrm>
            <a:custGeom>
              <a:avLst/>
              <a:gdLst/>
              <a:ahLst/>
              <a:cxnLst/>
              <a:rect l="l" t="t" r="r" b="b"/>
              <a:pathLst>
                <a:path w="502339" h="389998">
                  <a:moveTo>
                    <a:pt x="0" y="0"/>
                  </a:moveTo>
                  <a:lnTo>
                    <a:pt x="502339" y="0"/>
                  </a:lnTo>
                  <a:lnTo>
                    <a:pt x="502339" y="389998"/>
                  </a:lnTo>
                  <a:lnTo>
                    <a:pt x="0" y="3899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24">
              <a:extLst>
                <a:ext uri="{FF2B5EF4-FFF2-40B4-BE49-F238E27FC236}">
                  <a16:creationId xmlns:a16="http://schemas.microsoft.com/office/drawing/2014/main" id="{BD6219DA-E76C-C01F-B8D1-E11514C4C4BA}"/>
                </a:ext>
              </a:extLst>
            </p:cNvPr>
            <p:cNvSpPr/>
            <p:nvPr/>
          </p:nvSpPr>
          <p:spPr>
            <a:xfrm>
              <a:off x="10180009" y="7777234"/>
              <a:ext cx="502339" cy="389998"/>
            </a:xfrm>
            <a:custGeom>
              <a:avLst/>
              <a:gdLst/>
              <a:ahLst/>
              <a:cxnLst/>
              <a:rect l="l" t="t" r="r" b="b"/>
              <a:pathLst>
                <a:path w="502339" h="389998">
                  <a:moveTo>
                    <a:pt x="0" y="0"/>
                  </a:moveTo>
                  <a:lnTo>
                    <a:pt x="502340" y="0"/>
                  </a:lnTo>
                  <a:lnTo>
                    <a:pt x="502340" y="389998"/>
                  </a:lnTo>
                  <a:lnTo>
                    <a:pt x="0" y="3899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0" name="TextBox 25">
              <a:extLst>
                <a:ext uri="{FF2B5EF4-FFF2-40B4-BE49-F238E27FC236}">
                  <a16:creationId xmlns:a16="http://schemas.microsoft.com/office/drawing/2014/main" id="{30FB7EBA-028B-239B-AC3B-B9CDB459577E}"/>
                </a:ext>
              </a:extLst>
            </p:cNvPr>
            <p:cNvSpPr txBox="1"/>
            <p:nvPr/>
          </p:nvSpPr>
          <p:spPr>
            <a:xfrm>
              <a:off x="0" y="2278684"/>
              <a:ext cx="6160284" cy="796836"/>
            </a:xfrm>
            <a:prstGeom prst="rect">
              <a:avLst/>
            </a:prstGeom>
          </p:spPr>
          <p:txBody>
            <a:bodyPr lIns="0" tIns="0" rIns="0" bIns="0" rtlCol="0" anchor="t">
              <a:spAutoFit/>
            </a:bodyPr>
            <a:lstStyle/>
            <a:p>
              <a:pPr algn="ctr">
                <a:lnSpc>
                  <a:spcPts val="2123"/>
                </a:lnSpc>
              </a:pPr>
              <a:r>
                <a:rPr lang="en-US" sz="1400" dirty="0">
                  <a:solidFill>
                    <a:srgbClr val="000000"/>
                  </a:solidFill>
                </a:rPr>
                <a:t>Ease of Material Handling</a:t>
              </a:r>
            </a:p>
          </p:txBody>
        </p:sp>
        <p:sp>
          <p:nvSpPr>
            <p:cNvPr id="21" name="TextBox 26">
              <a:extLst>
                <a:ext uri="{FF2B5EF4-FFF2-40B4-BE49-F238E27FC236}">
                  <a16:creationId xmlns:a16="http://schemas.microsoft.com/office/drawing/2014/main" id="{B3206A1F-F27D-39F0-9502-B925551DED35}"/>
                </a:ext>
              </a:extLst>
            </p:cNvPr>
            <p:cNvSpPr txBox="1"/>
            <p:nvPr/>
          </p:nvSpPr>
          <p:spPr>
            <a:xfrm>
              <a:off x="505190" y="-291710"/>
              <a:ext cx="4182574" cy="994949"/>
            </a:xfrm>
            <a:prstGeom prst="rect">
              <a:avLst/>
            </a:prstGeom>
          </p:spPr>
          <p:txBody>
            <a:bodyPr wrap="square" lIns="0" tIns="0" rIns="0" bIns="0" rtlCol="0" anchor="t">
              <a:spAutoFit/>
            </a:bodyPr>
            <a:lstStyle/>
            <a:p>
              <a:pPr algn="ctr">
                <a:lnSpc>
                  <a:spcPts val="2730"/>
                </a:lnSpc>
              </a:pPr>
              <a:r>
                <a:rPr lang="en-US" sz="2000" spc="195" dirty="0"/>
                <a:t>FEATURES</a:t>
              </a:r>
            </a:p>
          </p:txBody>
        </p:sp>
        <p:sp>
          <p:nvSpPr>
            <p:cNvPr id="22" name="TextBox 27">
              <a:extLst>
                <a:ext uri="{FF2B5EF4-FFF2-40B4-BE49-F238E27FC236}">
                  <a16:creationId xmlns:a16="http://schemas.microsoft.com/office/drawing/2014/main" id="{94A6B295-5F5B-4CD8-6F44-B69D7FD6F9ED}"/>
                </a:ext>
              </a:extLst>
            </p:cNvPr>
            <p:cNvSpPr txBox="1"/>
            <p:nvPr/>
          </p:nvSpPr>
          <p:spPr>
            <a:xfrm>
              <a:off x="8120147" y="-265461"/>
              <a:ext cx="3548075" cy="988760"/>
            </a:xfrm>
            <a:prstGeom prst="rect">
              <a:avLst/>
            </a:prstGeom>
          </p:spPr>
          <p:txBody>
            <a:bodyPr lIns="0" tIns="0" rIns="0" bIns="0" rtlCol="0" anchor="t">
              <a:spAutoFit/>
            </a:bodyPr>
            <a:lstStyle/>
            <a:p>
              <a:pPr algn="ctr">
                <a:lnSpc>
                  <a:spcPts val="2578"/>
                </a:lnSpc>
              </a:pPr>
              <a:r>
                <a:rPr lang="en-US" sz="2000" spc="184" dirty="0"/>
                <a:t>PRESENT</a:t>
              </a:r>
            </a:p>
          </p:txBody>
        </p:sp>
        <p:sp>
          <p:nvSpPr>
            <p:cNvPr id="23" name="TextBox 28">
              <a:extLst>
                <a:ext uri="{FF2B5EF4-FFF2-40B4-BE49-F238E27FC236}">
                  <a16:creationId xmlns:a16="http://schemas.microsoft.com/office/drawing/2014/main" id="{4DB26C85-9D85-9991-6E56-BF766711AB85}"/>
                </a:ext>
              </a:extLst>
            </p:cNvPr>
            <p:cNvSpPr txBox="1"/>
            <p:nvPr/>
          </p:nvSpPr>
          <p:spPr>
            <a:xfrm>
              <a:off x="12927115" y="-864457"/>
              <a:ext cx="4978093" cy="2009445"/>
            </a:xfrm>
            <a:prstGeom prst="rect">
              <a:avLst/>
            </a:prstGeom>
          </p:spPr>
          <p:txBody>
            <a:bodyPr lIns="0" tIns="0" rIns="0" bIns="0" rtlCol="0" anchor="t">
              <a:spAutoFit/>
            </a:bodyPr>
            <a:lstStyle/>
            <a:p>
              <a:pPr algn="ctr">
                <a:lnSpc>
                  <a:spcPts val="2578"/>
                </a:lnSpc>
              </a:pPr>
              <a:r>
                <a:rPr lang="en-US" sz="2000" spc="184" dirty="0"/>
                <a:t>MEZZANINE FLOOR</a:t>
              </a:r>
            </a:p>
          </p:txBody>
        </p:sp>
        <p:sp>
          <p:nvSpPr>
            <p:cNvPr id="24" name="TextBox 29">
              <a:extLst>
                <a:ext uri="{FF2B5EF4-FFF2-40B4-BE49-F238E27FC236}">
                  <a16:creationId xmlns:a16="http://schemas.microsoft.com/office/drawing/2014/main" id="{4CF13E89-567E-3228-88FC-7C251DB000C7}"/>
                </a:ext>
              </a:extLst>
            </p:cNvPr>
            <p:cNvSpPr txBox="1"/>
            <p:nvPr/>
          </p:nvSpPr>
          <p:spPr>
            <a:xfrm>
              <a:off x="0" y="3930618"/>
              <a:ext cx="4687764" cy="796836"/>
            </a:xfrm>
            <a:prstGeom prst="rect">
              <a:avLst/>
            </a:prstGeom>
          </p:spPr>
          <p:txBody>
            <a:bodyPr lIns="0" tIns="0" rIns="0" bIns="0" rtlCol="0" anchor="t">
              <a:spAutoFit/>
            </a:bodyPr>
            <a:lstStyle/>
            <a:p>
              <a:pPr algn="ctr">
                <a:lnSpc>
                  <a:spcPts val="2123"/>
                </a:lnSpc>
              </a:pPr>
              <a:r>
                <a:rPr lang="en-US" sz="1400">
                  <a:solidFill>
                    <a:srgbClr val="000000"/>
                  </a:solidFill>
                </a:rPr>
                <a:t>Space Utilization</a:t>
              </a:r>
            </a:p>
          </p:txBody>
        </p:sp>
        <p:sp>
          <p:nvSpPr>
            <p:cNvPr id="25" name="TextBox 30">
              <a:extLst>
                <a:ext uri="{FF2B5EF4-FFF2-40B4-BE49-F238E27FC236}">
                  <a16:creationId xmlns:a16="http://schemas.microsoft.com/office/drawing/2014/main" id="{D430AB58-56D5-7A79-4EA7-8C37A4B08684}"/>
                </a:ext>
              </a:extLst>
            </p:cNvPr>
            <p:cNvSpPr txBox="1"/>
            <p:nvPr/>
          </p:nvSpPr>
          <p:spPr>
            <a:xfrm>
              <a:off x="184128" y="5908468"/>
              <a:ext cx="4687764" cy="796836"/>
            </a:xfrm>
            <a:prstGeom prst="rect">
              <a:avLst/>
            </a:prstGeom>
          </p:spPr>
          <p:txBody>
            <a:bodyPr lIns="0" tIns="0" rIns="0" bIns="0" rtlCol="0" anchor="t">
              <a:spAutoFit/>
            </a:bodyPr>
            <a:lstStyle/>
            <a:p>
              <a:pPr algn="ctr">
                <a:lnSpc>
                  <a:spcPts val="2123"/>
                </a:lnSpc>
              </a:pPr>
              <a:r>
                <a:rPr lang="en-US" sz="1400">
                  <a:solidFill>
                    <a:srgbClr val="000000"/>
                  </a:solidFill>
                </a:rPr>
                <a:t>Machine Efficiency</a:t>
              </a:r>
            </a:p>
          </p:txBody>
        </p:sp>
        <p:sp>
          <p:nvSpPr>
            <p:cNvPr id="26" name="Freeform 31">
              <a:extLst>
                <a:ext uri="{FF2B5EF4-FFF2-40B4-BE49-F238E27FC236}">
                  <a16:creationId xmlns:a16="http://schemas.microsoft.com/office/drawing/2014/main" id="{ADAE1ED7-A7A3-000D-AD0D-5FBE11518A03}"/>
                </a:ext>
              </a:extLst>
            </p:cNvPr>
            <p:cNvSpPr/>
            <p:nvPr/>
          </p:nvSpPr>
          <p:spPr>
            <a:xfrm>
              <a:off x="10180009" y="5795882"/>
              <a:ext cx="502339" cy="389998"/>
            </a:xfrm>
            <a:custGeom>
              <a:avLst/>
              <a:gdLst/>
              <a:ahLst/>
              <a:cxnLst/>
              <a:rect l="l" t="t" r="r" b="b"/>
              <a:pathLst>
                <a:path w="502339" h="389998">
                  <a:moveTo>
                    <a:pt x="0" y="0"/>
                  </a:moveTo>
                  <a:lnTo>
                    <a:pt x="502340" y="0"/>
                  </a:lnTo>
                  <a:lnTo>
                    <a:pt x="502340" y="389998"/>
                  </a:lnTo>
                  <a:lnTo>
                    <a:pt x="0" y="3899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7" name="TextBox 32">
              <a:extLst>
                <a:ext uri="{FF2B5EF4-FFF2-40B4-BE49-F238E27FC236}">
                  <a16:creationId xmlns:a16="http://schemas.microsoft.com/office/drawing/2014/main" id="{6EEA5650-0505-A1CE-AAE6-A88A64F3DE22}"/>
                </a:ext>
              </a:extLst>
            </p:cNvPr>
            <p:cNvSpPr txBox="1"/>
            <p:nvPr/>
          </p:nvSpPr>
          <p:spPr>
            <a:xfrm>
              <a:off x="184128" y="7800772"/>
              <a:ext cx="4687764" cy="775889"/>
            </a:xfrm>
            <a:prstGeom prst="rect">
              <a:avLst/>
            </a:prstGeom>
          </p:spPr>
          <p:txBody>
            <a:bodyPr lIns="0" tIns="0" rIns="0" bIns="0" rtlCol="0" anchor="t">
              <a:spAutoFit/>
            </a:bodyPr>
            <a:lstStyle/>
            <a:p>
              <a:pPr algn="ctr">
                <a:lnSpc>
                  <a:spcPts val="2123"/>
                </a:lnSpc>
              </a:pPr>
              <a:r>
                <a:rPr lang="en-US" sz="1400">
                  <a:solidFill>
                    <a:srgbClr val="000000"/>
                  </a:solidFill>
                </a:rPr>
                <a:t>More Inventory Space</a:t>
              </a:r>
            </a:p>
          </p:txBody>
        </p:sp>
      </p:grpSp>
      <p:sp>
        <p:nvSpPr>
          <p:cNvPr id="2" name="Slide Number Placeholder 1">
            <a:extLst>
              <a:ext uri="{FF2B5EF4-FFF2-40B4-BE49-F238E27FC236}">
                <a16:creationId xmlns:a16="http://schemas.microsoft.com/office/drawing/2014/main" id="{ED9373C1-CD7B-6E29-3CDF-565579F911ED}"/>
              </a:ext>
            </a:extLst>
          </p:cNvPr>
          <p:cNvSpPr>
            <a:spLocks noGrp="1"/>
          </p:cNvSpPr>
          <p:nvPr>
            <p:ph type="sldNum" sz="quarter" idx="7"/>
          </p:nvPr>
        </p:nvSpPr>
        <p:spPr/>
        <p:txBody>
          <a:bodyPr/>
          <a:lstStyle/>
          <a:p>
            <a:fld id="{B6F15528-21DE-4FAA-801E-634DDDAF4B2B}" type="slidenum">
              <a:rPr lang="en-US" smtClean="0"/>
              <a:t>38</a:t>
            </a:fld>
            <a:endParaRPr lang="en-US"/>
          </a:p>
        </p:txBody>
      </p:sp>
    </p:spTree>
    <p:extLst>
      <p:ext uri="{BB962C8B-B14F-4D97-AF65-F5344CB8AC3E}">
        <p14:creationId xmlns:p14="http://schemas.microsoft.com/office/powerpoint/2010/main" val="1774491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p:nvPr/>
        </p:nvSpPr>
        <p:spPr>
          <a:xfrm>
            <a:off x="8639556" y="539495"/>
            <a:ext cx="36830" cy="36830"/>
          </a:xfrm>
          <a:custGeom>
            <a:avLst/>
            <a:gdLst/>
            <a:ahLst/>
            <a:cxnLst/>
            <a:rect l="l" t="t" r="r" b="b"/>
            <a:pathLst>
              <a:path w="36829" h="36829">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p:nvPr/>
        </p:nvSpPr>
        <p:spPr>
          <a:xfrm>
            <a:off x="8639556" y="899160"/>
            <a:ext cx="36830" cy="36830"/>
          </a:xfrm>
          <a:custGeom>
            <a:avLst/>
            <a:gdLst/>
            <a:ahLst/>
            <a:cxnLst/>
            <a:rect l="l" t="t" r="r" b="b"/>
            <a:pathLst>
              <a:path w="36829" h="36830">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p:nvPr/>
        </p:nvSpPr>
        <p:spPr>
          <a:xfrm>
            <a:off x="8639556" y="1258824"/>
            <a:ext cx="36830" cy="36830"/>
          </a:xfrm>
          <a:custGeom>
            <a:avLst/>
            <a:gdLst/>
            <a:ahLst/>
            <a:cxnLst/>
            <a:rect l="l" t="t" r="r" b="b"/>
            <a:pathLst>
              <a:path w="36829" h="36830">
                <a:moveTo>
                  <a:pt x="18288" y="0"/>
                </a:moveTo>
                <a:lnTo>
                  <a:pt x="11144" y="1428"/>
                </a:lnTo>
                <a:lnTo>
                  <a:pt x="5333" y="5334"/>
                </a:lnTo>
                <a:lnTo>
                  <a:pt x="1428" y="11144"/>
                </a:lnTo>
                <a:lnTo>
                  <a:pt x="0" y="18287"/>
                </a:lnTo>
                <a:lnTo>
                  <a:pt x="1428" y="25431"/>
                </a:lnTo>
                <a:lnTo>
                  <a:pt x="5334" y="31241"/>
                </a:lnTo>
                <a:lnTo>
                  <a:pt x="11144" y="35147"/>
                </a:lnTo>
                <a:lnTo>
                  <a:pt x="18288" y="36575"/>
                </a:lnTo>
                <a:lnTo>
                  <a:pt x="25431" y="35147"/>
                </a:lnTo>
                <a:lnTo>
                  <a:pt x="31242" y="31241"/>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3"/>
          <p:cNvSpPr/>
          <p:nvPr/>
        </p:nvSpPr>
        <p:spPr>
          <a:xfrm>
            <a:off x="8964168" y="1258824"/>
            <a:ext cx="35560" cy="36830"/>
          </a:xfrm>
          <a:custGeom>
            <a:avLst/>
            <a:gdLst/>
            <a:ahLst/>
            <a:cxnLst/>
            <a:rect l="l" t="t" r="r" b="b"/>
            <a:pathLst>
              <a:path w="35559" h="36830">
                <a:moveTo>
                  <a:pt x="27177" y="0"/>
                </a:moveTo>
                <a:lnTo>
                  <a:pt x="7874" y="0"/>
                </a:lnTo>
                <a:lnTo>
                  <a:pt x="0" y="8127"/>
                </a:lnTo>
                <a:lnTo>
                  <a:pt x="0" y="18287"/>
                </a:lnTo>
                <a:lnTo>
                  <a:pt x="0" y="28448"/>
                </a:lnTo>
                <a:lnTo>
                  <a:pt x="7874" y="36575"/>
                </a:lnTo>
                <a:lnTo>
                  <a:pt x="27177" y="36575"/>
                </a:lnTo>
                <a:lnTo>
                  <a:pt x="35051" y="28448"/>
                </a:lnTo>
                <a:lnTo>
                  <a:pt x="35051" y="8127"/>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p:nvPr/>
        </p:nvSpPr>
        <p:spPr>
          <a:xfrm>
            <a:off x="8964168" y="1620011"/>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8964168" y="1979676"/>
            <a:ext cx="35560" cy="36830"/>
          </a:xfrm>
          <a:custGeom>
            <a:avLst/>
            <a:gdLst/>
            <a:ahLst/>
            <a:cxnLst/>
            <a:rect l="l" t="t" r="r" b="b"/>
            <a:pathLst>
              <a:path w="35559" h="36830">
                <a:moveTo>
                  <a:pt x="27177" y="0"/>
                </a:moveTo>
                <a:lnTo>
                  <a:pt x="7874" y="0"/>
                </a:lnTo>
                <a:lnTo>
                  <a:pt x="0" y="8128"/>
                </a:lnTo>
                <a:lnTo>
                  <a:pt x="0" y="18287"/>
                </a:lnTo>
                <a:lnTo>
                  <a:pt x="0" y="28448"/>
                </a:lnTo>
                <a:lnTo>
                  <a:pt x="7874" y="36575"/>
                </a:lnTo>
                <a:lnTo>
                  <a:pt x="27177" y="36575"/>
                </a:lnTo>
                <a:lnTo>
                  <a:pt x="35051" y="28448"/>
                </a:lnTo>
                <a:lnTo>
                  <a:pt x="35051" y="8128"/>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6083808" y="4604003"/>
            <a:ext cx="539750" cy="539750"/>
          </a:xfrm>
          <a:custGeom>
            <a:avLst/>
            <a:gdLst/>
            <a:ahLst/>
            <a:cxnLst/>
            <a:rect l="l" t="t" r="r" b="b"/>
            <a:pathLst>
              <a:path w="539750" h="539750">
                <a:moveTo>
                  <a:pt x="539495" y="0"/>
                </a:moveTo>
                <a:lnTo>
                  <a:pt x="0" y="0"/>
                </a:lnTo>
                <a:lnTo>
                  <a:pt x="0" y="539496"/>
                </a:lnTo>
                <a:lnTo>
                  <a:pt x="539495" y="539496"/>
                </a:lnTo>
                <a:lnTo>
                  <a:pt x="539495"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5724144"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5364479"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21" name="object 21"/>
          <p:cNvPicPr/>
          <p:nvPr/>
        </p:nvPicPr>
        <p:blipFill>
          <a:blip r:embed="rId2" cstate="print"/>
          <a:stretch>
            <a:fillRect/>
          </a:stretch>
        </p:blipFill>
        <p:spPr>
          <a:xfrm>
            <a:off x="0" y="935990"/>
            <a:ext cx="4323587" cy="2814828"/>
          </a:xfrm>
          <a:prstGeom prst="rect">
            <a:avLst/>
          </a:prstGeom>
        </p:spPr>
      </p:pic>
      <p:sp>
        <p:nvSpPr>
          <p:cNvPr id="22" name="object 22"/>
          <p:cNvSpPr txBox="1"/>
          <p:nvPr/>
        </p:nvSpPr>
        <p:spPr>
          <a:xfrm>
            <a:off x="3197416" y="917575"/>
            <a:ext cx="858519" cy="94043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6000" b="1" i="0" u="none" strike="noStrike" kern="1200" cap="none" spc="-990" normalizeH="0" baseline="0" noProof="0" dirty="0">
                <a:ln>
                  <a:noFill/>
                </a:ln>
                <a:solidFill>
                  <a:srgbClr val="FFFFFF"/>
                </a:solidFill>
                <a:effectLst/>
                <a:uLnTx/>
                <a:uFillTx/>
                <a:latin typeface="Verdana"/>
                <a:ea typeface="+mn-ea"/>
                <a:cs typeface="Verdana"/>
              </a:rPr>
              <a:t>0</a:t>
            </a:r>
            <a:r>
              <a:rPr kumimoji="0" lang="en-US" sz="6000" b="1" i="0" u="none" strike="noStrike" kern="1200" cap="none" spc="-990" normalizeH="0" baseline="0" noProof="0" dirty="0">
                <a:ln>
                  <a:noFill/>
                </a:ln>
                <a:solidFill>
                  <a:srgbClr val="FFFFFF"/>
                </a:solidFill>
                <a:effectLst/>
                <a:uLnTx/>
                <a:uFillTx/>
                <a:latin typeface="Verdana"/>
                <a:ea typeface="+mn-ea"/>
                <a:cs typeface="Verdana"/>
              </a:rPr>
              <a:t>2</a:t>
            </a:r>
            <a:endParaRPr kumimoji="0" sz="6000" b="0" i="0" u="none" strike="noStrike" kern="1200" cap="none" spc="0" normalizeH="0" baseline="0" noProof="0" dirty="0">
              <a:ln>
                <a:noFill/>
              </a:ln>
              <a:solidFill>
                <a:prstClr val="black"/>
              </a:solidFill>
              <a:effectLst/>
              <a:uLnTx/>
              <a:uFillTx/>
              <a:latin typeface="Verdana"/>
              <a:ea typeface="+mn-ea"/>
              <a:cs typeface="Verdana"/>
            </a:endParaRPr>
          </a:p>
        </p:txBody>
      </p:sp>
      <p:sp>
        <p:nvSpPr>
          <p:cNvPr id="3" name="TextBox 2">
            <a:extLst>
              <a:ext uri="{FF2B5EF4-FFF2-40B4-BE49-F238E27FC236}">
                <a16:creationId xmlns:a16="http://schemas.microsoft.com/office/drawing/2014/main" id="{624D4BBE-AE64-AC5B-3805-0D9B871EFB2B}"/>
              </a:ext>
            </a:extLst>
          </p:cNvPr>
          <p:cNvSpPr txBox="1"/>
          <p:nvPr/>
        </p:nvSpPr>
        <p:spPr>
          <a:xfrm>
            <a:off x="3083982" y="2050747"/>
            <a:ext cx="6096000" cy="2123658"/>
          </a:xfrm>
          <a:prstGeom prst="rect">
            <a:avLst/>
          </a:prstGeom>
          <a:noFill/>
        </p:spPr>
        <p:txBody>
          <a:bodyPr wrap="square">
            <a:spAutoFit/>
          </a:bodyPr>
          <a:lstStyle/>
          <a:p>
            <a:r>
              <a:rPr lang="en-US" sz="4400" b="1" dirty="0">
                <a:latin typeface="+mj-lt"/>
              </a:rPr>
              <a:t>Statistical Quality Control with Excel and Power BI </a:t>
            </a:r>
          </a:p>
        </p:txBody>
      </p:sp>
      <p:sp>
        <p:nvSpPr>
          <p:cNvPr id="2" name="Slide Number Placeholder 1">
            <a:extLst>
              <a:ext uri="{FF2B5EF4-FFF2-40B4-BE49-F238E27FC236}">
                <a16:creationId xmlns:a16="http://schemas.microsoft.com/office/drawing/2014/main" id="{13729F96-A63B-A708-6F10-B204E7DD4F81}"/>
              </a:ext>
            </a:extLst>
          </p:cNvPr>
          <p:cNvSpPr>
            <a:spLocks noGrp="1"/>
          </p:cNvSpPr>
          <p:nvPr>
            <p:ph type="sldNum" sz="quarter" idx="7"/>
          </p:nvPr>
        </p:nvSpPr>
        <p:spPr/>
        <p:txBody>
          <a:bodyPr/>
          <a:lstStyle/>
          <a:p>
            <a:fld id="{B6F15528-21DE-4FAA-801E-634DDDAF4B2B}" type="slidenum">
              <a:rPr lang="en-US" smtClean="0"/>
              <a:t>39</a:t>
            </a:fld>
            <a:endParaRPr lang="en-US"/>
          </a:p>
        </p:txBody>
      </p:sp>
    </p:spTree>
    <p:extLst>
      <p:ext uri="{BB962C8B-B14F-4D97-AF65-F5344CB8AC3E}">
        <p14:creationId xmlns:p14="http://schemas.microsoft.com/office/powerpoint/2010/main" val="2254500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3" name="object 3"/>
          <p:cNvSpPr/>
          <p:nvPr/>
        </p:nvSpPr>
        <p:spPr>
          <a:xfrm>
            <a:off x="8496300" y="0"/>
            <a:ext cx="647700" cy="5144007"/>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4" name="object 4"/>
          <p:cNvSpPr/>
          <p:nvPr/>
        </p:nvSpPr>
        <p:spPr>
          <a:xfrm>
            <a:off x="6083808" y="0"/>
            <a:ext cx="539750" cy="539750"/>
          </a:xfrm>
          <a:custGeom>
            <a:avLst/>
            <a:gdLst/>
            <a:ahLst/>
            <a:cxnLst/>
            <a:rect l="l" t="t" r="r" b="b"/>
            <a:pathLst>
              <a:path w="539750" h="539750">
                <a:moveTo>
                  <a:pt x="539495" y="0"/>
                </a:moveTo>
                <a:lnTo>
                  <a:pt x="0" y="0"/>
                </a:lnTo>
                <a:lnTo>
                  <a:pt x="0" y="539496"/>
                </a:lnTo>
                <a:lnTo>
                  <a:pt x="539495" y="539496"/>
                </a:lnTo>
                <a:lnTo>
                  <a:pt x="539495" y="0"/>
                </a:lnTo>
                <a:close/>
              </a:path>
            </a:pathLst>
          </a:custGeom>
          <a:solidFill>
            <a:srgbClr val="4475C9"/>
          </a:solidFill>
        </p:spPr>
        <p:txBody>
          <a:bodyPr wrap="square" lIns="0" tIns="0" rIns="0" bIns="0" rtlCol="0"/>
          <a:lstStyle/>
          <a:p>
            <a:endParaRPr/>
          </a:p>
        </p:txBody>
      </p:sp>
      <p:sp>
        <p:nvSpPr>
          <p:cNvPr id="5" name="object 5"/>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6" name="object 6"/>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8" name="object 8"/>
          <p:cNvSpPr/>
          <p:nvPr/>
        </p:nvSpPr>
        <p:spPr>
          <a:xfrm>
            <a:off x="3241548" y="4604003"/>
            <a:ext cx="539750" cy="539750"/>
          </a:xfrm>
          <a:custGeom>
            <a:avLst/>
            <a:gdLst/>
            <a:ahLst/>
            <a:cxnLst/>
            <a:rect l="l" t="t" r="r" b="b"/>
            <a:pathLst>
              <a:path w="539750" h="539750">
                <a:moveTo>
                  <a:pt x="539496" y="0"/>
                </a:moveTo>
                <a:lnTo>
                  <a:pt x="0" y="0"/>
                </a:lnTo>
                <a:lnTo>
                  <a:pt x="0" y="539496"/>
                </a:lnTo>
                <a:lnTo>
                  <a:pt x="539496" y="539496"/>
                </a:lnTo>
                <a:lnTo>
                  <a:pt x="539496" y="0"/>
                </a:lnTo>
                <a:close/>
              </a:path>
            </a:pathLst>
          </a:custGeom>
          <a:solidFill>
            <a:srgbClr val="4475C9"/>
          </a:solidFill>
        </p:spPr>
        <p:txBody>
          <a:bodyPr wrap="square" lIns="0" tIns="0" rIns="0" bIns="0" rtlCol="0"/>
          <a:lstStyle/>
          <a:p>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endParaRPr/>
          </a:p>
        </p:txBody>
      </p:sp>
      <p:sp>
        <p:nvSpPr>
          <p:cNvPr id="12" name="object 12"/>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181818"/>
            </a:solidFill>
          </a:ln>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4" name="object 44"/>
          <p:cNvSpPr txBox="1">
            <a:spLocks noGrp="1"/>
          </p:cNvSpPr>
          <p:nvPr>
            <p:ph type="title"/>
          </p:nvPr>
        </p:nvSpPr>
        <p:spPr>
          <a:xfrm>
            <a:off x="2402296" y="566381"/>
            <a:ext cx="3574415" cy="505267"/>
          </a:xfrm>
          <a:prstGeom prst="rect">
            <a:avLst/>
          </a:prstGeom>
        </p:spPr>
        <p:txBody>
          <a:bodyPr vert="horz" wrap="square" lIns="0" tIns="12700" rIns="0" bIns="0" rtlCol="0">
            <a:spAutoFit/>
          </a:bodyPr>
          <a:lstStyle/>
          <a:p>
            <a:pPr marL="12700" algn="ctr">
              <a:lnSpc>
                <a:spcPct val="100000"/>
              </a:lnSpc>
              <a:spcBef>
                <a:spcPts val="100"/>
              </a:spcBef>
            </a:pPr>
            <a:r>
              <a:rPr sz="3200" spc="-85" dirty="0">
                <a:latin typeface="+mj-lt"/>
              </a:rPr>
              <a:t>Table</a:t>
            </a:r>
            <a:r>
              <a:rPr sz="3200" spc="-160" dirty="0">
                <a:latin typeface="+mj-lt"/>
              </a:rPr>
              <a:t> </a:t>
            </a:r>
            <a:r>
              <a:rPr sz="3200" spc="-60" dirty="0">
                <a:latin typeface="+mj-lt"/>
              </a:rPr>
              <a:t>of</a:t>
            </a:r>
            <a:r>
              <a:rPr sz="3200" spc="-155" dirty="0">
                <a:latin typeface="+mj-lt"/>
              </a:rPr>
              <a:t> </a:t>
            </a:r>
            <a:r>
              <a:rPr sz="3200" spc="-10" dirty="0">
                <a:latin typeface="+mj-lt"/>
              </a:rPr>
              <a:t>c</a:t>
            </a:r>
            <a:r>
              <a:rPr sz="3200" spc="-5" dirty="0">
                <a:latin typeface="+mj-lt"/>
              </a:rPr>
              <a:t>o</a:t>
            </a:r>
            <a:r>
              <a:rPr sz="3200" spc="-45" dirty="0">
                <a:latin typeface="+mj-lt"/>
              </a:rPr>
              <a:t>nt</a:t>
            </a:r>
            <a:r>
              <a:rPr sz="3200" spc="-50" dirty="0">
                <a:latin typeface="+mj-lt"/>
              </a:rPr>
              <a:t>e</a:t>
            </a:r>
            <a:r>
              <a:rPr sz="3200" spc="-75" dirty="0">
                <a:latin typeface="+mj-lt"/>
              </a:rPr>
              <a:t>nts</a:t>
            </a:r>
          </a:p>
        </p:txBody>
      </p:sp>
      <p:sp>
        <p:nvSpPr>
          <p:cNvPr id="45" name="object 45"/>
          <p:cNvSpPr txBox="1"/>
          <p:nvPr/>
        </p:nvSpPr>
        <p:spPr>
          <a:xfrm>
            <a:off x="1409700" y="1473708"/>
            <a:ext cx="719455" cy="647700"/>
          </a:xfrm>
          <a:prstGeom prst="rect">
            <a:avLst/>
          </a:prstGeom>
          <a:solidFill>
            <a:srgbClr val="4475C9"/>
          </a:solidFill>
        </p:spPr>
        <p:txBody>
          <a:bodyPr vert="horz" wrap="square" lIns="0" tIns="77470" rIns="0" bIns="0" rtlCol="0">
            <a:spAutoFit/>
          </a:bodyPr>
          <a:lstStyle/>
          <a:p>
            <a:pPr marL="152400">
              <a:lnSpc>
                <a:spcPct val="100000"/>
              </a:lnSpc>
              <a:spcBef>
                <a:spcPts val="610"/>
              </a:spcBef>
            </a:pPr>
            <a:r>
              <a:rPr sz="3000" b="1" spc="-505" dirty="0">
                <a:solidFill>
                  <a:srgbClr val="FFFFFF"/>
                </a:solidFill>
                <a:latin typeface="Verdana"/>
                <a:cs typeface="Verdana"/>
              </a:rPr>
              <a:t>01</a:t>
            </a:r>
            <a:endParaRPr sz="3000">
              <a:latin typeface="Verdana"/>
              <a:cs typeface="Verdana"/>
            </a:endParaRPr>
          </a:p>
        </p:txBody>
      </p:sp>
      <p:sp>
        <p:nvSpPr>
          <p:cNvPr id="46" name="object 46"/>
          <p:cNvSpPr txBox="1"/>
          <p:nvPr/>
        </p:nvSpPr>
        <p:spPr>
          <a:xfrm>
            <a:off x="1409700" y="3389376"/>
            <a:ext cx="734695" cy="646430"/>
          </a:xfrm>
          <a:prstGeom prst="rect">
            <a:avLst/>
          </a:prstGeom>
          <a:solidFill>
            <a:srgbClr val="4475C9"/>
          </a:solidFill>
        </p:spPr>
        <p:txBody>
          <a:bodyPr vert="horz" wrap="square" lIns="0" tIns="77470" rIns="0" bIns="0" rtlCol="0">
            <a:spAutoFit/>
          </a:bodyPr>
          <a:lstStyle/>
          <a:p>
            <a:pPr marL="120650">
              <a:lnSpc>
                <a:spcPct val="100000"/>
              </a:lnSpc>
              <a:spcBef>
                <a:spcPts val="610"/>
              </a:spcBef>
            </a:pPr>
            <a:r>
              <a:rPr sz="3000" b="1" spc="-210" dirty="0">
                <a:solidFill>
                  <a:srgbClr val="FFFFFF"/>
                </a:solidFill>
                <a:latin typeface="Verdana"/>
                <a:cs typeface="Verdana"/>
              </a:rPr>
              <a:t>03</a:t>
            </a:r>
            <a:endParaRPr sz="3000">
              <a:latin typeface="Verdana"/>
              <a:cs typeface="Verdana"/>
            </a:endParaRPr>
          </a:p>
        </p:txBody>
      </p:sp>
      <p:sp>
        <p:nvSpPr>
          <p:cNvPr id="47" name="object 47"/>
          <p:cNvSpPr txBox="1"/>
          <p:nvPr/>
        </p:nvSpPr>
        <p:spPr>
          <a:xfrm>
            <a:off x="1409700" y="2427732"/>
            <a:ext cx="734695" cy="646430"/>
          </a:xfrm>
          <a:prstGeom prst="rect">
            <a:avLst/>
          </a:prstGeom>
          <a:solidFill>
            <a:srgbClr val="4475C9"/>
          </a:solidFill>
        </p:spPr>
        <p:txBody>
          <a:bodyPr vert="horz" wrap="square" lIns="0" tIns="76835" rIns="0" bIns="0" rtlCol="0">
            <a:spAutoFit/>
          </a:bodyPr>
          <a:lstStyle/>
          <a:p>
            <a:pPr marL="121920">
              <a:lnSpc>
                <a:spcPct val="100000"/>
              </a:lnSpc>
              <a:spcBef>
                <a:spcPts val="605"/>
              </a:spcBef>
            </a:pPr>
            <a:r>
              <a:rPr sz="3000" b="1" spc="-215" dirty="0">
                <a:solidFill>
                  <a:srgbClr val="FFFFFF"/>
                </a:solidFill>
                <a:latin typeface="Verdana"/>
                <a:cs typeface="Verdana"/>
              </a:rPr>
              <a:t>02</a:t>
            </a:r>
            <a:endParaRPr sz="3000">
              <a:latin typeface="Verdana"/>
              <a:cs typeface="Verdana"/>
            </a:endParaRPr>
          </a:p>
        </p:txBody>
      </p:sp>
      <p:sp>
        <p:nvSpPr>
          <p:cNvPr id="48" name="object 48"/>
          <p:cNvSpPr txBox="1"/>
          <p:nvPr/>
        </p:nvSpPr>
        <p:spPr>
          <a:xfrm>
            <a:off x="2300032" y="1615088"/>
            <a:ext cx="1063625" cy="320601"/>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181818"/>
                </a:solidFill>
                <a:cs typeface="Verdana"/>
              </a:rPr>
              <a:t>P</a:t>
            </a:r>
            <a:r>
              <a:rPr sz="2000" b="1" spc="-45" dirty="0">
                <a:solidFill>
                  <a:srgbClr val="181818"/>
                </a:solidFill>
                <a:cs typeface="Verdana"/>
              </a:rPr>
              <a:t>ro</a:t>
            </a:r>
            <a:r>
              <a:rPr sz="2000" b="1" spc="-65" dirty="0">
                <a:solidFill>
                  <a:srgbClr val="181818"/>
                </a:solidFill>
                <a:cs typeface="Verdana"/>
              </a:rPr>
              <a:t>b</a:t>
            </a:r>
            <a:r>
              <a:rPr sz="2000" b="1" spc="-40" dirty="0">
                <a:solidFill>
                  <a:srgbClr val="181818"/>
                </a:solidFill>
                <a:cs typeface="Verdana"/>
              </a:rPr>
              <a:t>lem</a:t>
            </a:r>
            <a:endParaRPr sz="2000" dirty="0">
              <a:cs typeface="Verdana"/>
            </a:endParaRPr>
          </a:p>
        </p:txBody>
      </p:sp>
      <p:sp>
        <p:nvSpPr>
          <p:cNvPr id="49" name="object 49"/>
          <p:cNvSpPr txBox="1"/>
          <p:nvPr/>
        </p:nvSpPr>
        <p:spPr>
          <a:xfrm>
            <a:off x="2299461" y="2522914"/>
            <a:ext cx="1339850" cy="320601"/>
          </a:xfrm>
          <a:prstGeom prst="rect">
            <a:avLst/>
          </a:prstGeom>
        </p:spPr>
        <p:txBody>
          <a:bodyPr vert="horz" wrap="square" lIns="0" tIns="12700" rIns="0" bIns="0" rtlCol="0">
            <a:spAutoFit/>
          </a:bodyPr>
          <a:lstStyle/>
          <a:p>
            <a:pPr marL="12700">
              <a:lnSpc>
                <a:spcPct val="100000"/>
              </a:lnSpc>
              <a:spcBef>
                <a:spcPts val="100"/>
              </a:spcBef>
            </a:pPr>
            <a:r>
              <a:rPr sz="2000" b="1" spc="-40" dirty="0">
                <a:solidFill>
                  <a:srgbClr val="181818"/>
                </a:solidFill>
                <a:cs typeface="Verdana"/>
              </a:rPr>
              <a:t>Motivation</a:t>
            </a:r>
            <a:endParaRPr sz="2000" dirty="0">
              <a:cs typeface="Verdana"/>
            </a:endParaRPr>
          </a:p>
        </p:txBody>
      </p:sp>
      <p:sp>
        <p:nvSpPr>
          <p:cNvPr id="50" name="object 50"/>
          <p:cNvSpPr txBox="1"/>
          <p:nvPr/>
        </p:nvSpPr>
        <p:spPr>
          <a:xfrm>
            <a:off x="2311461" y="3521159"/>
            <a:ext cx="1040765" cy="320601"/>
          </a:xfrm>
          <a:prstGeom prst="rect">
            <a:avLst/>
          </a:prstGeom>
        </p:spPr>
        <p:txBody>
          <a:bodyPr vert="horz" wrap="square" lIns="0" tIns="12700" rIns="0" bIns="0" rtlCol="0">
            <a:spAutoFit/>
          </a:bodyPr>
          <a:lstStyle/>
          <a:p>
            <a:pPr marL="12700">
              <a:lnSpc>
                <a:spcPct val="100000"/>
              </a:lnSpc>
              <a:spcBef>
                <a:spcPts val="100"/>
              </a:spcBef>
            </a:pPr>
            <a:r>
              <a:rPr sz="2000" b="1" spc="-50" dirty="0">
                <a:solidFill>
                  <a:srgbClr val="181818"/>
                </a:solidFill>
                <a:cs typeface="Verdana"/>
              </a:rPr>
              <a:t>Solution</a:t>
            </a:r>
            <a:endParaRPr sz="2000" dirty="0">
              <a:cs typeface="Verdana"/>
            </a:endParaRPr>
          </a:p>
        </p:txBody>
      </p:sp>
      <p:sp>
        <p:nvSpPr>
          <p:cNvPr id="51" name="object 51"/>
          <p:cNvSpPr txBox="1"/>
          <p:nvPr/>
        </p:nvSpPr>
        <p:spPr>
          <a:xfrm>
            <a:off x="5187696" y="1889760"/>
            <a:ext cx="721360" cy="646430"/>
          </a:xfrm>
          <a:prstGeom prst="rect">
            <a:avLst/>
          </a:prstGeom>
          <a:solidFill>
            <a:srgbClr val="4475C9"/>
          </a:solidFill>
        </p:spPr>
        <p:txBody>
          <a:bodyPr vert="horz" wrap="square" lIns="0" tIns="76835" rIns="0" bIns="0" rtlCol="0">
            <a:spAutoFit/>
          </a:bodyPr>
          <a:lstStyle/>
          <a:p>
            <a:pPr marL="97155">
              <a:lnSpc>
                <a:spcPct val="100000"/>
              </a:lnSpc>
              <a:spcBef>
                <a:spcPts val="605"/>
              </a:spcBef>
            </a:pPr>
            <a:r>
              <a:rPr sz="3000" b="1" spc="-60" dirty="0">
                <a:solidFill>
                  <a:srgbClr val="FFFFFF"/>
                </a:solidFill>
                <a:latin typeface="Verdana"/>
                <a:cs typeface="Verdana"/>
              </a:rPr>
              <a:t>04</a:t>
            </a:r>
            <a:endParaRPr sz="3000">
              <a:latin typeface="Verdana"/>
              <a:cs typeface="Verdana"/>
            </a:endParaRPr>
          </a:p>
        </p:txBody>
      </p:sp>
      <p:sp>
        <p:nvSpPr>
          <p:cNvPr id="52" name="object 52"/>
          <p:cNvSpPr txBox="1"/>
          <p:nvPr/>
        </p:nvSpPr>
        <p:spPr>
          <a:xfrm>
            <a:off x="6076188" y="2052674"/>
            <a:ext cx="1094740" cy="320601"/>
          </a:xfrm>
          <a:prstGeom prst="rect">
            <a:avLst/>
          </a:prstGeom>
        </p:spPr>
        <p:txBody>
          <a:bodyPr vert="horz" wrap="square" lIns="0" tIns="12700" rIns="0" bIns="0" rtlCol="0">
            <a:spAutoFit/>
          </a:bodyPr>
          <a:lstStyle/>
          <a:p>
            <a:pPr marL="12700">
              <a:lnSpc>
                <a:spcPct val="100000"/>
              </a:lnSpc>
              <a:spcBef>
                <a:spcPts val="100"/>
              </a:spcBef>
            </a:pPr>
            <a:r>
              <a:rPr sz="2000" b="1" spc="-30" dirty="0">
                <a:solidFill>
                  <a:srgbClr val="181818"/>
                </a:solidFill>
                <a:cs typeface="Verdana"/>
              </a:rPr>
              <a:t>F</a:t>
            </a:r>
            <a:r>
              <a:rPr sz="2000" b="1" spc="-40" dirty="0">
                <a:solidFill>
                  <a:srgbClr val="181818"/>
                </a:solidFill>
                <a:cs typeface="Verdana"/>
              </a:rPr>
              <a:t>e</a:t>
            </a:r>
            <a:r>
              <a:rPr sz="2000" b="1" spc="-60" dirty="0">
                <a:solidFill>
                  <a:srgbClr val="181818"/>
                </a:solidFill>
                <a:cs typeface="Verdana"/>
              </a:rPr>
              <a:t>atur</a:t>
            </a:r>
            <a:r>
              <a:rPr sz="2000" b="1" spc="-65" dirty="0">
                <a:solidFill>
                  <a:srgbClr val="181818"/>
                </a:solidFill>
                <a:cs typeface="Verdana"/>
              </a:rPr>
              <a:t>es</a:t>
            </a:r>
            <a:endParaRPr sz="2000" dirty="0">
              <a:cs typeface="Verdana"/>
            </a:endParaRPr>
          </a:p>
        </p:txBody>
      </p:sp>
      <p:sp>
        <p:nvSpPr>
          <p:cNvPr id="53" name="object 53"/>
          <p:cNvSpPr txBox="1"/>
          <p:nvPr/>
        </p:nvSpPr>
        <p:spPr>
          <a:xfrm>
            <a:off x="5187696" y="2840735"/>
            <a:ext cx="721360" cy="646430"/>
          </a:xfrm>
          <a:prstGeom prst="rect">
            <a:avLst/>
          </a:prstGeom>
          <a:solidFill>
            <a:srgbClr val="4475C9"/>
          </a:solidFill>
        </p:spPr>
        <p:txBody>
          <a:bodyPr vert="horz" wrap="square" lIns="0" tIns="76835" rIns="0" bIns="0" rtlCol="0">
            <a:spAutoFit/>
          </a:bodyPr>
          <a:lstStyle/>
          <a:p>
            <a:pPr marL="113664">
              <a:lnSpc>
                <a:spcPct val="100000"/>
              </a:lnSpc>
              <a:spcBef>
                <a:spcPts val="605"/>
              </a:spcBef>
            </a:pPr>
            <a:r>
              <a:rPr sz="3000" b="1" spc="-200" dirty="0">
                <a:solidFill>
                  <a:srgbClr val="FFFFFF"/>
                </a:solidFill>
                <a:latin typeface="Verdana"/>
                <a:cs typeface="Verdana"/>
              </a:rPr>
              <a:t>05</a:t>
            </a:r>
            <a:endParaRPr sz="3000">
              <a:latin typeface="Verdana"/>
              <a:cs typeface="Verdana"/>
            </a:endParaRPr>
          </a:p>
        </p:txBody>
      </p:sp>
      <p:sp>
        <p:nvSpPr>
          <p:cNvPr id="54" name="object 54"/>
          <p:cNvSpPr txBox="1"/>
          <p:nvPr/>
        </p:nvSpPr>
        <p:spPr>
          <a:xfrm>
            <a:off x="6032500" y="2985362"/>
            <a:ext cx="1642110" cy="320601"/>
          </a:xfrm>
          <a:prstGeom prst="rect">
            <a:avLst/>
          </a:prstGeom>
        </p:spPr>
        <p:txBody>
          <a:bodyPr vert="horz" wrap="square" lIns="0" tIns="12700" rIns="0" bIns="0" rtlCol="0">
            <a:spAutoFit/>
          </a:bodyPr>
          <a:lstStyle/>
          <a:p>
            <a:pPr marL="12700">
              <a:lnSpc>
                <a:spcPct val="100000"/>
              </a:lnSpc>
              <a:spcBef>
                <a:spcPts val="100"/>
              </a:spcBef>
            </a:pPr>
            <a:r>
              <a:rPr sz="2000" b="1" spc="-30" dirty="0">
                <a:solidFill>
                  <a:srgbClr val="181818"/>
                </a:solidFill>
                <a:cs typeface="Verdana"/>
              </a:rPr>
              <a:t>Methodology</a:t>
            </a:r>
            <a:endParaRPr sz="2000" dirty="0">
              <a:cs typeface="Verdana"/>
            </a:endParaRPr>
          </a:p>
        </p:txBody>
      </p:sp>
      <p:sp>
        <p:nvSpPr>
          <p:cNvPr id="7" name="Slide Number Placeholder 6">
            <a:extLst>
              <a:ext uri="{FF2B5EF4-FFF2-40B4-BE49-F238E27FC236}">
                <a16:creationId xmlns:a16="http://schemas.microsoft.com/office/drawing/2014/main" id="{23767CDE-9E19-5D5C-C590-F12E1746B2D3}"/>
              </a:ext>
            </a:extLst>
          </p:cNvPr>
          <p:cNvSpPr>
            <a:spLocks noGrp="1"/>
          </p:cNvSpPr>
          <p:nvPr>
            <p:ph type="sldNum" sz="quarter" idx="7"/>
          </p:nvPr>
        </p:nvSpPr>
        <p:spPr/>
        <p:txBody>
          <a:bodyPr/>
          <a:lstStyle/>
          <a:p>
            <a:fld id="{B6F15528-21DE-4FAA-801E-634DDDAF4B2B}"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3" name="object 3"/>
          <p:cNvSpPr/>
          <p:nvPr/>
        </p:nvSpPr>
        <p:spPr>
          <a:xfrm>
            <a:off x="8496300" y="0"/>
            <a:ext cx="647700" cy="5144007"/>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5" name="object 5"/>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6" name="object 6"/>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8" name="object 8"/>
          <p:cNvSpPr/>
          <p:nvPr/>
        </p:nvSpPr>
        <p:spPr>
          <a:xfrm>
            <a:off x="3241548" y="4604003"/>
            <a:ext cx="539750" cy="539750"/>
          </a:xfrm>
          <a:custGeom>
            <a:avLst/>
            <a:gdLst/>
            <a:ahLst/>
            <a:cxnLst/>
            <a:rect l="l" t="t" r="r" b="b"/>
            <a:pathLst>
              <a:path w="539750" h="539750">
                <a:moveTo>
                  <a:pt x="539496" y="0"/>
                </a:moveTo>
                <a:lnTo>
                  <a:pt x="0" y="0"/>
                </a:lnTo>
                <a:lnTo>
                  <a:pt x="0" y="539496"/>
                </a:lnTo>
                <a:lnTo>
                  <a:pt x="539496" y="539496"/>
                </a:lnTo>
                <a:lnTo>
                  <a:pt x="539496" y="0"/>
                </a:lnTo>
                <a:close/>
              </a:path>
            </a:pathLst>
          </a:custGeom>
          <a:solidFill>
            <a:srgbClr val="4475C9"/>
          </a:solidFill>
        </p:spPr>
        <p:txBody>
          <a:bodyPr wrap="square" lIns="0" tIns="0" rIns="0" bIns="0" rtlCol="0"/>
          <a:lstStyle/>
          <a:p>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endParaRPr/>
          </a:p>
        </p:txBody>
      </p:sp>
      <p:sp>
        <p:nvSpPr>
          <p:cNvPr id="12" name="object 12"/>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181818"/>
            </a:solidFill>
          </a:ln>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55" name="object 2">
            <a:extLst>
              <a:ext uri="{FF2B5EF4-FFF2-40B4-BE49-F238E27FC236}">
                <a16:creationId xmlns:a16="http://schemas.microsoft.com/office/drawing/2014/main" id="{235FFF77-2FBC-D25F-39DB-2091E817A739}"/>
              </a:ext>
            </a:extLst>
          </p:cNvPr>
          <p:cNvSpPr txBox="1"/>
          <p:nvPr/>
        </p:nvSpPr>
        <p:spPr>
          <a:xfrm>
            <a:off x="993034" y="1556426"/>
            <a:ext cx="4115004" cy="2487861"/>
          </a:xfrm>
          <a:prstGeom prst="rect">
            <a:avLst/>
          </a:prstGeom>
        </p:spPr>
        <p:txBody>
          <a:bodyPr vert="horz" wrap="square" lIns="0" tIns="12700" rIns="0" bIns="0" rtlCol="0">
            <a:spAutoFit/>
          </a:bodyPr>
          <a:lstStyle/>
          <a:p>
            <a:pPr marL="354965" indent="-342900">
              <a:lnSpc>
                <a:spcPct val="100000"/>
              </a:lnSpc>
              <a:spcBef>
                <a:spcPts val="100"/>
              </a:spcBef>
              <a:buClr>
                <a:srgbClr val="181818"/>
              </a:buClr>
              <a:buSzPct val="70000"/>
              <a:buFont typeface="Calibri" panose="020F0502020204030204" pitchFamily="34" charset="0"/>
              <a:buChar char="•"/>
              <a:tabLst>
                <a:tab pos="185420" algn="l"/>
              </a:tabLst>
            </a:pPr>
            <a:r>
              <a:rPr lang="en-US" sz="2000" spc="5" dirty="0">
                <a:solidFill>
                  <a:srgbClr val="181818"/>
                </a:solidFill>
                <a:cs typeface="Lucida Sans Unicode" panose="020B0602030504020204" pitchFamily="34" charset="0"/>
              </a:rPr>
              <a:t>Scope of digitalizing data analysis process</a:t>
            </a:r>
          </a:p>
          <a:p>
            <a:pPr marL="12065">
              <a:lnSpc>
                <a:spcPct val="100000"/>
              </a:lnSpc>
              <a:spcBef>
                <a:spcPts val="100"/>
              </a:spcBef>
              <a:buClr>
                <a:srgbClr val="181818"/>
              </a:buClr>
              <a:buSzPct val="70000"/>
              <a:tabLst>
                <a:tab pos="185420" algn="l"/>
              </a:tabLst>
            </a:pPr>
            <a:endParaRPr sz="2000" dirty="0">
              <a:cs typeface="Lucida Sans Unicode" panose="020B0602030504020204" pitchFamily="34" charset="0"/>
            </a:endParaRPr>
          </a:p>
          <a:p>
            <a:pPr marL="354965" indent="-342900">
              <a:lnSpc>
                <a:spcPct val="100000"/>
              </a:lnSpc>
              <a:buSzPct val="70000"/>
              <a:buFont typeface="Calibri" panose="020F0502020204030204" pitchFamily="34" charset="0"/>
              <a:buChar char="•"/>
              <a:tabLst>
                <a:tab pos="185420" algn="l"/>
              </a:tabLst>
            </a:pPr>
            <a:r>
              <a:rPr lang="en-US" sz="2000" spc="5" dirty="0">
                <a:solidFill>
                  <a:srgbClr val="181818"/>
                </a:solidFill>
                <a:cs typeface="Lucida Sans Unicode" panose="020B0602030504020204" pitchFamily="34" charset="0"/>
              </a:rPr>
              <a:t>Scope of implementing advanced SQC methods in the QC department.</a:t>
            </a:r>
            <a:endParaRPr lang="en-US" sz="2000" spc="-80" dirty="0">
              <a:solidFill>
                <a:srgbClr val="181818"/>
              </a:solidFill>
              <a:cs typeface="Lucida Sans Unicode" panose="020B0602030504020204" pitchFamily="34" charset="0"/>
            </a:endParaRPr>
          </a:p>
          <a:p>
            <a:pPr marL="12065">
              <a:lnSpc>
                <a:spcPct val="100000"/>
              </a:lnSpc>
              <a:buSzPct val="70000"/>
              <a:tabLst>
                <a:tab pos="185420" algn="l"/>
              </a:tabLst>
            </a:pPr>
            <a:endParaRPr lang="en-US" sz="2000" dirty="0">
              <a:cs typeface="Lucida Sans Unicode" panose="020B0602030504020204" pitchFamily="34" charset="0"/>
            </a:endParaRPr>
          </a:p>
          <a:p>
            <a:pPr marL="354965" indent="-342900">
              <a:lnSpc>
                <a:spcPct val="100000"/>
              </a:lnSpc>
              <a:buSzPct val="70000"/>
              <a:buFont typeface="Calibri" panose="020F0502020204030204" pitchFamily="34" charset="0"/>
              <a:buChar char="•"/>
              <a:tabLst>
                <a:tab pos="185420" algn="l"/>
              </a:tabLst>
            </a:pPr>
            <a:r>
              <a:rPr lang="en-US" sz="2000" spc="5" dirty="0">
                <a:solidFill>
                  <a:srgbClr val="181818"/>
                </a:solidFill>
                <a:cs typeface="Lucida Sans Unicode" panose="020B0602030504020204" pitchFamily="34" charset="0"/>
              </a:rPr>
              <a:t>No </a:t>
            </a:r>
            <a:r>
              <a:rPr lang="en-US" sz="2000" spc="-5" dirty="0">
                <a:solidFill>
                  <a:srgbClr val="181818"/>
                </a:solidFill>
                <a:cs typeface="Lucida Sans Unicode" panose="020B0602030504020204" pitchFamily="34" charset="0"/>
              </a:rPr>
              <a:t>way </a:t>
            </a:r>
            <a:r>
              <a:rPr lang="en-US" sz="2000" spc="-40" dirty="0">
                <a:solidFill>
                  <a:srgbClr val="181818"/>
                </a:solidFill>
                <a:cs typeface="Lucida Sans Unicode" panose="020B0602030504020204" pitchFamily="34" charset="0"/>
              </a:rPr>
              <a:t>to </a:t>
            </a:r>
            <a:r>
              <a:rPr lang="en-US" sz="2000" spc="-50" dirty="0">
                <a:solidFill>
                  <a:srgbClr val="181818"/>
                </a:solidFill>
                <a:cs typeface="Lucida Sans Unicode" panose="020B0602030504020204" pitchFamily="34" charset="0"/>
              </a:rPr>
              <a:t>identify </a:t>
            </a:r>
            <a:r>
              <a:rPr lang="en-US" sz="2000" spc="-45" dirty="0">
                <a:solidFill>
                  <a:srgbClr val="181818"/>
                </a:solidFill>
                <a:cs typeface="Lucida Sans Unicode" panose="020B0602030504020204" pitchFamily="34" charset="0"/>
              </a:rPr>
              <a:t> </a:t>
            </a:r>
            <a:r>
              <a:rPr lang="en-US" sz="2000" spc="-30" dirty="0">
                <a:solidFill>
                  <a:srgbClr val="181818"/>
                </a:solidFill>
                <a:cs typeface="Lucida Sans Unicode" panose="020B0602030504020204" pitchFamily="34" charset="0"/>
              </a:rPr>
              <a:t>p</a:t>
            </a:r>
            <a:r>
              <a:rPr lang="en-US" sz="2000" spc="-15" dirty="0">
                <a:solidFill>
                  <a:srgbClr val="181818"/>
                </a:solidFill>
                <a:cs typeface="Lucida Sans Unicode" panose="020B0602030504020204" pitchFamily="34" charset="0"/>
              </a:rPr>
              <a:t>r</a:t>
            </a:r>
            <a:r>
              <a:rPr lang="en-US" sz="2000" spc="-35" dirty="0">
                <a:solidFill>
                  <a:srgbClr val="181818"/>
                </a:solidFill>
                <a:cs typeface="Lucida Sans Unicode" panose="020B0602030504020204" pitchFamily="34" charset="0"/>
              </a:rPr>
              <a:t>od</a:t>
            </a:r>
            <a:r>
              <a:rPr lang="en-US" sz="2000" spc="-70" dirty="0">
                <a:solidFill>
                  <a:srgbClr val="181818"/>
                </a:solidFill>
                <a:cs typeface="Lucida Sans Unicode" panose="020B0602030504020204" pitchFamily="34" charset="0"/>
              </a:rPr>
              <a:t>uct</a:t>
            </a:r>
            <a:r>
              <a:rPr lang="en-US" sz="2000" spc="-35" dirty="0">
                <a:solidFill>
                  <a:srgbClr val="181818"/>
                </a:solidFill>
                <a:cs typeface="Lucida Sans Unicode" panose="020B0602030504020204" pitchFamily="34" charset="0"/>
              </a:rPr>
              <a:t>i</a:t>
            </a:r>
            <a:r>
              <a:rPr lang="en-US" sz="2000" spc="-25" dirty="0">
                <a:solidFill>
                  <a:srgbClr val="181818"/>
                </a:solidFill>
                <a:cs typeface="Lucida Sans Unicode" panose="020B0602030504020204" pitchFamily="34" charset="0"/>
              </a:rPr>
              <a:t>on</a:t>
            </a:r>
            <a:r>
              <a:rPr lang="en-US" sz="2000" spc="-155" dirty="0">
                <a:solidFill>
                  <a:srgbClr val="181818"/>
                </a:solidFill>
                <a:cs typeface="Lucida Sans Unicode" panose="020B0602030504020204" pitchFamily="34" charset="0"/>
              </a:rPr>
              <a:t> </a:t>
            </a:r>
            <a:r>
              <a:rPr lang="en-US" sz="2000" spc="-35" dirty="0">
                <a:solidFill>
                  <a:srgbClr val="181818"/>
                </a:solidFill>
                <a:cs typeface="Lucida Sans Unicode" panose="020B0602030504020204" pitchFamily="34" charset="0"/>
              </a:rPr>
              <a:t>i</a:t>
            </a:r>
            <a:r>
              <a:rPr lang="en-US" sz="2000" spc="-70" dirty="0">
                <a:solidFill>
                  <a:srgbClr val="181818"/>
                </a:solidFill>
                <a:cs typeface="Lucida Sans Unicode" panose="020B0602030504020204" pitchFamily="34" charset="0"/>
              </a:rPr>
              <a:t>n</a:t>
            </a:r>
            <a:r>
              <a:rPr lang="en-US" sz="2000" spc="-65" dirty="0">
                <a:solidFill>
                  <a:srgbClr val="181818"/>
                </a:solidFill>
                <a:cs typeface="Lucida Sans Unicode" panose="020B0602030504020204" pitchFamily="34" charset="0"/>
              </a:rPr>
              <a:t>eff</a:t>
            </a:r>
            <a:r>
              <a:rPr lang="en-US" sz="2000" spc="-40" dirty="0">
                <a:solidFill>
                  <a:srgbClr val="181818"/>
                </a:solidFill>
                <a:cs typeface="Lucida Sans Unicode" panose="020B0602030504020204" pitchFamily="34" charset="0"/>
              </a:rPr>
              <a:t>i</a:t>
            </a:r>
            <a:r>
              <a:rPr lang="en-US" sz="2000" spc="-55" dirty="0">
                <a:solidFill>
                  <a:srgbClr val="181818"/>
                </a:solidFill>
                <a:cs typeface="Lucida Sans Unicode" panose="020B0602030504020204" pitchFamily="34" charset="0"/>
              </a:rPr>
              <a:t>ciency </a:t>
            </a:r>
            <a:r>
              <a:rPr lang="en-US" sz="2000" spc="-40" dirty="0">
                <a:solidFill>
                  <a:srgbClr val="181818"/>
                </a:solidFill>
                <a:cs typeface="Lucida Sans Unicode" panose="020B0602030504020204" pitchFamily="34" charset="0"/>
              </a:rPr>
              <a:t>facto</a:t>
            </a:r>
            <a:r>
              <a:rPr lang="en-US" sz="2000" spc="-30" dirty="0">
                <a:solidFill>
                  <a:srgbClr val="181818"/>
                </a:solidFill>
                <a:cs typeface="Lucida Sans Unicode" panose="020B0602030504020204" pitchFamily="34" charset="0"/>
              </a:rPr>
              <a:t>r</a:t>
            </a:r>
            <a:r>
              <a:rPr lang="en-US" sz="2000" spc="-80" dirty="0">
                <a:solidFill>
                  <a:srgbClr val="181818"/>
                </a:solidFill>
                <a:cs typeface="Lucida Sans Unicode" panose="020B0602030504020204" pitchFamily="34" charset="0"/>
              </a:rPr>
              <a:t>s</a:t>
            </a:r>
            <a:r>
              <a:rPr lang="en-US" sz="2000" spc="-140" dirty="0">
                <a:solidFill>
                  <a:srgbClr val="181818"/>
                </a:solidFill>
                <a:cs typeface="Lucida Sans Unicode" panose="020B0602030504020204" pitchFamily="34" charset="0"/>
              </a:rPr>
              <a:t> </a:t>
            </a:r>
            <a:r>
              <a:rPr lang="en-US" sz="2000" spc="-5" dirty="0">
                <a:solidFill>
                  <a:srgbClr val="181818"/>
                </a:solidFill>
                <a:cs typeface="Lucida Sans Unicode" panose="020B0602030504020204" pitchFamily="34" charset="0"/>
              </a:rPr>
              <a:t>a</a:t>
            </a:r>
            <a:r>
              <a:rPr lang="en-US" sz="2000" spc="-30" dirty="0">
                <a:solidFill>
                  <a:srgbClr val="181818"/>
                </a:solidFill>
                <a:cs typeface="Lucida Sans Unicode" panose="020B0602030504020204" pitchFamily="34" charset="0"/>
              </a:rPr>
              <a:t>nd</a:t>
            </a:r>
            <a:r>
              <a:rPr lang="en-US" sz="2000" spc="-130" dirty="0">
                <a:solidFill>
                  <a:srgbClr val="181818"/>
                </a:solidFill>
                <a:cs typeface="Lucida Sans Unicode" panose="020B0602030504020204" pitchFamily="34" charset="0"/>
              </a:rPr>
              <a:t> </a:t>
            </a:r>
            <a:r>
              <a:rPr lang="en-US" sz="2000" spc="-50" dirty="0">
                <a:solidFill>
                  <a:srgbClr val="181818"/>
                </a:solidFill>
                <a:cs typeface="Lucida Sans Unicode" panose="020B0602030504020204" pitchFamily="34" charset="0"/>
              </a:rPr>
              <a:t>solve</a:t>
            </a:r>
            <a:r>
              <a:rPr lang="en-US" sz="2000" spc="-130" dirty="0">
                <a:solidFill>
                  <a:srgbClr val="181818"/>
                </a:solidFill>
                <a:cs typeface="Lucida Sans Unicode" panose="020B0602030504020204" pitchFamily="34" charset="0"/>
              </a:rPr>
              <a:t> </a:t>
            </a:r>
            <a:r>
              <a:rPr lang="en-US" sz="2000" spc="-35" dirty="0">
                <a:solidFill>
                  <a:srgbClr val="181818"/>
                </a:solidFill>
                <a:cs typeface="Lucida Sans Unicode" panose="020B0602030504020204" pitchFamily="34" charset="0"/>
              </a:rPr>
              <a:t>t</a:t>
            </a:r>
            <a:r>
              <a:rPr lang="en-US" sz="2000" spc="-45" dirty="0">
                <a:solidFill>
                  <a:srgbClr val="181818"/>
                </a:solidFill>
                <a:cs typeface="Lucida Sans Unicode" panose="020B0602030504020204" pitchFamily="34" charset="0"/>
              </a:rPr>
              <a:t>h</a:t>
            </a:r>
            <a:r>
              <a:rPr lang="en-US" sz="2000" spc="-5" dirty="0">
                <a:solidFill>
                  <a:srgbClr val="181818"/>
                </a:solidFill>
                <a:cs typeface="Lucida Sans Unicode" panose="020B0602030504020204" pitchFamily="34" charset="0"/>
              </a:rPr>
              <a:t>em</a:t>
            </a:r>
            <a:endParaRPr lang="en-US" sz="2000" dirty="0">
              <a:cs typeface="Lucida Sans Unicode" panose="020B0602030504020204" pitchFamily="34" charset="0"/>
            </a:endParaRPr>
          </a:p>
        </p:txBody>
      </p:sp>
      <p:sp>
        <p:nvSpPr>
          <p:cNvPr id="56" name="object 3">
            <a:extLst>
              <a:ext uri="{FF2B5EF4-FFF2-40B4-BE49-F238E27FC236}">
                <a16:creationId xmlns:a16="http://schemas.microsoft.com/office/drawing/2014/main" id="{2B5E8730-83AC-03E3-277E-29C5210C1C47}"/>
              </a:ext>
            </a:extLst>
          </p:cNvPr>
          <p:cNvSpPr txBox="1">
            <a:spLocks noGrp="1"/>
          </p:cNvSpPr>
          <p:nvPr>
            <p:ph type="title"/>
          </p:nvPr>
        </p:nvSpPr>
        <p:spPr>
          <a:xfrm>
            <a:off x="3060193" y="487422"/>
            <a:ext cx="2905909" cy="505267"/>
          </a:xfrm>
          <a:prstGeom prst="rect">
            <a:avLst/>
          </a:prstGeom>
        </p:spPr>
        <p:txBody>
          <a:bodyPr vert="horz" wrap="square" lIns="0" tIns="12700" rIns="0" bIns="0" rtlCol="0">
            <a:spAutoFit/>
          </a:bodyPr>
          <a:lstStyle/>
          <a:p>
            <a:pPr marL="12700" algn="ctr">
              <a:lnSpc>
                <a:spcPct val="100000"/>
              </a:lnSpc>
              <a:spcBef>
                <a:spcPts val="100"/>
              </a:spcBef>
            </a:pPr>
            <a:r>
              <a:rPr lang="en-US" sz="3200" spc="-70" dirty="0">
                <a:latin typeface="+mj-lt"/>
                <a:ea typeface="Verdana" panose="020B0604030504040204" pitchFamily="34" charset="0"/>
              </a:rPr>
              <a:t>Observations</a:t>
            </a:r>
            <a:endParaRPr sz="3200" spc="-70" dirty="0">
              <a:latin typeface="+mj-lt"/>
              <a:ea typeface="Verdana" panose="020B0604030504040204" pitchFamily="34" charset="0"/>
            </a:endParaRPr>
          </a:p>
        </p:txBody>
      </p:sp>
      <p:grpSp>
        <p:nvGrpSpPr>
          <p:cNvPr id="89" name="Group 88">
            <a:extLst>
              <a:ext uri="{FF2B5EF4-FFF2-40B4-BE49-F238E27FC236}">
                <a16:creationId xmlns:a16="http://schemas.microsoft.com/office/drawing/2014/main" id="{0326069A-202B-AAEC-E40A-5CF21E5F616B}"/>
              </a:ext>
            </a:extLst>
          </p:cNvPr>
          <p:cNvGrpSpPr/>
          <p:nvPr/>
        </p:nvGrpSpPr>
        <p:grpSpPr>
          <a:xfrm>
            <a:off x="5730608" y="1487354"/>
            <a:ext cx="923822" cy="1422849"/>
            <a:chOff x="1786518" y="3012161"/>
            <a:chExt cx="923822" cy="1422849"/>
          </a:xfrm>
        </p:grpSpPr>
        <p:sp>
          <p:nvSpPr>
            <p:cNvPr id="90" name="Freeform: Shape 89">
              <a:extLst>
                <a:ext uri="{FF2B5EF4-FFF2-40B4-BE49-F238E27FC236}">
                  <a16:creationId xmlns:a16="http://schemas.microsoft.com/office/drawing/2014/main" id="{6597337D-2F08-4275-98FB-38F792AF5192}"/>
                </a:ext>
              </a:extLst>
            </p:cNvPr>
            <p:cNvSpPr/>
            <p:nvPr/>
          </p:nvSpPr>
          <p:spPr>
            <a:xfrm>
              <a:off x="2022012" y="4148695"/>
              <a:ext cx="451113" cy="286315"/>
            </a:xfrm>
            <a:custGeom>
              <a:avLst/>
              <a:gdLst>
                <a:gd name="connsiteX0" fmla="*/ 317100 w 451113"/>
                <a:gd name="connsiteY0" fmla="*/ 224259 h 286315"/>
                <a:gd name="connsiteX1" fmla="*/ 325657 w 451113"/>
                <a:gd name="connsiteY1" fmla="*/ 224316 h 286315"/>
                <a:gd name="connsiteX2" fmla="*/ 325657 w 451113"/>
                <a:gd name="connsiteY2" fmla="*/ 224373 h 286315"/>
                <a:gd name="connsiteX3" fmla="*/ 361314 w 451113"/>
                <a:gd name="connsiteY3" fmla="*/ 256720 h 286315"/>
                <a:gd name="connsiteX4" fmla="*/ 326684 w 451113"/>
                <a:gd name="connsiteY4" fmla="*/ 285816 h 286315"/>
                <a:gd name="connsiteX5" fmla="*/ 224165 w 451113"/>
                <a:gd name="connsiteY5" fmla="*/ 286045 h 286315"/>
                <a:gd name="connsiteX6" fmla="*/ 224165 w 451113"/>
                <a:gd name="connsiteY6" fmla="*/ 285588 h 286315"/>
                <a:gd name="connsiteX7" fmla="*/ 118793 w 451113"/>
                <a:gd name="connsiteY7" fmla="*/ 285360 h 286315"/>
                <a:gd name="connsiteX8" fmla="*/ 90211 w 451113"/>
                <a:gd name="connsiteY8" fmla="*/ 259174 h 286315"/>
                <a:gd name="connsiteX9" fmla="*/ 115085 w 451113"/>
                <a:gd name="connsiteY9" fmla="*/ 226141 h 286315"/>
                <a:gd name="connsiteX10" fmla="*/ 134824 w 451113"/>
                <a:gd name="connsiteY10" fmla="*/ 224373 h 286315"/>
                <a:gd name="connsiteX11" fmla="*/ 317100 w 451113"/>
                <a:gd name="connsiteY11" fmla="*/ 224259 h 286315"/>
                <a:gd name="connsiteX12" fmla="*/ 48279 w 451113"/>
                <a:gd name="connsiteY12" fmla="*/ 112839 h 286315"/>
                <a:gd name="connsiteX13" fmla="*/ 227531 w 451113"/>
                <a:gd name="connsiteY13" fmla="*/ 112839 h 286315"/>
                <a:gd name="connsiteX14" fmla="*/ 227531 w 451113"/>
                <a:gd name="connsiteY14" fmla="*/ 112954 h 286315"/>
                <a:gd name="connsiteX15" fmla="*/ 401079 w 451113"/>
                <a:gd name="connsiteY15" fmla="*/ 112954 h 286315"/>
                <a:gd name="connsiteX16" fmla="*/ 423842 w 451113"/>
                <a:gd name="connsiteY16" fmla="*/ 113410 h 286315"/>
                <a:gd name="connsiteX17" fmla="*/ 423785 w 451113"/>
                <a:gd name="connsiteY17" fmla="*/ 113410 h 286315"/>
                <a:gd name="connsiteX18" fmla="*/ 450713 w 451113"/>
                <a:gd name="connsiteY18" fmla="*/ 141308 h 286315"/>
                <a:gd name="connsiteX19" fmla="*/ 429718 w 451113"/>
                <a:gd name="connsiteY19" fmla="*/ 171373 h 286315"/>
                <a:gd name="connsiteX20" fmla="*/ 404559 w 451113"/>
                <a:gd name="connsiteY20" fmla="*/ 174226 h 286315"/>
                <a:gd name="connsiteX21" fmla="*/ 46054 w 451113"/>
                <a:gd name="connsiteY21" fmla="*/ 174226 h 286315"/>
                <a:gd name="connsiteX22" fmla="*/ 20895 w 451113"/>
                <a:gd name="connsiteY22" fmla="*/ 171316 h 286315"/>
                <a:gd name="connsiteX23" fmla="*/ 471 w 451113"/>
                <a:gd name="connsiteY23" fmla="*/ 140680 h 286315"/>
                <a:gd name="connsiteX24" fmla="*/ 25573 w 451113"/>
                <a:gd name="connsiteY24" fmla="*/ 113638 h 286315"/>
                <a:gd name="connsiteX25" fmla="*/ 48279 w 451113"/>
                <a:gd name="connsiteY25" fmla="*/ 112839 h 286315"/>
                <a:gd name="connsiteX26" fmla="*/ 197752 w 451113"/>
                <a:gd name="connsiteY26" fmla="*/ 50 h 286315"/>
                <a:gd name="connsiteX27" fmla="*/ 229072 w 451113"/>
                <a:gd name="connsiteY27" fmla="*/ 50 h 286315"/>
                <a:gd name="connsiteX28" fmla="*/ 399824 w 451113"/>
                <a:gd name="connsiteY28" fmla="*/ 50 h 286315"/>
                <a:gd name="connsiteX29" fmla="*/ 422587 w 451113"/>
                <a:gd name="connsiteY29" fmla="*/ 450 h 286315"/>
                <a:gd name="connsiteX30" fmla="*/ 422644 w 451113"/>
                <a:gd name="connsiteY30" fmla="*/ 507 h 286315"/>
                <a:gd name="connsiteX31" fmla="*/ 450769 w 451113"/>
                <a:gd name="connsiteY31" fmla="*/ 27206 h 286315"/>
                <a:gd name="connsiteX32" fmla="*/ 426067 w 451113"/>
                <a:gd name="connsiteY32" fmla="*/ 60466 h 286315"/>
                <a:gd name="connsiteX33" fmla="*/ 403361 w 451113"/>
                <a:gd name="connsiteY33" fmla="*/ 61436 h 286315"/>
                <a:gd name="connsiteX34" fmla="*/ 44742 w 451113"/>
                <a:gd name="connsiteY34" fmla="*/ 61265 h 286315"/>
                <a:gd name="connsiteX35" fmla="*/ 36184 w 451113"/>
                <a:gd name="connsiteY35" fmla="*/ 61265 h 286315"/>
                <a:gd name="connsiteX36" fmla="*/ 15 w 451113"/>
                <a:gd name="connsiteY36" fmla="*/ 29317 h 286315"/>
                <a:gd name="connsiteX37" fmla="*/ 35500 w 451113"/>
                <a:gd name="connsiteY37" fmla="*/ 336 h 286315"/>
                <a:gd name="connsiteX38" fmla="*/ 197752 w 451113"/>
                <a:gd name="connsiteY38" fmla="*/ 50 h 286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51113" h="286315">
                  <a:moveTo>
                    <a:pt x="317100" y="224259"/>
                  </a:moveTo>
                  <a:cubicBezTo>
                    <a:pt x="319952" y="224259"/>
                    <a:pt x="322805" y="224087"/>
                    <a:pt x="325657" y="224316"/>
                  </a:cubicBezTo>
                  <a:lnTo>
                    <a:pt x="325657" y="224373"/>
                  </a:lnTo>
                  <a:cubicBezTo>
                    <a:pt x="348591" y="226085"/>
                    <a:pt x="361713" y="238008"/>
                    <a:pt x="361314" y="256720"/>
                  </a:cubicBezTo>
                  <a:cubicBezTo>
                    <a:pt x="360914" y="275262"/>
                    <a:pt x="350531" y="285132"/>
                    <a:pt x="326684" y="285816"/>
                  </a:cubicBezTo>
                  <a:cubicBezTo>
                    <a:pt x="292511" y="286786"/>
                    <a:pt x="258338" y="286045"/>
                    <a:pt x="224165" y="286045"/>
                  </a:cubicBezTo>
                  <a:cubicBezTo>
                    <a:pt x="224165" y="285873"/>
                    <a:pt x="224165" y="285759"/>
                    <a:pt x="224165" y="285588"/>
                  </a:cubicBezTo>
                  <a:cubicBezTo>
                    <a:pt x="189022" y="285588"/>
                    <a:pt x="153879" y="286158"/>
                    <a:pt x="118793" y="285360"/>
                  </a:cubicBezTo>
                  <a:cubicBezTo>
                    <a:pt x="102705" y="285017"/>
                    <a:pt x="92208" y="275832"/>
                    <a:pt x="90211" y="259174"/>
                  </a:cubicBezTo>
                  <a:cubicBezTo>
                    <a:pt x="88328" y="243143"/>
                    <a:pt x="97570" y="230705"/>
                    <a:pt x="115085" y="226141"/>
                  </a:cubicBezTo>
                  <a:cubicBezTo>
                    <a:pt x="121418" y="224487"/>
                    <a:pt x="128206" y="224373"/>
                    <a:pt x="134824" y="224373"/>
                  </a:cubicBezTo>
                  <a:cubicBezTo>
                    <a:pt x="195583" y="224259"/>
                    <a:pt x="256341" y="224259"/>
                    <a:pt x="317100" y="224259"/>
                  </a:cubicBezTo>
                  <a:close/>
                  <a:moveTo>
                    <a:pt x="48279" y="112839"/>
                  </a:moveTo>
                  <a:cubicBezTo>
                    <a:pt x="108011" y="112839"/>
                    <a:pt x="167800" y="112839"/>
                    <a:pt x="227531" y="112839"/>
                  </a:cubicBezTo>
                  <a:lnTo>
                    <a:pt x="227531" y="112954"/>
                  </a:lnTo>
                  <a:cubicBezTo>
                    <a:pt x="285381" y="112954"/>
                    <a:pt x="343230" y="112954"/>
                    <a:pt x="401079" y="112954"/>
                  </a:cubicBezTo>
                  <a:cubicBezTo>
                    <a:pt x="408667" y="112954"/>
                    <a:pt x="416312" y="112725"/>
                    <a:pt x="423842" y="113410"/>
                  </a:cubicBezTo>
                  <a:lnTo>
                    <a:pt x="423785" y="113410"/>
                  </a:lnTo>
                  <a:cubicBezTo>
                    <a:pt x="440615" y="114950"/>
                    <a:pt x="449458" y="125618"/>
                    <a:pt x="450713" y="141308"/>
                  </a:cubicBezTo>
                  <a:cubicBezTo>
                    <a:pt x="451911" y="156084"/>
                    <a:pt x="443981" y="167037"/>
                    <a:pt x="429718" y="171373"/>
                  </a:cubicBezTo>
                  <a:cubicBezTo>
                    <a:pt x="421788" y="173827"/>
                    <a:pt x="413002" y="174226"/>
                    <a:pt x="404559" y="174226"/>
                  </a:cubicBezTo>
                  <a:cubicBezTo>
                    <a:pt x="285096" y="174397"/>
                    <a:pt x="165575" y="174397"/>
                    <a:pt x="46054" y="174226"/>
                  </a:cubicBezTo>
                  <a:cubicBezTo>
                    <a:pt x="37668" y="174226"/>
                    <a:pt x="28768" y="173884"/>
                    <a:pt x="20895" y="171316"/>
                  </a:cubicBezTo>
                  <a:cubicBezTo>
                    <a:pt x="6690" y="166695"/>
                    <a:pt x="-1069" y="154715"/>
                    <a:pt x="471" y="140680"/>
                  </a:cubicBezTo>
                  <a:cubicBezTo>
                    <a:pt x="1954" y="127159"/>
                    <a:pt x="10055" y="115692"/>
                    <a:pt x="25573" y="113638"/>
                  </a:cubicBezTo>
                  <a:cubicBezTo>
                    <a:pt x="33047" y="112668"/>
                    <a:pt x="40692" y="112839"/>
                    <a:pt x="48279" y="112839"/>
                  </a:cubicBezTo>
                  <a:close/>
                  <a:moveTo>
                    <a:pt x="197752" y="50"/>
                  </a:moveTo>
                  <a:cubicBezTo>
                    <a:pt x="208191" y="50"/>
                    <a:pt x="218632" y="50"/>
                    <a:pt x="229072" y="50"/>
                  </a:cubicBezTo>
                  <a:cubicBezTo>
                    <a:pt x="285951" y="50"/>
                    <a:pt x="342887" y="50"/>
                    <a:pt x="399824" y="50"/>
                  </a:cubicBezTo>
                  <a:cubicBezTo>
                    <a:pt x="407411" y="50"/>
                    <a:pt x="414999" y="221"/>
                    <a:pt x="422587" y="450"/>
                  </a:cubicBezTo>
                  <a:lnTo>
                    <a:pt x="422644" y="507"/>
                  </a:lnTo>
                  <a:cubicBezTo>
                    <a:pt x="439930" y="1020"/>
                    <a:pt x="448202" y="11860"/>
                    <a:pt x="450769" y="27206"/>
                  </a:cubicBezTo>
                  <a:cubicBezTo>
                    <a:pt x="453280" y="41982"/>
                    <a:pt x="441756" y="57272"/>
                    <a:pt x="426067" y="60466"/>
                  </a:cubicBezTo>
                  <a:cubicBezTo>
                    <a:pt x="418707" y="61950"/>
                    <a:pt x="410948" y="61436"/>
                    <a:pt x="403361" y="61436"/>
                  </a:cubicBezTo>
                  <a:cubicBezTo>
                    <a:pt x="283840" y="61436"/>
                    <a:pt x="164263" y="61322"/>
                    <a:pt x="44742" y="61265"/>
                  </a:cubicBezTo>
                  <a:cubicBezTo>
                    <a:pt x="41889" y="61265"/>
                    <a:pt x="39037" y="61379"/>
                    <a:pt x="36184" y="61265"/>
                  </a:cubicBezTo>
                  <a:cubicBezTo>
                    <a:pt x="14619" y="60238"/>
                    <a:pt x="-556" y="46774"/>
                    <a:pt x="15" y="29317"/>
                  </a:cubicBezTo>
                  <a:cubicBezTo>
                    <a:pt x="585" y="12716"/>
                    <a:pt x="14505" y="507"/>
                    <a:pt x="35500" y="336"/>
                  </a:cubicBezTo>
                  <a:cubicBezTo>
                    <a:pt x="89583" y="-178"/>
                    <a:pt x="143667" y="50"/>
                    <a:pt x="197752" y="50"/>
                  </a:cubicBezTo>
                  <a:close/>
                </a:path>
              </a:pathLst>
            </a:custGeom>
            <a:solidFill>
              <a:schemeClr val="tx1">
                <a:lumMod val="85000"/>
                <a:lumOff val="15000"/>
              </a:schemeClr>
            </a:solid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40F686A-29EC-5938-3C46-E78AAAB7BB60}"/>
                </a:ext>
              </a:extLst>
            </p:cNvPr>
            <p:cNvSpPr/>
            <p:nvPr/>
          </p:nvSpPr>
          <p:spPr>
            <a:xfrm>
              <a:off x="1786518" y="3012161"/>
              <a:ext cx="923822" cy="1083864"/>
            </a:xfrm>
            <a:custGeom>
              <a:avLst/>
              <a:gdLst>
                <a:gd name="connsiteX0" fmla="*/ 1465048 w 1542393"/>
                <a:gd name="connsiteY0" fmla="*/ 441533 h 1809597"/>
                <a:gd name="connsiteX1" fmla="*/ 536265 w 1542393"/>
                <a:gd name="connsiteY1" fmla="*/ 37292 h 1809597"/>
                <a:gd name="connsiteX2" fmla="*/ 128024 w 1542393"/>
                <a:gd name="connsiteY2" fmla="*/ 1194008 h 1809597"/>
                <a:gd name="connsiteX3" fmla="*/ 281852 w 1542393"/>
                <a:gd name="connsiteY3" fmla="*/ 1405463 h 1809597"/>
                <a:gd name="connsiteX4" fmla="*/ 392819 w 1542393"/>
                <a:gd name="connsiteY4" fmla="*/ 1736171 h 1809597"/>
                <a:gd name="connsiteX5" fmla="*/ 465875 w 1542393"/>
                <a:gd name="connsiteY5" fmla="*/ 1809418 h 1809597"/>
                <a:gd name="connsiteX6" fmla="*/ 770580 w 1542393"/>
                <a:gd name="connsiteY6" fmla="*/ 1809513 h 1809597"/>
                <a:gd name="connsiteX7" fmla="*/ 1070522 w 1542393"/>
                <a:gd name="connsiteY7" fmla="*/ 1809513 h 1809597"/>
                <a:gd name="connsiteX8" fmla="*/ 1148532 w 1542393"/>
                <a:gd name="connsiteY8" fmla="*/ 1730456 h 1809597"/>
                <a:gd name="connsiteX9" fmla="*/ 1165677 w 1542393"/>
                <a:gd name="connsiteY9" fmla="*/ 1585104 h 1809597"/>
                <a:gd name="connsiteX10" fmla="*/ 1270547 w 1542393"/>
                <a:gd name="connsiteY10" fmla="*/ 1389651 h 1809597"/>
                <a:gd name="connsiteX11" fmla="*/ 1417518 w 1542393"/>
                <a:gd name="connsiteY11" fmla="*/ 1185054 h 1809597"/>
                <a:gd name="connsiteX12" fmla="*/ 1465143 w 1542393"/>
                <a:gd name="connsiteY12" fmla="*/ 441628 h 1809597"/>
                <a:gd name="connsiteX13" fmla="*/ 771723 w 1542393"/>
                <a:gd name="connsiteY13" fmla="*/ 1444229 h 1809597"/>
                <a:gd name="connsiteX14" fmla="*/ 675140 w 1542393"/>
                <a:gd name="connsiteY14" fmla="*/ 1347932 h 1809597"/>
                <a:gd name="connsiteX15" fmla="*/ 769056 w 1542393"/>
                <a:gd name="connsiteY15" fmla="*/ 1249634 h 1809597"/>
                <a:gd name="connsiteX16" fmla="*/ 866497 w 1542393"/>
                <a:gd name="connsiteY16" fmla="*/ 1345360 h 1809597"/>
                <a:gd name="connsiteX17" fmla="*/ 771818 w 1542393"/>
                <a:gd name="connsiteY17" fmla="*/ 1444229 h 1809597"/>
                <a:gd name="connsiteX18" fmla="*/ 995084 w 1542393"/>
                <a:gd name="connsiteY18" fmla="*/ 902447 h 1809597"/>
                <a:gd name="connsiteX19" fmla="*/ 952984 w 1542393"/>
                <a:gd name="connsiteY19" fmla="*/ 947691 h 1809597"/>
                <a:gd name="connsiteX20" fmla="*/ 852590 w 1542393"/>
                <a:gd name="connsiteY20" fmla="*/ 1149335 h 1809597"/>
                <a:gd name="connsiteX21" fmla="*/ 689332 w 1542393"/>
                <a:gd name="connsiteY21" fmla="*/ 1149335 h 1809597"/>
                <a:gd name="connsiteX22" fmla="*/ 741338 w 1542393"/>
                <a:gd name="connsiteY22" fmla="*/ 945881 h 1809597"/>
                <a:gd name="connsiteX23" fmla="*/ 847352 w 1542393"/>
                <a:gd name="connsiteY23" fmla="*/ 824247 h 1809597"/>
                <a:gd name="connsiteX24" fmla="*/ 908407 w 1542393"/>
                <a:gd name="connsiteY24" fmla="*/ 695279 h 1809597"/>
                <a:gd name="connsiteX25" fmla="*/ 799917 w 1542393"/>
                <a:gd name="connsiteY25" fmla="*/ 562024 h 1809597"/>
                <a:gd name="connsiteX26" fmla="*/ 645993 w 1542393"/>
                <a:gd name="connsiteY26" fmla="*/ 638224 h 1809597"/>
                <a:gd name="connsiteX27" fmla="*/ 622657 w 1542393"/>
                <a:gd name="connsiteY27" fmla="*/ 704804 h 1809597"/>
                <a:gd name="connsiteX28" fmla="*/ 515405 w 1542393"/>
                <a:gd name="connsiteY28" fmla="*/ 704708 h 1809597"/>
                <a:gd name="connsiteX29" fmla="*/ 469400 w 1542393"/>
                <a:gd name="connsiteY29" fmla="*/ 702232 h 1809597"/>
                <a:gd name="connsiteX30" fmla="*/ 591415 w 1542393"/>
                <a:gd name="connsiteY30" fmla="*/ 456392 h 1809597"/>
                <a:gd name="connsiteX31" fmla="*/ 910407 w 1542393"/>
                <a:gd name="connsiteY31" fmla="*/ 432293 h 1809597"/>
                <a:gd name="connsiteX32" fmla="*/ 1072618 w 1542393"/>
                <a:gd name="connsiteY32" fmla="*/ 707756 h 1809597"/>
                <a:gd name="connsiteX33" fmla="*/ 995084 w 1542393"/>
                <a:gd name="connsiteY33" fmla="*/ 902352 h 180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42393" h="1809597">
                  <a:moveTo>
                    <a:pt x="1465048" y="441533"/>
                  </a:moveTo>
                  <a:cubicBezTo>
                    <a:pt x="1305885" y="92251"/>
                    <a:pt x="901644" y="-81676"/>
                    <a:pt x="536265" y="37292"/>
                  </a:cubicBezTo>
                  <a:cubicBezTo>
                    <a:pt x="48109" y="196264"/>
                    <a:pt x="-152678" y="763287"/>
                    <a:pt x="128024" y="1194008"/>
                  </a:cubicBezTo>
                  <a:cubicBezTo>
                    <a:pt x="175553" y="1266969"/>
                    <a:pt x="230227" y="1335263"/>
                    <a:pt x="281852" y="1405463"/>
                  </a:cubicBezTo>
                  <a:cubicBezTo>
                    <a:pt x="354147" y="1503856"/>
                    <a:pt x="400343" y="1610155"/>
                    <a:pt x="392819" y="1736171"/>
                  </a:cubicBezTo>
                  <a:cubicBezTo>
                    <a:pt x="389390" y="1793797"/>
                    <a:pt x="408059" y="1809228"/>
                    <a:pt x="465875" y="1809418"/>
                  </a:cubicBezTo>
                  <a:cubicBezTo>
                    <a:pt x="567412" y="1809799"/>
                    <a:pt x="668948" y="1809418"/>
                    <a:pt x="770580" y="1809513"/>
                  </a:cubicBezTo>
                  <a:cubicBezTo>
                    <a:pt x="870593" y="1809513"/>
                    <a:pt x="970510" y="1809704"/>
                    <a:pt x="1070522" y="1809513"/>
                  </a:cubicBezTo>
                  <a:cubicBezTo>
                    <a:pt x="1133768" y="1809323"/>
                    <a:pt x="1145389" y="1795130"/>
                    <a:pt x="1148532" y="1730456"/>
                  </a:cubicBezTo>
                  <a:cubicBezTo>
                    <a:pt x="1150914" y="1681783"/>
                    <a:pt x="1155009" y="1632539"/>
                    <a:pt x="1165677" y="1585104"/>
                  </a:cubicBezTo>
                  <a:cubicBezTo>
                    <a:pt x="1182346" y="1511095"/>
                    <a:pt x="1226732" y="1450040"/>
                    <a:pt x="1270547" y="1389651"/>
                  </a:cubicBezTo>
                  <a:cubicBezTo>
                    <a:pt x="1319792" y="1321643"/>
                    <a:pt x="1372941" y="1256016"/>
                    <a:pt x="1417518" y="1185054"/>
                  </a:cubicBezTo>
                  <a:cubicBezTo>
                    <a:pt x="1567347" y="946643"/>
                    <a:pt x="1581253" y="696422"/>
                    <a:pt x="1465143" y="441628"/>
                  </a:cubicBezTo>
                  <a:close/>
                  <a:moveTo>
                    <a:pt x="771723" y="1444229"/>
                  </a:moveTo>
                  <a:cubicBezTo>
                    <a:pt x="717621" y="1444991"/>
                    <a:pt x="675330" y="1402796"/>
                    <a:pt x="675140" y="1347932"/>
                  </a:cubicBezTo>
                  <a:cubicBezTo>
                    <a:pt x="674854" y="1291734"/>
                    <a:pt x="714287" y="1250491"/>
                    <a:pt x="769056" y="1249634"/>
                  </a:cubicBezTo>
                  <a:cubicBezTo>
                    <a:pt x="822491" y="1248776"/>
                    <a:pt x="865830" y="1291353"/>
                    <a:pt x="866497" y="1345360"/>
                  </a:cubicBezTo>
                  <a:cubicBezTo>
                    <a:pt x="867164" y="1400033"/>
                    <a:pt x="825444" y="1443467"/>
                    <a:pt x="771818" y="1444229"/>
                  </a:cubicBezTo>
                  <a:close/>
                  <a:moveTo>
                    <a:pt x="995084" y="902447"/>
                  </a:moveTo>
                  <a:cubicBezTo>
                    <a:pt x="981749" y="918164"/>
                    <a:pt x="967367" y="932927"/>
                    <a:pt x="952984" y="947691"/>
                  </a:cubicBezTo>
                  <a:cubicBezTo>
                    <a:pt x="898882" y="1003508"/>
                    <a:pt x="838493" y="1055895"/>
                    <a:pt x="852590" y="1149335"/>
                  </a:cubicBezTo>
                  <a:lnTo>
                    <a:pt x="689332" y="1149335"/>
                  </a:lnTo>
                  <a:cubicBezTo>
                    <a:pt x="684284" y="1073802"/>
                    <a:pt x="698000" y="1005032"/>
                    <a:pt x="741338" y="945881"/>
                  </a:cubicBezTo>
                  <a:cubicBezTo>
                    <a:pt x="773057" y="902638"/>
                    <a:pt x="811347" y="864252"/>
                    <a:pt x="847352" y="824247"/>
                  </a:cubicBezTo>
                  <a:cubicBezTo>
                    <a:pt x="880594" y="787195"/>
                    <a:pt x="910883" y="750143"/>
                    <a:pt x="908407" y="695279"/>
                  </a:cubicBezTo>
                  <a:cubicBezTo>
                    <a:pt x="905549" y="630890"/>
                    <a:pt x="862401" y="575645"/>
                    <a:pt x="799917" y="562024"/>
                  </a:cubicBezTo>
                  <a:cubicBezTo>
                    <a:pt x="738290" y="548594"/>
                    <a:pt x="672854" y="580312"/>
                    <a:pt x="645993" y="638224"/>
                  </a:cubicBezTo>
                  <a:cubicBezTo>
                    <a:pt x="636754" y="658131"/>
                    <a:pt x="631325" y="679753"/>
                    <a:pt x="622657" y="704804"/>
                  </a:cubicBezTo>
                  <a:cubicBezTo>
                    <a:pt x="587891" y="704804"/>
                    <a:pt x="551696" y="704994"/>
                    <a:pt x="515405" y="704708"/>
                  </a:cubicBezTo>
                  <a:cubicBezTo>
                    <a:pt x="501404" y="704613"/>
                    <a:pt x="487402" y="703280"/>
                    <a:pt x="469400" y="702232"/>
                  </a:cubicBezTo>
                  <a:cubicBezTo>
                    <a:pt x="469495" y="597743"/>
                    <a:pt x="509976" y="515351"/>
                    <a:pt x="591415" y="456392"/>
                  </a:cubicBezTo>
                  <a:cubicBezTo>
                    <a:pt x="691427" y="384002"/>
                    <a:pt x="802203" y="376858"/>
                    <a:pt x="910407" y="432293"/>
                  </a:cubicBezTo>
                  <a:cubicBezTo>
                    <a:pt x="1019564" y="488300"/>
                    <a:pt x="1072904" y="585265"/>
                    <a:pt x="1072618" y="707756"/>
                  </a:cubicBezTo>
                  <a:cubicBezTo>
                    <a:pt x="1072427" y="781385"/>
                    <a:pt x="1042614" y="846250"/>
                    <a:pt x="995084" y="902352"/>
                  </a:cubicBezTo>
                  <a:close/>
                </a:path>
              </a:pathLst>
            </a:custGeom>
            <a:solidFill>
              <a:srgbClr val="FFC000"/>
            </a:solidFill>
            <a:ln w="9525" cap="flat">
              <a:noFill/>
              <a:prstDash val="solid"/>
              <a:miter/>
            </a:ln>
          </p:spPr>
          <p:txBody>
            <a:bodyPr rtlCol="0" anchor="ctr"/>
            <a:lstStyle/>
            <a:p>
              <a:endParaRPr lang="en-US"/>
            </a:p>
          </p:txBody>
        </p:sp>
      </p:grpSp>
      <p:grpSp>
        <p:nvGrpSpPr>
          <p:cNvPr id="92" name="Group 91">
            <a:extLst>
              <a:ext uri="{FF2B5EF4-FFF2-40B4-BE49-F238E27FC236}">
                <a16:creationId xmlns:a16="http://schemas.microsoft.com/office/drawing/2014/main" id="{F3BE8E44-CA2A-E6D6-44E0-159A4327F407}"/>
              </a:ext>
            </a:extLst>
          </p:cNvPr>
          <p:cNvGrpSpPr/>
          <p:nvPr/>
        </p:nvGrpSpPr>
        <p:grpSpPr>
          <a:xfrm>
            <a:off x="5198209" y="2843244"/>
            <a:ext cx="3297907" cy="2292495"/>
            <a:chOff x="1219104" y="4245711"/>
            <a:chExt cx="3297907" cy="2292495"/>
          </a:xfrm>
        </p:grpSpPr>
        <p:sp>
          <p:nvSpPr>
            <p:cNvPr id="93" name="Freeform: Shape 92">
              <a:extLst>
                <a:ext uri="{FF2B5EF4-FFF2-40B4-BE49-F238E27FC236}">
                  <a16:creationId xmlns:a16="http://schemas.microsoft.com/office/drawing/2014/main" id="{260B04D4-9689-B0D3-4919-47F24B84A2C1}"/>
                </a:ext>
              </a:extLst>
            </p:cNvPr>
            <p:cNvSpPr/>
            <p:nvPr/>
          </p:nvSpPr>
          <p:spPr>
            <a:xfrm>
              <a:off x="1219104" y="4246177"/>
              <a:ext cx="2184467" cy="1074855"/>
            </a:xfrm>
            <a:custGeom>
              <a:avLst/>
              <a:gdLst>
                <a:gd name="connsiteX0" fmla="*/ 2184467 w 2184467"/>
                <a:gd name="connsiteY0" fmla="*/ 789666 h 1074855"/>
                <a:gd name="connsiteX1" fmla="*/ 1916091 w 2184467"/>
                <a:gd name="connsiteY1" fmla="*/ 518561 h 1074855"/>
                <a:gd name="connsiteX2" fmla="*/ 1118774 w 2184467"/>
                <a:gd name="connsiteY2" fmla="*/ 420214 h 1074855"/>
                <a:gd name="connsiteX3" fmla="*/ 783923 w 2184467"/>
                <a:gd name="connsiteY3" fmla="*/ 396278 h 1074855"/>
                <a:gd name="connsiteX4" fmla="*/ 191237 w 2184467"/>
                <a:gd name="connsiteY4" fmla="*/ 8348 h 1074855"/>
                <a:gd name="connsiteX5" fmla="*/ 18603 w 2184467"/>
                <a:gd name="connsiteY5" fmla="*/ 82759 h 1074855"/>
                <a:gd name="connsiteX6" fmla="*/ 0 w 2184467"/>
                <a:gd name="connsiteY6" fmla="*/ 114632 h 1074855"/>
                <a:gd name="connsiteX7" fmla="*/ 449072 w 2184467"/>
                <a:gd name="connsiteY7" fmla="*/ 521289 h 1074855"/>
                <a:gd name="connsiteX8" fmla="*/ 534149 w 2184467"/>
                <a:gd name="connsiteY8" fmla="*/ 704713 h 1074855"/>
                <a:gd name="connsiteX9" fmla="*/ 629767 w 2184467"/>
                <a:gd name="connsiteY9" fmla="*/ 702109 h 1074855"/>
                <a:gd name="connsiteX10" fmla="*/ 895540 w 2184467"/>
                <a:gd name="connsiteY10" fmla="*/ 914677 h 1074855"/>
                <a:gd name="connsiteX11" fmla="*/ 1482025 w 2184467"/>
                <a:gd name="connsiteY11" fmla="*/ 922614 h 1074855"/>
                <a:gd name="connsiteX12" fmla="*/ 1779670 w 2184467"/>
                <a:gd name="connsiteY12" fmla="*/ 1030634 h 1074855"/>
                <a:gd name="connsiteX13" fmla="*/ 1841679 w 2184467"/>
                <a:gd name="connsiteY13" fmla="*/ 1034231 h 1074855"/>
                <a:gd name="connsiteX14" fmla="*/ 2176530 w 2184467"/>
                <a:gd name="connsiteY14" fmla="*/ 826996 h 1074855"/>
                <a:gd name="connsiteX15" fmla="*/ 2184467 w 2184467"/>
                <a:gd name="connsiteY15" fmla="*/ 789790 h 1074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4467" h="1074855">
                  <a:moveTo>
                    <a:pt x="2184467" y="789666"/>
                  </a:moveTo>
                  <a:lnTo>
                    <a:pt x="1916091" y="518561"/>
                  </a:lnTo>
                  <a:cubicBezTo>
                    <a:pt x="1916091" y="518561"/>
                    <a:pt x="1626383" y="162503"/>
                    <a:pt x="1118774" y="420214"/>
                  </a:cubicBezTo>
                  <a:cubicBezTo>
                    <a:pt x="1038409" y="385861"/>
                    <a:pt x="927165" y="375691"/>
                    <a:pt x="783923" y="396278"/>
                  </a:cubicBezTo>
                  <a:lnTo>
                    <a:pt x="191237" y="8348"/>
                  </a:lnTo>
                  <a:cubicBezTo>
                    <a:pt x="97603" y="-12860"/>
                    <a:pt x="34105" y="4379"/>
                    <a:pt x="18603" y="82759"/>
                  </a:cubicBezTo>
                  <a:lnTo>
                    <a:pt x="0" y="114632"/>
                  </a:lnTo>
                  <a:lnTo>
                    <a:pt x="449072" y="521289"/>
                  </a:lnTo>
                  <a:cubicBezTo>
                    <a:pt x="422532" y="578462"/>
                    <a:pt x="462342" y="711286"/>
                    <a:pt x="534149" y="704713"/>
                  </a:cubicBezTo>
                  <a:lnTo>
                    <a:pt x="629767" y="702109"/>
                  </a:lnTo>
                  <a:cubicBezTo>
                    <a:pt x="629767" y="702109"/>
                    <a:pt x="765320" y="917405"/>
                    <a:pt x="895540" y="914677"/>
                  </a:cubicBezTo>
                  <a:cubicBezTo>
                    <a:pt x="1025760" y="911948"/>
                    <a:pt x="1482025" y="922614"/>
                    <a:pt x="1482025" y="922614"/>
                  </a:cubicBezTo>
                  <a:cubicBezTo>
                    <a:pt x="1482025" y="922614"/>
                    <a:pt x="1731799" y="933280"/>
                    <a:pt x="1779670" y="1030634"/>
                  </a:cubicBezTo>
                  <a:cubicBezTo>
                    <a:pt x="1827541" y="1127989"/>
                    <a:pt x="1841679" y="1034231"/>
                    <a:pt x="1841679" y="1034231"/>
                  </a:cubicBezTo>
                  <a:lnTo>
                    <a:pt x="2176530" y="826996"/>
                  </a:lnTo>
                  <a:lnTo>
                    <a:pt x="2184467" y="789790"/>
                  </a:lnTo>
                  <a:close/>
                </a:path>
              </a:pathLst>
            </a:custGeom>
            <a:solidFill>
              <a:srgbClr val="F6BC99"/>
            </a:solidFill>
            <a:ln w="22225" cap="flat">
              <a:solidFill>
                <a:srgbClr val="F2AE87"/>
              </a:solid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CD698B13-0997-1B8D-3580-BB33AB64293D}"/>
                </a:ext>
              </a:extLst>
            </p:cNvPr>
            <p:cNvSpPr/>
            <p:nvPr/>
          </p:nvSpPr>
          <p:spPr>
            <a:xfrm>
              <a:off x="1237583" y="4245711"/>
              <a:ext cx="765444" cy="418075"/>
            </a:xfrm>
            <a:custGeom>
              <a:avLst/>
              <a:gdLst>
                <a:gd name="connsiteX0" fmla="*/ 728238 w 765444"/>
                <a:gd name="connsiteY0" fmla="*/ 418076 h 418075"/>
                <a:gd name="connsiteX1" fmla="*/ 141754 w 765444"/>
                <a:gd name="connsiteY1" fmla="*/ 58422 h 418075"/>
                <a:gd name="connsiteX2" fmla="*/ 0 w 765444"/>
                <a:gd name="connsiteY2" fmla="*/ 83225 h 418075"/>
                <a:gd name="connsiteX3" fmla="*/ 172758 w 765444"/>
                <a:gd name="connsiteY3" fmla="*/ 8814 h 418075"/>
                <a:gd name="connsiteX4" fmla="*/ 765444 w 765444"/>
                <a:gd name="connsiteY4" fmla="*/ 396869 h 418075"/>
                <a:gd name="connsiteX5" fmla="*/ 728238 w 765444"/>
                <a:gd name="connsiteY5" fmla="*/ 418076 h 418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5444" h="418075">
                  <a:moveTo>
                    <a:pt x="728238" y="418076"/>
                  </a:moveTo>
                  <a:lnTo>
                    <a:pt x="141754" y="58422"/>
                  </a:lnTo>
                  <a:cubicBezTo>
                    <a:pt x="85573" y="38827"/>
                    <a:pt x="39562" y="50980"/>
                    <a:pt x="0" y="83225"/>
                  </a:cubicBezTo>
                  <a:cubicBezTo>
                    <a:pt x="16495" y="8938"/>
                    <a:pt x="74907" y="-14874"/>
                    <a:pt x="172758" y="8814"/>
                  </a:cubicBezTo>
                  <a:lnTo>
                    <a:pt x="765444" y="396869"/>
                  </a:lnTo>
                  <a:lnTo>
                    <a:pt x="728238" y="418076"/>
                  </a:lnTo>
                  <a:close/>
                </a:path>
              </a:pathLst>
            </a:custGeom>
            <a:solidFill>
              <a:srgbClr val="F2AE87"/>
            </a:solidFill>
            <a:ln w="12379"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664207B7-691D-1DB8-C780-120F2D065D97}"/>
                </a:ext>
              </a:extLst>
            </p:cNvPr>
            <p:cNvSpPr/>
            <p:nvPr/>
          </p:nvSpPr>
          <p:spPr>
            <a:xfrm>
              <a:off x="1716809" y="4723615"/>
              <a:ext cx="206473" cy="186472"/>
            </a:xfrm>
            <a:custGeom>
              <a:avLst/>
              <a:gdLst>
                <a:gd name="connsiteX0" fmla="*/ 192335 w 206473"/>
                <a:gd name="connsiteY0" fmla="*/ 445 h 186472"/>
                <a:gd name="connsiteX1" fmla="*/ 206473 w 206473"/>
                <a:gd name="connsiteY1" fmla="*/ 177668 h 186472"/>
                <a:gd name="connsiteX2" fmla="*/ 46985 w 206473"/>
                <a:gd name="connsiteY2" fmla="*/ 186473 h 186472"/>
                <a:gd name="connsiteX3" fmla="*/ 192211 w 206473"/>
                <a:gd name="connsiteY3" fmla="*/ 445 h 186472"/>
              </a:gdLst>
              <a:ahLst/>
              <a:cxnLst>
                <a:cxn ang="0">
                  <a:pos x="connsiteX0" y="connsiteY0"/>
                </a:cxn>
                <a:cxn ang="0">
                  <a:pos x="connsiteX1" y="connsiteY1"/>
                </a:cxn>
                <a:cxn ang="0">
                  <a:pos x="connsiteX2" y="connsiteY2"/>
                </a:cxn>
                <a:cxn ang="0">
                  <a:pos x="connsiteX3" y="connsiteY3"/>
                </a:cxn>
              </a:cxnLst>
              <a:rect l="l" t="t" r="r" b="b"/>
              <a:pathLst>
                <a:path w="206473" h="186472">
                  <a:moveTo>
                    <a:pt x="192335" y="445"/>
                  </a:moveTo>
                  <a:lnTo>
                    <a:pt x="206473" y="177668"/>
                  </a:lnTo>
                  <a:lnTo>
                    <a:pt x="46985" y="186473"/>
                  </a:lnTo>
                  <a:cubicBezTo>
                    <a:pt x="-46897" y="115658"/>
                    <a:pt x="-886" y="-8361"/>
                    <a:pt x="192211" y="445"/>
                  </a:cubicBezTo>
                  <a:close/>
                </a:path>
              </a:pathLst>
            </a:custGeom>
            <a:solidFill>
              <a:schemeClr val="bg1"/>
            </a:solidFill>
            <a:ln w="12379"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5EBC5E55-A7C5-0039-3270-9CFC3F2D8CEF}"/>
                </a:ext>
              </a:extLst>
            </p:cNvPr>
            <p:cNvSpPr/>
            <p:nvPr/>
          </p:nvSpPr>
          <p:spPr>
            <a:xfrm>
              <a:off x="1848995" y="4948038"/>
              <a:ext cx="1235723" cy="350849"/>
            </a:xfrm>
            <a:custGeom>
              <a:avLst/>
              <a:gdLst>
                <a:gd name="connsiteX0" fmla="*/ 605832 w 1235723"/>
                <a:gd name="connsiteY0" fmla="*/ 9797 h 350849"/>
                <a:gd name="connsiteX1" fmla="*/ 92022 w 1235723"/>
                <a:gd name="connsiteY1" fmla="*/ 22199 h 350849"/>
                <a:gd name="connsiteX2" fmla="*/ 406534 w 1235723"/>
                <a:gd name="connsiteY2" fmla="*/ 148822 h 350849"/>
                <a:gd name="connsiteX3" fmla="*/ 1108108 w 1235723"/>
                <a:gd name="connsiteY3" fmla="*/ 186028 h 350849"/>
                <a:gd name="connsiteX4" fmla="*/ 1235723 w 1235723"/>
                <a:gd name="connsiteY4" fmla="*/ 308311 h 350849"/>
                <a:gd name="connsiteX5" fmla="*/ 1161312 w 1235723"/>
                <a:gd name="connsiteY5" fmla="*/ 350849 h 350849"/>
                <a:gd name="connsiteX6" fmla="*/ 805254 w 1235723"/>
                <a:gd name="connsiteY6" fmla="*/ 223234 h 350849"/>
                <a:gd name="connsiteX7" fmla="*/ 265772 w 1235723"/>
                <a:gd name="connsiteY7" fmla="*/ 212568 h 350849"/>
                <a:gd name="connsiteX8" fmla="*/ 0 w 1235723"/>
                <a:gd name="connsiteY8" fmla="*/ 0 h 350849"/>
                <a:gd name="connsiteX9" fmla="*/ 605956 w 1235723"/>
                <a:gd name="connsiteY9" fmla="*/ 9797 h 35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5723" h="350849">
                  <a:moveTo>
                    <a:pt x="605832" y="9797"/>
                  </a:moveTo>
                  <a:cubicBezTo>
                    <a:pt x="604468" y="10045"/>
                    <a:pt x="92022" y="22199"/>
                    <a:pt x="92022" y="22199"/>
                  </a:cubicBezTo>
                  <a:cubicBezTo>
                    <a:pt x="92022" y="22199"/>
                    <a:pt x="148699" y="175487"/>
                    <a:pt x="406534" y="148822"/>
                  </a:cubicBezTo>
                  <a:cubicBezTo>
                    <a:pt x="664369" y="122159"/>
                    <a:pt x="1004428" y="100951"/>
                    <a:pt x="1108108" y="186028"/>
                  </a:cubicBezTo>
                  <a:cubicBezTo>
                    <a:pt x="1211788" y="271105"/>
                    <a:pt x="1235723" y="308311"/>
                    <a:pt x="1235723" y="308311"/>
                  </a:cubicBezTo>
                  <a:lnTo>
                    <a:pt x="1161312" y="350849"/>
                  </a:lnTo>
                  <a:cubicBezTo>
                    <a:pt x="1158212" y="342292"/>
                    <a:pt x="1121998" y="224846"/>
                    <a:pt x="805254" y="223234"/>
                  </a:cubicBezTo>
                  <a:cubicBezTo>
                    <a:pt x="488882" y="221746"/>
                    <a:pt x="267881" y="207359"/>
                    <a:pt x="265772" y="212568"/>
                  </a:cubicBezTo>
                  <a:cubicBezTo>
                    <a:pt x="161721" y="195454"/>
                    <a:pt x="77016" y="111121"/>
                    <a:pt x="0" y="0"/>
                  </a:cubicBezTo>
                  <a:lnTo>
                    <a:pt x="605956" y="9797"/>
                  </a:lnTo>
                  <a:close/>
                </a:path>
              </a:pathLst>
            </a:custGeom>
            <a:solidFill>
              <a:srgbClr val="F2AE87"/>
            </a:solidFill>
            <a:ln w="12379"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0767904C-4D7E-1812-C906-E4382C1334BF}"/>
                </a:ext>
              </a:extLst>
            </p:cNvPr>
            <p:cNvSpPr/>
            <p:nvPr/>
          </p:nvSpPr>
          <p:spPr>
            <a:xfrm>
              <a:off x="2986372" y="5003970"/>
              <a:ext cx="603227" cy="478340"/>
            </a:xfrm>
            <a:custGeom>
              <a:avLst/>
              <a:gdLst>
                <a:gd name="connsiteX0" fmla="*/ 84953 w 603227"/>
                <a:gd name="connsiteY0" fmla="*/ 478340 h 478340"/>
                <a:gd name="connsiteX1" fmla="*/ 0 w 603227"/>
                <a:gd name="connsiteY1" fmla="*/ 289584 h 478340"/>
                <a:gd name="connsiteX2" fmla="*/ 483673 w 603227"/>
                <a:gd name="connsiteY2" fmla="*/ 0 h 478340"/>
                <a:gd name="connsiteX3" fmla="*/ 603227 w 603227"/>
                <a:gd name="connsiteY3" fmla="*/ 193965 h 478340"/>
                <a:gd name="connsiteX4" fmla="*/ 84953 w 603227"/>
                <a:gd name="connsiteY4" fmla="*/ 478340 h 478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227" h="478340">
                  <a:moveTo>
                    <a:pt x="84953" y="478340"/>
                  </a:moveTo>
                  <a:lnTo>
                    <a:pt x="0" y="289584"/>
                  </a:lnTo>
                  <a:lnTo>
                    <a:pt x="483673" y="0"/>
                  </a:lnTo>
                  <a:lnTo>
                    <a:pt x="603227" y="193965"/>
                  </a:lnTo>
                  <a:lnTo>
                    <a:pt x="84953" y="478340"/>
                  </a:lnTo>
                  <a:close/>
                </a:path>
              </a:pathLst>
            </a:custGeom>
            <a:solidFill>
              <a:schemeClr val="accent1">
                <a:lumMod val="60000"/>
                <a:lumOff val="40000"/>
              </a:schemeClr>
            </a:solidFill>
            <a:ln w="12379"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F62BBD8-9FDB-51C1-B251-3D61C92F8EE8}"/>
                </a:ext>
              </a:extLst>
            </p:cNvPr>
            <p:cNvSpPr/>
            <p:nvPr/>
          </p:nvSpPr>
          <p:spPr>
            <a:xfrm>
              <a:off x="2929447" y="5099589"/>
              <a:ext cx="1587564" cy="1438617"/>
            </a:xfrm>
            <a:custGeom>
              <a:avLst/>
              <a:gdLst>
                <a:gd name="connsiteX0" fmla="*/ 124 w 1587564"/>
                <a:gd name="connsiteY0" fmla="*/ 474868 h 1438617"/>
                <a:gd name="connsiteX1" fmla="*/ 634356 w 1587564"/>
                <a:gd name="connsiteY1" fmla="*/ 1438618 h 1438617"/>
                <a:gd name="connsiteX2" fmla="*/ 1587565 w 1587564"/>
                <a:gd name="connsiteY2" fmla="*/ 1438618 h 1438617"/>
                <a:gd name="connsiteX3" fmla="*/ 641425 w 1587564"/>
                <a:gd name="connsiteY3" fmla="*/ 0 h 1438617"/>
                <a:gd name="connsiteX4" fmla="*/ 314760 w 1587564"/>
                <a:gd name="connsiteY4" fmla="*/ 186772 h 1438617"/>
                <a:gd name="connsiteX5" fmla="*/ 0 w 1587564"/>
                <a:gd name="connsiteY5" fmla="*/ 474744 h 143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7564" h="1438617">
                  <a:moveTo>
                    <a:pt x="124" y="474868"/>
                  </a:moveTo>
                  <a:lnTo>
                    <a:pt x="634356" y="1438618"/>
                  </a:lnTo>
                  <a:lnTo>
                    <a:pt x="1587565" y="1438618"/>
                  </a:lnTo>
                  <a:lnTo>
                    <a:pt x="641425" y="0"/>
                  </a:lnTo>
                  <a:cubicBezTo>
                    <a:pt x="520507" y="56180"/>
                    <a:pt x="411866" y="118562"/>
                    <a:pt x="314760" y="186772"/>
                  </a:cubicBezTo>
                  <a:cubicBezTo>
                    <a:pt x="191485" y="273461"/>
                    <a:pt x="87061" y="369700"/>
                    <a:pt x="0" y="474744"/>
                  </a:cubicBezTo>
                  <a:close/>
                </a:path>
              </a:pathLst>
            </a:custGeom>
            <a:solidFill>
              <a:schemeClr val="accent1"/>
            </a:solidFill>
            <a:ln w="12379"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18277BAE-F2DE-ACAA-A414-BE7A77BA447C}"/>
                </a:ext>
              </a:extLst>
            </p:cNvPr>
            <p:cNvSpPr/>
            <p:nvPr/>
          </p:nvSpPr>
          <p:spPr>
            <a:xfrm>
              <a:off x="2929571" y="5286361"/>
              <a:ext cx="1047958" cy="1251721"/>
            </a:xfrm>
            <a:custGeom>
              <a:avLst/>
              <a:gdLst>
                <a:gd name="connsiteX0" fmla="*/ 1047959 w 1047958"/>
                <a:gd name="connsiteY0" fmla="*/ 1245645 h 1251721"/>
                <a:gd name="connsiteX1" fmla="*/ 314760 w 1047958"/>
                <a:gd name="connsiteY1" fmla="*/ 0 h 1251721"/>
                <a:gd name="connsiteX2" fmla="*/ 0 w 1047958"/>
                <a:gd name="connsiteY2" fmla="*/ 287972 h 1251721"/>
                <a:gd name="connsiteX3" fmla="*/ 634232 w 1047958"/>
                <a:gd name="connsiteY3" fmla="*/ 1251721 h 1251721"/>
                <a:gd name="connsiteX4" fmla="*/ 1047959 w 1047958"/>
                <a:gd name="connsiteY4" fmla="*/ 1245520 h 1251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958" h="1251721">
                  <a:moveTo>
                    <a:pt x="1047959" y="1245645"/>
                  </a:moveTo>
                  <a:lnTo>
                    <a:pt x="314760" y="0"/>
                  </a:lnTo>
                  <a:cubicBezTo>
                    <a:pt x="193965" y="81108"/>
                    <a:pt x="91402" y="179331"/>
                    <a:pt x="0" y="287972"/>
                  </a:cubicBezTo>
                  <a:lnTo>
                    <a:pt x="634232" y="1251721"/>
                  </a:lnTo>
                  <a:lnTo>
                    <a:pt x="1047959" y="1245520"/>
                  </a:lnTo>
                  <a:close/>
                </a:path>
              </a:pathLst>
            </a:custGeom>
            <a:solidFill>
              <a:schemeClr val="tx1">
                <a:alpha val="20000"/>
              </a:schemeClr>
            </a:solidFill>
            <a:ln w="12379" cap="flat">
              <a:noFill/>
              <a:prstDash val="solid"/>
              <a:miter/>
            </a:ln>
          </p:spPr>
          <p:txBody>
            <a:bodyPr rtlCol="0" anchor="ctr"/>
            <a:lstStyle/>
            <a:p>
              <a:endParaRPr lang="en-US"/>
            </a:p>
          </p:txBody>
        </p:sp>
      </p:grpSp>
      <p:sp>
        <p:nvSpPr>
          <p:cNvPr id="4" name="Slide Number Placeholder 3">
            <a:extLst>
              <a:ext uri="{FF2B5EF4-FFF2-40B4-BE49-F238E27FC236}">
                <a16:creationId xmlns:a16="http://schemas.microsoft.com/office/drawing/2014/main" id="{5D764D28-B66B-E492-418B-6902C649FD51}"/>
              </a:ext>
            </a:extLst>
          </p:cNvPr>
          <p:cNvSpPr>
            <a:spLocks noGrp="1"/>
          </p:cNvSpPr>
          <p:nvPr>
            <p:ph type="sldNum" sz="quarter" idx="7"/>
          </p:nvPr>
        </p:nvSpPr>
        <p:spPr/>
        <p:txBody>
          <a:bodyPr/>
          <a:lstStyle/>
          <a:p>
            <a:fld id="{B6F15528-21DE-4FAA-801E-634DDDAF4B2B}" type="slidenum">
              <a:rPr lang="en-US" smtClean="0"/>
              <a:t>41</a:t>
            </a:fld>
            <a:endParaRPr lang="en-US"/>
          </a:p>
        </p:txBody>
      </p:sp>
    </p:spTree>
    <p:extLst>
      <p:ext uri="{BB962C8B-B14F-4D97-AF65-F5344CB8AC3E}">
        <p14:creationId xmlns:p14="http://schemas.microsoft.com/office/powerpoint/2010/main" val="365843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down)">
                                      <p:cBhvr>
                                        <p:cTn id="7" dur="500"/>
                                        <p:tgtEl>
                                          <p:spTgt spid="92"/>
                                        </p:tgtEl>
                                      </p:cBhvr>
                                    </p:animEffect>
                                  </p:childTnLst>
                                </p:cTn>
                              </p:par>
                              <p:par>
                                <p:cTn id="8" presetID="47" presetClass="entr" presetSubtype="0" fill="hold" nodeType="withEffect">
                                  <p:stCondLst>
                                    <p:cond delay="250"/>
                                  </p:stCondLst>
                                  <p:childTnLst>
                                    <p:set>
                                      <p:cBhvr>
                                        <p:cTn id="9" dur="1" fill="hold">
                                          <p:stCondLst>
                                            <p:cond delay="0"/>
                                          </p:stCondLst>
                                        </p:cTn>
                                        <p:tgtEl>
                                          <p:spTgt spid="89"/>
                                        </p:tgtEl>
                                        <p:attrNameLst>
                                          <p:attrName>style.visibility</p:attrName>
                                        </p:attrNameLst>
                                      </p:cBhvr>
                                      <p:to>
                                        <p:strVal val="visible"/>
                                      </p:to>
                                    </p:set>
                                    <p:animEffect transition="in" filter="fade">
                                      <p:cBhvr>
                                        <p:cTn id="10" dur="500"/>
                                        <p:tgtEl>
                                          <p:spTgt spid="89"/>
                                        </p:tgtEl>
                                      </p:cBhvr>
                                    </p:animEffect>
                                    <p:anim calcmode="lin" valueType="num">
                                      <p:cBhvr>
                                        <p:cTn id="11" dur="500" fill="hold"/>
                                        <p:tgtEl>
                                          <p:spTgt spid="89"/>
                                        </p:tgtEl>
                                        <p:attrNameLst>
                                          <p:attrName>ppt_x</p:attrName>
                                        </p:attrNameLst>
                                      </p:cBhvr>
                                      <p:tavLst>
                                        <p:tav tm="0">
                                          <p:val>
                                            <p:strVal val="#ppt_x"/>
                                          </p:val>
                                        </p:tav>
                                        <p:tav tm="100000">
                                          <p:val>
                                            <p:strVal val="#ppt_x"/>
                                          </p:val>
                                        </p:tav>
                                      </p:tavLst>
                                    </p:anim>
                                    <p:anim calcmode="lin" valueType="num">
                                      <p:cBhvr>
                                        <p:cTn id="12" dur="500" fill="hold"/>
                                        <p:tgtEl>
                                          <p:spTgt spid="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3" name="object 3"/>
          <p:cNvSpPr/>
          <p:nvPr/>
        </p:nvSpPr>
        <p:spPr>
          <a:xfrm>
            <a:off x="8496300" y="0"/>
            <a:ext cx="647700" cy="5144007"/>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5" name="object 5"/>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6" name="object 6"/>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8" name="object 8"/>
          <p:cNvSpPr/>
          <p:nvPr/>
        </p:nvSpPr>
        <p:spPr>
          <a:xfrm>
            <a:off x="3241548" y="4604003"/>
            <a:ext cx="539750" cy="539750"/>
          </a:xfrm>
          <a:custGeom>
            <a:avLst/>
            <a:gdLst/>
            <a:ahLst/>
            <a:cxnLst/>
            <a:rect l="l" t="t" r="r" b="b"/>
            <a:pathLst>
              <a:path w="539750" h="539750">
                <a:moveTo>
                  <a:pt x="539496" y="0"/>
                </a:moveTo>
                <a:lnTo>
                  <a:pt x="0" y="0"/>
                </a:lnTo>
                <a:lnTo>
                  <a:pt x="0" y="539496"/>
                </a:lnTo>
                <a:lnTo>
                  <a:pt x="539496" y="539496"/>
                </a:lnTo>
                <a:lnTo>
                  <a:pt x="539496" y="0"/>
                </a:lnTo>
                <a:close/>
              </a:path>
            </a:pathLst>
          </a:custGeom>
          <a:solidFill>
            <a:srgbClr val="4475C9"/>
          </a:solidFill>
        </p:spPr>
        <p:txBody>
          <a:bodyPr wrap="square" lIns="0" tIns="0" rIns="0" bIns="0" rtlCol="0"/>
          <a:lstStyle/>
          <a:p>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endParaRPr/>
          </a:p>
        </p:txBody>
      </p:sp>
      <p:sp>
        <p:nvSpPr>
          <p:cNvPr id="12" name="object 12"/>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181818"/>
            </a:solidFill>
          </a:ln>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grpSp>
        <p:nvGrpSpPr>
          <p:cNvPr id="62" name="Graphic 4">
            <a:extLst>
              <a:ext uri="{FF2B5EF4-FFF2-40B4-BE49-F238E27FC236}">
                <a16:creationId xmlns:a16="http://schemas.microsoft.com/office/drawing/2014/main" id="{1F12B862-B46D-9F46-DA02-34CADD77A9DB}"/>
              </a:ext>
            </a:extLst>
          </p:cNvPr>
          <p:cNvGrpSpPr/>
          <p:nvPr/>
        </p:nvGrpSpPr>
        <p:grpSpPr>
          <a:xfrm>
            <a:off x="5883204" y="1148298"/>
            <a:ext cx="1508431" cy="3239072"/>
            <a:chOff x="2574651" y="2495241"/>
            <a:chExt cx="1309953" cy="3138718"/>
          </a:xfrm>
        </p:grpSpPr>
        <p:sp>
          <p:nvSpPr>
            <p:cNvPr id="63" name="Freeform: Shape 62">
              <a:extLst>
                <a:ext uri="{FF2B5EF4-FFF2-40B4-BE49-F238E27FC236}">
                  <a16:creationId xmlns:a16="http://schemas.microsoft.com/office/drawing/2014/main" id="{0671DD26-33CF-F071-0497-C49B95DFA591}"/>
                </a:ext>
              </a:extLst>
            </p:cNvPr>
            <p:cNvSpPr/>
            <p:nvPr/>
          </p:nvSpPr>
          <p:spPr>
            <a:xfrm>
              <a:off x="2818719" y="3283148"/>
              <a:ext cx="512823" cy="854442"/>
            </a:xfrm>
            <a:custGeom>
              <a:avLst/>
              <a:gdLst>
                <a:gd name="connsiteX0" fmla="*/ 512824 w 512823"/>
                <a:gd name="connsiteY0" fmla="*/ 854443 h 854442"/>
                <a:gd name="connsiteX1" fmla="*/ 0 w 512823"/>
                <a:gd name="connsiteY1" fmla="*/ 832615 h 854442"/>
                <a:gd name="connsiteX2" fmla="*/ 8416 w 512823"/>
                <a:gd name="connsiteY2" fmla="*/ 779491 h 854442"/>
                <a:gd name="connsiteX3" fmla="*/ 58515 w 512823"/>
                <a:gd name="connsiteY3" fmla="*/ 618675 h 854442"/>
                <a:gd name="connsiteX4" fmla="*/ 12623 w 512823"/>
                <a:gd name="connsiteY4" fmla="*/ 330179 h 854442"/>
                <a:gd name="connsiteX5" fmla="*/ 6443 w 512823"/>
                <a:gd name="connsiteY5" fmla="*/ 156083 h 854442"/>
                <a:gd name="connsiteX6" fmla="*/ 167917 w 512823"/>
                <a:gd name="connsiteY6" fmla="*/ 95333 h 854442"/>
                <a:gd name="connsiteX7" fmla="*/ 180803 w 512823"/>
                <a:gd name="connsiteY7" fmla="*/ 88758 h 854442"/>
                <a:gd name="connsiteX8" fmla="*/ 186852 w 512823"/>
                <a:gd name="connsiteY8" fmla="*/ 24458 h 854442"/>
                <a:gd name="connsiteX9" fmla="*/ 186326 w 512823"/>
                <a:gd name="connsiteY9" fmla="*/ 5654 h 854442"/>
                <a:gd name="connsiteX10" fmla="*/ 193032 w 512823"/>
                <a:gd name="connsiteY10" fmla="*/ 0 h 854442"/>
                <a:gd name="connsiteX11" fmla="*/ 305196 w 512823"/>
                <a:gd name="connsiteY11" fmla="*/ 17226 h 854442"/>
                <a:gd name="connsiteX12" fmla="*/ 305853 w 512823"/>
                <a:gd name="connsiteY12" fmla="*/ 56411 h 854442"/>
                <a:gd name="connsiteX13" fmla="*/ 321633 w 512823"/>
                <a:gd name="connsiteY13" fmla="*/ 77187 h 854442"/>
                <a:gd name="connsiteX14" fmla="*/ 341619 w 512823"/>
                <a:gd name="connsiteY14" fmla="*/ 83104 h 854442"/>
                <a:gd name="connsiteX15" fmla="*/ 343197 w 512823"/>
                <a:gd name="connsiteY15" fmla="*/ 83498 h 854442"/>
                <a:gd name="connsiteX16" fmla="*/ 395663 w 512823"/>
                <a:gd name="connsiteY16" fmla="*/ 88363 h 854442"/>
                <a:gd name="connsiteX17" fmla="*/ 415782 w 512823"/>
                <a:gd name="connsiteY17" fmla="*/ 88626 h 854442"/>
                <a:gd name="connsiteX18" fmla="*/ 473639 w 512823"/>
                <a:gd name="connsiteY18" fmla="*/ 215780 h 854442"/>
                <a:gd name="connsiteX19" fmla="*/ 490338 w 512823"/>
                <a:gd name="connsiteY19" fmla="*/ 276925 h 854442"/>
                <a:gd name="connsiteX20" fmla="*/ 512824 w 512823"/>
                <a:gd name="connsiteY20" fmla="*/ 785146 h 854442"/>
                <a:gd name="connsiteX21" fmla="*/ 512824 w 512823"/>
                <a:gd name="connsiteY21" fmla="*/ 854180 h 854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2823" h="854442">
                  <a:moveTo>
                    <a:pt x="512824" y="854443"/>
                  </a:moveTo>
                  <a:lnTo>
                    <a:pt x="0" y="832615"/>
                  </a:lnTo>
                  <a:cubicBezTo>
                    <a:pt x="1446" y="814206"/>
                    <a:pt x="4339" y="796586"/>
                    <a:pt x="8416" y="779491"/>
                  </a:cubicBezTo>
                  <a:cubicBezTo>
                    <a:pt x="20907" y="724659"/>
                    <a:pt x="43261" y="674691"/>
                    <a:pt x="58515" y="618675"/>
                  </a:cubicBezTo>
                  <a:cubicBezTo>
                    <a:pt x="78370" y="545171"/>
                    <a:pt x="33925" y="399871"/>
                    <a:pt x="12623" y="330179"/>
                  </a:cubicBezTo>
                  <a:cubicBezTo>
                    <a:pt x="-8679" y="260357"/>
                    <a:pt x="6443" y="156083"/>
                    <a:pt x="6443" y="156083"/>
                  </a:cubicBezTo>
                  <a:cubicBezTo>
                    <a:pt x="23406" y="135964"/>
                    <a:pt x="130047" y="109797"/>
                    <a:pt x="167917" y="95333"/>
                  </a:cubicBezTo>
                  <a:cubicBezTo>
                    <a:pt x="174886" y="92703"/>
                    <a:pt x="179357" y="90467"/>
                    <a:pt x="180803" y="88758"/>
                  </a:cubicBezTo>
                  <a:cubicBezTo>
                    <a:pt x="186983" y="81263"/>
                    <a:pt x="187378" y="46549"/>
                    <a:pt x="186852" y="24458"/>
                  </a:cubicBezTo>
                  <a:cubicBezTo>
                    <a:pt x="186852" y="13544"/>
                    <a:pt x="186326" y="5654"/>
                    <a:pt x="186326" y="5654"/>
                  </a:cubicBezTo>
                  <a:lnTo>
                    <a:pt x="193032" y="0"/>
                  </a:lnTo>
                  <a:lnTo>
                    <a:pt x="305196" y="17226"/>
                  </a:lnTo>
                  <a:cubicBezTo>
                    <a:pt x="305196" y="17226"/>
                    <a:pt x="300857" y="38659"/>
                    <a:pt x="305853" y="56411"/>
                  </a:cubicBezTo>
                  <a:cubicBezTo>
                    <a:pt x="308352" y="65221"/>
                    <a:pt x="312954" y="73110"/>
                    <a:pt x="321633" y="77187"/>
                  </a:cubicBezTo>
                  <a:cubicBezTo>
                    <a:pt x="326892" y="79685"/>
                    <a:pt x="333861" y="81657"/>
                    <a:pt x="341619" y="83104"/>
                  </a:cubicBezTo>
                  <a:cubicBezTo>
                    <a:pt x="342014" y="83367"/>
                    <a:pt x="342671" y="83367"/>
                    <a:pt x="343197" y="83498"/>
                  </a:cubicBezTo>
                  <a:cubicBezTo>
                    <a:pt x="360292" y="86786"/>
                    <a:pt x="380804" y="87838"/>
                    <a:pt x="395663" y="88363"/>
                  </a:cubicBezTo>
                  <a:cubicBezTo>
                    <a:pt x="407498" y="88758"/>
                    <a:pt x="415782" y="88626"/>
                    <a:pt x="415782" y="88626"/>
                  </a:cubicBezTo>
                  <a:cubicBezTo>
                    <a:pt x="415782" y="88626"/>
                    <a:pt x="447998" y="137673"/>
                    <a:pt x="473639" y="215780"/>
                  </a:cubicBezTo>
                  <a:cubicBezTo>
                    <a:pt x="479819" y="234584"/>
                    <a:pt x="485605" y="255097"/>
                    <a:pt x="490338" y="276925"/>
                  </a:cubicBezTo>
                  <a:cubicBezTo>
                    <a:pt x="509273" y="362790"/>
                    <a:pt x="512429" y="651417"/>
                    <a:pt x="512824" y="785146"/>
                  </a:cubicBezTo>
                  <a:cubicBezTo>
                    <a:pt x="512824" y="827487"/>
                    <a:pt x="512824" y="854180"/>
                    <a:pt x="512824" y="854180"/>
                  </a:cubicBezTo>
                  <a:close/>
                </a:path>
              </a:pathLst>
            </a:custGeom>
            <a:solidFill>
              <a:srgbClr val="F5A784"/>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64" name="Freeform: Shape 63">
              <a:extLst>
                <a:ext uri="{FF2B5EF4-FFF2-40B4-BE49-F238E27FC236}">
                  <a16:creationId xmlns:a16="http://schemas.microsoft.com/office/drawing/2014/main" id="{B03DAD5A-A21F-5B95-97AE-11B072C49271}"/>
                </a:ext>
              </a:extLst>
            </p:cNvPr>
            <p:cNvSpPr/>
            <p:nvPr/>
          </p:nvSpPr>
          <p:spPr>
            <a:xfrm>
              <a:off x="2888542" y="5312681"/>
              <a:ext cx="199420" cy="321278"/>
            </a:xfrm>
            <a:custGeom>
              <a:avLst/>
              <a:gdLst>
                <a:gd name="connsiteX0" fmla="*/ 192901 w 199420"/>
                <a:gd name="connsiteY0" fmla="*/ 316436 h 321278"/>
                <a:gd name="connsiteX1" fmla="*/ 24195 w 199420"/>
                <a:gd name="connsiteY1" fmla="*/ 306443 h 321278"/>
                <a:gd name="connsiteX2" fmla="*/ 19329 w 199420"/>
                <a:gd name="connsiteY2" fmla="*/ 276068 h 321278"/>
                <a:gd name="connsiteX3" fmla="*/ 18935 w 199420"/>
                <a:gd name="connsiteY3" fmla="*/ 273701 h 321278"/>
                <a:gd name="connsiteX4" fmla="*/ 0 w 199420"/>
                <a:gd name="connsiteY4" fmla="*/ 26100 h 321278"/>
                <a:gd name="connsiteX5" fmla="*/ 109271 w 199420"/>
                <a:gd name="connsiteY5" fmla="*/ 16500 h 321278"/>
                <a:gd name="connsiteX6" fmla="*/ 106904 w 199420"/>
                <a:gd name="connsiteY6" fmla="*/ 275148 h 321278"/>
                <a:gd name="connsiteX7" fmla="*/ 111901 w 199420"/>
                <a:gd name="connsiteY7" fmla="*/ 277514 h 321278"/>
                <a:gd name="connsiteX8" fmla="*/ 190271 w 199420"/>
                <a:gd name="connsiteY8" fmla="*/ 299737 h 321278"/>
                <a:gd name="connsiteX9" fmla="*/ 192769 w 199420"/>
                <a:gd name="connsiteY9" fmla="*/ 316436 h 32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420" h="321278">
                  <a:moveTo>
                    <a:pt x="192901" y="316436"/>
                  </a:moveTo>
                  <a:cubicBezTo>
                    <a:pt x="176464" y="327745"/>
                    <a:pt x="25641" y="317094"/>
                    <a:pt x="24195" y="306443"/>
                  </a:cubicBezTo>
                  <a:cubicBezTo>
                    <a:pt x="22748" y="295266"/>
                    <a:pt x="20644" y="285141"/>
                    <a:pt x="19329" y="276068"/>
                  </a:cubicBezTo>
                  <a:cubicBezTo>
                    <a:pt x="19329" y="275148"/>
                    <a:pt x="18935" y="274490"/>
                    <a:pt x="18935" y="273701"/>
                  </a:cubicBezTo>
                  <a:cubicBezTo>
                    <a:pt x="18935" y="199934"/>
                    <a:pt x="0" y="26100"/>
                    <a:pt x="0" y="26100"/>
                  </a:cubicBezTo>
                  <a:cubicBezTo>
                    <a:pt x="0" y="26100"/>
                    <a:pt x="79027" y="-25578"/>
                    <a:pt x="109271" y="16500"/>
                  </a:cubicBezTo>
                  <a:cubicBezTo>
                    <a:pt x="109271" y="16500"/>
                    <a:pt x="70875" y="257659"/>
                    <a:pt x="106904" y="275148"/>
                  </a:cubicBezTo>
                  <a:cubicBezTo>
                    <a:pt x="108350" y="275937"/>
                    <a:pt x="109928" y="276594"/>
                    <a:pt x="111901" y="277514"/>
                  </a:cubicBezTo>
                  <a:cubicBezTo>
                    <a:pt x="131230" y="286061"/>
                    <a:pt x="170678" y="299079"/>
                    <a:pt x="190271" y="299737"/>
                  </a:cubicBezTo>
                  <a:cubicBezTo>
                    <a:pt x="190271" y="299737"/>
                    <a:pt x="209074" y="304996"/>
                    <a:pt x="192769" y="316436"/>
                  </a:cubicBezTo>
                  <a:close/>
                </a:path>
              </a:pathLst>
            </a:custGeom>
            <a:solidFill>
              <a:srgbClr val="F5A784"/>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65" name="Freeform: Shape 64">
              <a:extLst>
                <a:ext uri="{FF2B5EF4-FFF2-40B4-BE49-F238E27FC236}">
                  <a16:creationId xmlns:a16="http://schemas.microsoft.com/office/drawing/2014/main" id="{E8613DB6-3036-7A58-16AE-5308C86917A6}"/>
                </a:ext>
              </a:extLst>
            </p:cNvPr>
            <p:cNvSpPr/>
            <p:nvPr/>
          </p:nvSpPr>
          <p:spPr>
            <a:xfrm>
              <a:off x="2907477" y="5586382"/>
              <a:ext cx="180616" cy="47577"/>
            </a:xfrm>
            <a:custGeom>
              <a:avLst/>
              <a:gdLst>
                <a:gd name="connsiteX0" fmla="*/ 173966 w 180616"/>
                <a:gd name="connsiteY0" fmla="*/ 42735 h 47577"/>
                <a:gd name="connsiteX1" fmla="*/ 5260 w 180616"/>
                <a:gd name="connsiteY1" fmla="*/ 32742 h 47577"/>
                <a:gd name="connsiteX2" fmla="*/ 394 w 180616"/>
                <a:gd name="connsiteY2" fmla="*/ 2367 h 47577"/>
                <a:gd name="connsiteX3" fmla="*/ 0 w 180616"/>
                <a:gd name="connsiteY3" fmla="*/ 0 h 47577"/>
                <a:gd name="connsiteX4" fmla="*/ 93097 w 180616"/>
                <a:gd name="connsiteY4" fmla="*/ 3813 h 47577"/>
                <a:gd name="connsiteX5" fmla="*/ 171467 w 180616"/>
                <a:gd name="connsiteY5" fmla="*/ 26036 h 47577"/>
                <a:gd name="connsiteX6" fmla="*/ 173966 w 180616"/>
                <a:gd name="connsiteY6" fmla="*/ 42735 h 47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616" h="47577">
                  <a:moveTo>
                    <a:pt x="173966" y="42735"/>
                  </a:moveTo>
                  <a:cubicBezTo>
                    <a:pt x="157529" y="54044"/>
                    <a:pt x="6706" y="43393"/>
                    <a:pt x="5260" y="32742"/>
                  </a:cubicBezTo>
                  <a:cubicBezTo>
                    <a:pt x="3813" y="21565"/>
                    <a:pt x="1709" y="11440"/>
                    <a:pt x="394" y="2367"/>
                  </a:cubicBezTo>
                  <a:cubicBezTo>
                    <a:pt x="394" y="1447"/>
                    <a:pt x="131" y="789"/>
                    <a:pt x="0" y="0"/>
                  </a:cubicBezTo>
                  <a:cubicBezTo>
                    <a:pt x="19592" y="3945"/>
                    <a:pt x="53518" y="8547"/>
                    <a:pt x="93097" y="3813"/>
                  </a:cubicBezTo>
                  <a:cubicBezTo>
                    <a:pt x="112427" y="12360"/>
                    <a:pt x="151875" y="25378"/>
                    <a:pt x="171467" y="26036"/>
                  </a:cubicBezTo>
                  <a:cubicBezTo>
                    <a:pt x="171467" y="26036"/>
                    <a:pt x="190271" y="31295"/>
                    <a:pt x="173966" y="42735"/>
                  </a:cubicBezTo>
                  <a:close/>
                </a:path>
              </a:pathLst>
            </a:custGeom>
            <a:solidFill>
              <a:srgbClr val="5E1843"/>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66" name="Freeform: Shape 65">
              <a:extLst>
                <a:ext uri="{FF2B5EF4-FFF2-40B4-BE49-F238E27FC236}">
                  <a16:creationId xmlns:a16="http://schemas.microsoft.com/office/drawing/2014/main" id="{11D980F6-A39A-170B-6952-F420D530EC04}"/>
                </a:ext>
              </a:extLst>
            </p:cNvPr>
            <p:cNvSpPr/>
            <p:nvPr/>
          </p:nvSpPr>
          <p:spPr>
            <a:xfrm>
              <a:off x="3166126" y="5139700"/>
              <a:ext cx="207100" cy="400133"/>
            </a:xfrm>
            <a:custGeom>
              <a:avLst/>
              <a:gdLst>
                <a:gd name="connsiteX0" fmla="*/ 134779 w 207100"/>
                <a:gd name="connsiteY0" fmla="*/ 400002 h 400133"/>
                <a:gd name="connsiteX1" fmla="*/ 130 w 207100"/>
                <a:gd name="connsiteY1" fmla="*/ 297832 h 400133"/>
                <a:gd name="connsiteX2" fmla="*/ 13016 w 207100"/>
                <a:gd name="connsiteY2" fmla="*/ 269955 h 400133"/>
                <a:gd name="connsiteX3" fmla="*/ 14068 w 207100"/>
                <a:gd name="connsiteY3" fmla="*/ 267852 h 400133"/>
                <a:gd name="connsiteX4" fmla="*/ 103878 w 207100"/>
                <a:gd name="connsiteY4" fmla="*/ 0 h 400133"/>
                <a:gd name="connsiteX5" fmla="*/ 207100 w 207100"/>
                <a:gd name="connsiteY5" fmla="*/ 59172 h 400133"/>
                <a:gd name="connsiteX6" fmla="*/ 86389 w 207100"/>
                <a:gd name="connsiteY6" fmla="*/ 318082 h 400133"/>
                <a:gd name="connsiteX7" fmla="*/ 89282 w 207100"/>
                <a:gd name="connsiteY7" fmla="*/ 322816 h 400133"/>
                <a:gd name="connsiteX8" fmla="*/ 142011 w 207100"/>
                <a:gd name="connsiteY8" fmla="*/ 384880 h 400133"/>
                <a:gd name="connsiteX9" fmla="*/ 134779 w 207100"/>
                <a:gd name="connsiteY9" fmla="*/ 400134 h 40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100" h="400133">
                  <a:moveTo>
                    <a:pt x="134779" y="400002"/>
                  </a:moveTo>
                  <a:cubicBezTo>
                    <a:pt x="114792" y="400265"/>
                    <a:pt x="-4473" y="307431"/>
                    <a:pt x="130" y="297832"/>
                  </a:cubicBezTo>
                  <a:cubicBezTo>
                    <a:pt x="5126" y="287707"/>
                    <a:pt x="9071" y="278108"/>
                    <a:pt x="13016" y="269955"/>
                  </a:cubicBezTo>
                  <a:cubicBezTo>
                    <a:pt x="13411" y="269167"/>
                    <a:pt x="13542" y="268378"/>
                    <a:pt x="14068" y="267852"/>
                  </a:cubicBezTo>
                  <a:cubicBezTo>
                    <a:pt x="55094" y="206576"/>
                    <a:pt x="103878" y="0"/>
                    <a:pt x="103878" y="0"/>
                  </a:cubicBezTo>
                  <a:cubicBezTo>
                    <a:pt x="103878" y="0"/>
                    <a:pt x="205391" y="7495"/>
                    <a:pt x="207100" y="59172"/>
                  </a:cubicBezTo>
                  <a:cubicBezTo>
                    <a:pt x="207100" y="59172"/>
                    <a:pt x="66008" y="283368"/>
                    <a:pt x="86389" y="318082"/>
                  </a:cubicBezTo>
                  <a:cubicBezTo>
                    <a:pt x="87178" y="319528"/>
                    <a:pt x="88099" y="320975"/>
                    <a:pt x="89282" y="322816"/>
                  </a:cubicBezTo>
                  <a:cubicBezTo>
                    <a:pt x="100591" y="340699"/>
                    <a:pt x="126100" y="373441"/>
                    <a:pt x="142011" y="384880"/>
                  </a:cubicBezTo>
                  <a:cubicBezTo>
                    <a:pt x="142011" y="384880"/>
                    <a:pt x="154766" y="399739"/>
                    <a:pt x="134779" y="400134"/>
                  </a:cubicBezTo>
                  <a:close/>
                </a:path>
              </a:pathLst>
            </a:custGeom>
            <a:solidFill>
              <a:srgbClr val="F5A784"/>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67" name="Freeform: Shape 66">
              <a:extLst>
                <a:ext uri="{FF2B5EF4-FFF2-40B4-BE49-F238E27FC236}">
                  <a16:creationId xmlns:a16="http://schemas.microsoft.com/office/drawing/2014/main" id="{E268D1B4-05D6-A6BB-F467-56FA9D7F073F}"/>
                </a:ext>
              </a:extLst>
            </p:cNvPr>
            <p:cNvSpPr/>
            <p:nvPr/>
          </p:nvSpPr>
          <p:spPr>
            <a:xfrm>
              <a:off x="3166126" y="5407552"/>
              <a:ext cx="146020" cy="132282"/>
            </a:xfrm>
            <a:custGeom>
              <a:avLst/>
              <a:gdLst>
                <a:gd name="connsiteX0" fmla="*/ 134779 w 146020"/>
                <a:gd name="connsiteY0" fmla="*/ 132151 h 132282"/>
                <a:gd name="connsiteX1" fmla="*/ 130 w 146020"/>
                <a:gd name="connsiteY1" fmla="*/ 29980 h 132282"/>
                <a:gd name="connsiteX2" fmla="*/ 13016 w 146020"/>
                <a:gd name="connsiteY2" fmla="*/ 2104 h 132282"/>
                <a:gd name="connsiteX3" fmla="*/ 14068 w 146020"/>
                <a:gd name="connsiteY3" fmla="*/ 0 h 132282"/>
                <a:gd name="connsiteX4" fmla="*/ 89282 w 146020"/>
                <a:gd name="connsiteY4" fmla="*/ 54964 h 132282"/>
                <a:gd name="connsiteX5" fmla="*/ 142011 w 146020"/>
                <a:gd name="connsiteY5" fmla="*/ 117029 h 132282"/>
                <a:gd name="connsiteX6" fmla="*/ 134779 w 146020"/>
                <a:gd name="connsiteY6" fmla="*/ 132282 h 13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020" h="132282">
                  <a:moveTo>
                    <a:pt x="134779" y="132151"/>
                  </a:moveTo>
                  <a:cubicBezTo>
                    <a:pt x="114792" y="132414"/>
                    <a:pt x="-4473" y="39580"/>
                    <a:pt x="130" y="29980"/>
                  </a:cubicBezTo>
                  <a:cubicBezTo>
                    <a:pt x="5126" y="19856"/>
                    <a:pt x="9071" y="10256"/>
                    <a:pt x="13016" y="2104"/>
                  </a:cubicBezTo>
                  <a:cubicBezTo>
                    <a:pt x="13411" y="1315"/>
                    <a:pt x="13674" y="658"/>
                    <a:pt x="14068" y="0"/>
                  </a:cubicBezTo>
                  <a:cubicBezTo>
                    <a:pt x="28138" y="14201"/>
                    <a:pt x="53779" y="36818"/>
                    <a:pt x="89282" y="54964"/>
                  </a:cubicBezTo>
                  <a:cubicBezTo>
                    <a:pt x="100591" y="72847"/>
                    <a:pt x="126100" y="105589"/>
                    <a:pt x="142011" y="117029"/>
                  </a:cubicBezTo>
                  <a:cubicBezTo>
                    <a:pt x="142011" y="117029"/>
                    <a:pt x="154766" y="131888"/>
                    <a:pt x="134779" y="132282"/>
                  </a:cubicBezTo>
                  <a:close/>
                </a:path>
              </a:pathLst>
            </a:custGeom>
            <a:solidFill>
              <a:srgbClr val="5E1843"/>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68" name="Freeform: Shape 67">
              <a:extLst>
                <a:ext uri="{FF2B5EF4-FFF2-40B4-BE49-F238E27FC236}">
                  <a16:creationId xmlns:a16="http://schemas.microsoft.com/office/drawing/2014/main" id="{40B930A8-9277-432E-095C-C46F43858DE2}"/>
                </a:ext>
              </a:extLst>
            </p:cNvPr>
            <p:cNvSpPr/>
            <p:nvPr/>
          </p:nvSpPr>
          <p:spPr>
            <a:xfrm>
              <a:off x="2804332" y="4024112"/>
              <a:ext cx="790665" cy="1487416"/>
            </a:xfrm>
            <a:custGeom>
              <a:avLst/>
              <a:gdLst>
                <a:gd name="connsiteX0" fmla="*/ 477112 w 790665"/>
                <a:gd name="connsiteY0" fmla="*/ 1366477 h 1487416"/>
                <a:gd name="connsiteX1" fmla="*/ 395455 w 790665"/>
                <a:gd name="connsiteY1" fmla="*/ 1313748 h 1487416"/>
                <a:gd name="connsiteX2" fmla="*/ 572839 w 790665"/>
                <a:gd name="connsiteY2" fmla="*/ 838663 h 1487416"/>
                <a:gd name="connsiteX3" fmla="*/ 570604 w 790665"/>
                <a:gd name="connsiteY3" fmla="*/ 792904 h 1487416"/>
                <a:gd name="connsiteX4" fmla="*/ 311168 w 790665"/>
                <a:gd name="connsiteY4" fmla="*/ 351744 h 1487416"/>
                <a:gd name="connsiteX5" fmla="*/ 267907 w 790665"/>
                <a:gd name="connsiteY5" fmla="*/ 907434 h 1487416"/>
                <a:gd name="connsiteX6" fmla="*/ 189668 w 790665"/>
                <a:gd name="connsiteY6" fmla="*/ 1472197 h 1487416"/>
                <a:gd name="connsiteX7" fmla="*/ 84211 w 790665"/>
                <a:gd name="connsiteY7" fmla="*/ 1472066 h 1487416"/>
                <a:gd name="connsiteX8" fmla="*/ 46735 w 790665"/>
                <a:gd name="connsiteY8" fmla="*/ 1084161 h 1487416"/>
                <a:gd name="connsiteX9" fmla="*/ 14388 w 790665"/>
                <a:gd name="connsiteY9" fmla="*/ 565552 h 1487416"/>
                <a:gd name="connsiteX10" fmla="*/ 2159 w 790665"/>
                <a:gd name="connsiteY10" fmla="*/ 179883 h 1487416"/>
                <a:gd name="connsiteX11" fmla="*/ 33060 w 790665"/>
                <a:gd name="connsiteY11" fmla="*/ 0 h 1487416"/>
                <a:gd name="connsiteX12" fmla="*/ 474483 w 790665"/>
                <a:gd name="connsiteY12" fmla="*/ 26956 h 1487416"/>
                <a:gd name="connsiteX13" fmla="*/ 527211 w 790665"/>
                <a:gd name="connsiteY13" fmla="*/ 24195 h 1487416"/>
                <a:gd name="connsiteX14" fmla="*/ 546409 w 790665"/>
                <a:gd name="connsiteY14" fmla="*/ 75872 h 1487416"/>
                <a:gd name="connsiteX15" fmla="*/ 790329 w 790665"/>
                <a:gd name="connsiteY15" fmla="*/ 795928 h 1487416"/>
                <a:gd name="connsiteX16" fmla="*/ 477112 w 790665"/>
                <a:gd name="connsiteY16" fmla="*/ 1366477 h 1487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90665" h="1487416">
                  <a:moveTo>
                    <a:pt x="477112" y="1366477"/>
                  </a:moveTo>
                  <a:cubicBezTo>
                    <a:pt x="465410" y="1383440"/>
                    <a:pt x="386908" y="1346227"/>
                    <a:pt x="395455" y="1313748"/>
                  </a:cubicBezTo>
                  <a:cubicBezTo>
                    <a:pt x="504726" y="895994"/>
                    <a:pt x="572839" y="838663"/>
                    <a:pt x="572839" y="838663"/>
                  </a:cubicBezTo>
                  <a:cubicBezTo>
                    <a:pt x="580598" y="824199"/>
                    <a:pt x="579809" y="806579"/>
                    <a:pt x="570604" y="792904"/>
                  </a:cubicBezTo>
                  <a:cubicBezTo>
                    <a:pt x="440031" y="599083"/>
                    <a:pt x="311168" y="351744"/>
                    <a:pt x="311168" y="351744"/>
                  </a:cubicBezTo>
                  <a:cubicBezTo>
                    <a:pt x="313798" y="450364"/>
                    <a:pt x="276322" y="808814"/>
                    <a:pt x="267907" y="907434"/>
                  </a:cubicBezTo>
                  <a:cubicBezTo>
                    <a:pt x="259491" y="1006186"/>
                    <a:pt x="200451" y="1466543"/>
                    <a:pt x="189668" y="1472197"/>
                  </a:cubicBezTo>
                  <a:cubicBezTo>
                    <a:pt x="123527" y="1506517"/>
                    <a:pt x="84211" y="1472066"/>
                    <a:pt x="84211" y="1472066"/>
                  </a:cubicBezTo>
                  <a:cubicBezTo>
                    <a:pt x="84211" y="1472066"/>
                    <a:pt x="26091" y="1221835"/>
                    <a:pt x="46735" y="1084161"/>
                  </a:cubicBezTo>
                  <a:cubicBezTo>
                    <a:pt x="67379" y="946488"/>
                    <a:pt x="30430" y="751483"/>
                    <a:pt x="14388" y="565552"/>
                  </a:cubicBezTo>
                  <a:cubicBezTo>
                    <a:pt x="-866" y="388825"/>
                    <a:pt x="-2181" y="265353"/>
                    <a:pt x="2159" y="179883"/>
                  </a:cubicBezTo>
                  <a:cubicBezTo>
                    <a:pt x="9654" y="36029"/>
                    <a:pt x="33060" y="0"/>
                    <a:pt x="33060" y="0"/>
                  </a:cubicBezTo>
                  <a:cubicBezTo>
                    <a:pt x="181384" y="34057"/>
                    <a:pt x="380728" y="30901"/>
                    <a:pt x="474483" y="26956"/>
                  </a:cubicBezTo>
                  <a:cubicBezTo>
                    <a:pt x="507356" y="25641"/>
                    <a:pt x="527211" y="24195"/>
                    <a:pt x="527211" y="24195"/>
                  </a:cubicBezTo>
                  <a:cubicBezTo>
                    <a:pt x="527211" y="24195"/>
                    <a:pt x="543385" y="67719"/>
                    <a:pt x="546409" y="75872"/>
                  </a:cubicBezTo>
                  <a:cubicBezTo>
                    <a:pt x="605450" y="234584"/>
                    <a:pt x="780073" y="709669"/>
                    <a:pt x="790329" y="795928"/>
                  </a:cubicBezTo>
                  <a:cubicBezTo>
                    <a:pt x="802558" y="899808"/>
                    <a:pt x="477112" y="1366477"/>
                    <a:pt x="477112" y="1366477"/>
                  </a:cubicBezTo>
                  <a:close/>
                </a:path>
              </a:pathLst>
            </a:custGeom>
            <a:solidFill>
              <a:srgbClr val="000000">
                <a:lumMod val="85000"/>
                <a:lumOff val="15000"/>
              </a:srgbClr>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000000"/>
                </a:solidFill>
                <a:effectLst/>
                <a:uLnTx/>
                <a:uFillTx/>
              </a:endParaRPr>
            </a:p>
          </p:txBody>
        </p:sp>
        <p:sp>
          <p:nvSpPr>
            <p:cNvPr id="69" name="Freeform: Shape 68">
              <a:extLst>
                <a:ext uri="{FF2B5EF4-FFF2-40B4-BE49-F238E27FC236}">
                  <a16:creationId xmlns:a16="http://schemas.microsoft.com/office/drawing/2014/main" id="{92397A07-3AF1-0397-79F8-894A0D2BD7D2}"/>
                </a:ext>
              </a:extLst>
            </p:cNvPr>
            <p:cNvSpPr/>
            <p:nvPr/>
          </p:nvSpPr>
          <p:spPr>
            <a:xfrm>
              <a:off x="2806490" y="4024112"/>
              <a:ext cx="544250" cy="182068"/>
            </a:xfrm>
            <a:custGeom>
              <a:avLst/>
              <a:gdLst>
                <a:gd name="connsiteX0" fmla="*/ 536098 w 544250"/>
                <a:gd name="connsiteY0" fmla="*/ 53912 h 182068"/>
                <a:gd name="connsiteX1" fmla="*/ 472324 w 544250"/>
                <a:gd name="connsiteY1" fmla="*/ 26956 h 182068"/>
                <a:gd name="connsiteX2" fmla="*/ 30901 w 544250"/>
                <a:gd name="connsiteY2" fmla="*/ 0 h 182068"/>
                <a:gd name="connsiteX3" fmla="*/ 0 w 544250"/>
                <a:gd name="connsiteY3" fmla="*/ 179883 h 182068"/>
                <a:gd name="connsiteX4" fmla="*/ 544251 w 544250"/>
                <a:gd name="connsiteY4" fmla="*/ 75872 h 182068"/>
                <a:gd name="connsiteX5" fmla="*/ 536098 w 544250"/>
                <a:gd name="connsiteY5" fmla="*/ 53912 h 18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4250" h="182068">
                  <a:moveTo>
                    <a:pt x="536098" y="53912"/>
                  </a:moveTo>
                  <a:lnTo>
                    <a:pt x="472324" y="26956"/>
                  </a:lnTo>
                  <a:cubicBezTo>
                    <a:pt x="378569" y="30901"/>
                    <a:pt x="179225" y="34057"/>
                    <a:pt x="30901" y="0"/>
                  </a:cubicBezTo>
                  <a:cubicBezTo>
                    <a:pt x="30901" y="0"/>
                    <a:pt x="7495" y="36029"/>
                    <a:pt x="0" y="179883"/>
                  </a:cubicBezTo>
                  <a:cubicBezTo>
                    <a:pt x="110717" y="185931"/>
                    <a:pt x="379095" y="187115"/>
                    <a:pt x="544251" y="75872"/>
                  </a:cubicBezTo>
                  <a:lnTo>
                    <a:pt x="536098" y="53912"/>
                  </a:lnTo>
                  <a:close/>
                </a:path>
              </a:pathLst>
            </a:custGeom>
            <a:solidFill>
              <a:srgbClr val="000000">
                <a:alpha val="34000"/>
              </a:srgbClr>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0" name="Freeform: Shape 69">
              <a:extLst>
                <a:ext uri="{FF2B5EF4-FFF2-40B4-BE49-F238E27FC236}">
                  <a16:creationId xmlns:a16="http://schemas.microsoft.com/office/drawing/2014/main" id="{D7D3FBC8-C669-DB19-F054-96B4EC928704}"/>
                </a:ext>
              </a:extLst>
            </p:cNvPr>
            <p:cNvSpPr/>
            <p:nvPr/>
          </p:nvSpPr>
          <p:spPr>
            <a:xfrm>
              <a:off x="3720600" y="2775107"/>
              <a:ext cx="164004" cy="117900"/>
            </a:xfrm>
            <a:custGeom>
              <a:avLst/>
              <a:gdLst>
                <a:gd name="connsiteX0" fmla="*/ 32 w 164004"/>
                <a:gd name="connsiteY0" fmla="*/ 91602 h 117900"/>
                <a:gd name="connsiteX1" fmla="*/ 10946 w 164004"/>
                <a:gd name="connsiteY1" fmla="*/ 26250 h 117900"/>
                <a:gd name="connsiteX2" fmla="*/ 158087 w 164004"/>
                <a:gd name="connsiteY2" fmla="*/ 214 h 117900"/>
                <a:gd name="connsiteX3" fmla="*/ 138626 w 164004"/>
                <a:gd name="connsiteY3" fmla="*/ 44002 h 117900"/>
                <a:gd name="connsiteX4" fmla="*/ 76692 w 164004"/>
                <a:gd name="connsiteY4" fmla="*/ 117901 h 117900"/>
                <a:gd name="connsiteX5" fmla="*/ 163 w 164004"/>
                <a:gd name="connsiteY5" fmla="*/ 91602 h 11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4" h="117900">
                  <a:moveTo>
                    <a:pt x="32" y="91602"/>
                  </a:moveTo>
                  <a:cubicBezTo>
                    <a:pt x="32" y="91602"/>
                    <a:pt x="-1152" y="49130"/>
                    <a:pt x="10946" y="26250"/>
                  </a:cubicBezTo>
                  <a:cubicBezTo>
                    <a:pt x="27119" y="-4125"/>
                    <a:pt x="158087" y="214"/>
                    <a:pt x="158087" y="214"/>
                  </a:cubicBezTo>
                  <a:cubicBezTo>
                    <a:pt x="158087" y="214"/>
                    <a:pt x="180309" y="34666"/>
                    <a:pt x="138626" y="44002"/>
                  </a:cubicBezTo>
                  <a:cubicBezTo>
                    <a:pt x="71301" y="58992"/>
                    <a:pt x="76692" y="117901"/>
                    <a:pt x="76692" y="117901"/>
                  </a:cubicBezTo>
                  <a:cubicBezTo>
                    <a:pt x="76692" y="117901"/>
                    <a:pt x="-2993" y="113956"/>
                    <a:pt x="163" y="91602"/>
                  </a:cubicBezTo>
                  <a:close/>
                </a:path>
              </a:pathLst>
            </a:custGeom>
            <a:solidFill>
              <a:srgbClr val="F5A784"/>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1" name="Freeform: Shape 70">
              <a:extLst>
                <a:ext uri="{FF2B5EF4-FFF2-40B4-BE49-F238E27FC236}">
                  <a16:creationId xmlns:a16="http://schemas.microsoft.com/office/drawing/2014/main" id="{95C1169A-2949-21A3-7FF1-380AD73DCA11}"/>
                </a:ext>
              </a:extLst>
            </p:cNvPr>
            <p:cNvSpPr/>
            <p:nvPr/>
          </p:nvSpPr>
          <p:spPr>
            <a:xfrm>
              <a:off x="3005045" y="3283017"/>
              <a:ext cx="119527" cy="64846"/>
            </a:xfrm>
            <a:custGeom>
              <a:avLst/>
              <a:gdLst>
                <a:gd name="connsiteX0" fmla="*/ 119527 w 119527"/>
                <a:gd name="connsiteY0" fmla="*/ 56542 h 64846"/>
                <a:gd name="connsiteX1" fmla="*/ 526 w 119527"/>
                <a:gd name="connsiteY1" fmla="*/ 24458 h 64846"/>
                <a:gd name="connsiteX2" fmla="*/ 0 w 119527"/>
                <a:gd name="connsiteY2" fmla="*/ 5654 h 64846"/>
                <a:gd name="connsiteX3" fmla="*/ 6706 w 119527"/>
                <a:gd name="connsiteY3" fmla="*/ 0 h 64846"/>
                <a:gd name="connsiteX4" fmla="*/ 118870 w 119527"/>
                <a:gd name="connsiteY4" fmla="*/ 17226 h 64846"/>
                <a:gd name="connsiteX5" fmla="*/ 119527 w 119527"/>
                <a:gd name="connsiteY5" fmla="*/ 56410 h 64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27" h="64846">
                  <a:moveTo>
                    <a:pt x="119527" y="56542"/>
                  </a:moveTo>
                  <a:cubicBezTo>
                    <a:pt x="38002" y="78501"/>
                    <a:pt x="13412" y="53123"/>
                    <a:pt x="526" y="24458"/>
                  </a:cubicBezTo>
                  <a:cubicBezTo>
                    <a:pt x="526" y="13544"/>
                    <a:pt x="0" y="5654"/>
                    <a:pt x="0" y="5654"/>
                  </a:cubicBezTo>
                  <a:lnTo>
                    <a:pt x="6706" y="0"/>
                  </a:lnTo>
                  <a:lnTo>
                    <a:pt x="118870" y="17226"/>
                  </a:lnTo>
                  <a:cubicBezTo>
                    <a:pt x="118870" y="17226"/>
                    <a:pt x="114531" y="38659"/>
                    <a:pt x="119527" y="56410"/>
                  </a:cubicBezTo>
                  <a:close/>
                </a:path>
              </a:pathLst>
            </a:custGeom>
            <a:solidFill>
              <a:srgbClr val="E0855C"/>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2" name="Freeform: Shape 71">
              <a:extLst>
                <a:ext uri="{FF2B5EF4-FFF2-40B4-BE49-F238E27FC236}">
                  <a16:creationId xmlns:a16="http://schemas.microsoft.com/office/drawing/2014/main" id="{0A09881C-249B-381B-3786-68C14319B5AE}"/>
                </a:ext>
              </a:extLst>
            </p:cNvPr>
            <p:cNvSpPr/>
            <p:nvPr/>
          </p:nvSpPr>
          <p:spPr>
            <a:xfrm>
              <a:off x="2914734" y="3019485"/>
              <a:ext cx="247075" cy="244693"/>
            </a:xfrm>
            <a:custGeom>
              <a:avLst/>
              <a:gdLst>
                <a:gd name="connsiteX0" fmla="*/ 214835 w 247075"/>
                <a:gd name="connsiteY0" fmla="*/ 200152 h 244693"/>
                <a:gd name="connsiteX1" fmla="*/ 235480 w 247075"/>
                <a:gd name="connsiteY1" fmla="*/ 70237 h 244693"/>
                <a:gd name="connsiteX2" fmla="*/ 221673 w 247075"/>
                <a:gd name="connsiteY2" fmla="*/ 26449 h 244693"/>
                <a:gd name="connsiteX3" fmla="*/ 173546 w 247075"/>
                <a:gd name="connsiteY3" fmla="*/ 677 h 244693"/>
                <a:gd name="connsiteX4" fmla="*/ 112402 w 247075"/>
                <a:gd name="connsiteY4" fmla="*/ 16324 h 244693"/>
                <a:gd name="connsiteX5" fmla="*/ 78740 w 247075"/>
                <a:gd name="connsiteY5" fmla="*/ 62610 h 244693"/>
                <a:gd name="connsiteX6" fmla="*/ 5104 w 247075"/>
                <a:gd name="connsiteY6" fmla="*/ 120204 h 244693"/>
                <a:gd name="connsiteX7" fmla="*/ 370 w 247075"/>
                <a:gd name="connsiteY7" fmla="*/ 155050 h 244693"/>
                <a:gd name="connsiteX8" fmla="*/ 82553 w 247075"/>
                <a:gd name="connsiteY8" fmla="*/ 244597 h 244693"/>
                <a:gd name="connsiteX9" fmla="*/ 177754 w 247075"/>
                <a:gd name="connsiteY9" fmla="*/ 223558 h 244693"/>
                <a:gd name="connsiteX10" fmla="*/ 198267 w 247075"/>
                <a:gd name="connsiteY10" fmla="*/ 215011 h 244693"/>
                <a:gd name="connsiteX11" fmla="*/ 214835 w 247075"/>
                <a:gd name="connsiteY11" fmla="*/ 200283 h 244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075" h="244693">
                  <a:moveTo>
                    <a:pt x="214835" y="200152"/>
                  </a:moveTo>
                  <a:cubicBezTo>
                    <a:pt x="266644" y="176352"/>
                    <a:pt x="242054" y="112446"/>
                    <a:pt x="235480" y="70237"/>
                  </a:cubicBezTo>
                  <a:cubicBezTo>
                    <a:pt x="233113" y="54983"/>
                    <a:pt x="230615" y="39073"/>
                    <a:pt x="221673" y="26449"/>
                  </a:cubicBezTo>
                  <a:cubicBezTo>
                    <a:pt x="210891" y="11196"/>
                    <a:pt x="192087" y="3044"/>
                    <a:pt x="173546" y="677"/>
                  </a:cubicBezTo>
                  <a:cubicBezTo>
                    <a:pt x="153033" y="-1953"/>
                    <a:pt x="128576" y="3044"/>
                    <a:pt x="112402" y="16324"/>
                  </a:cubicBezTo>
                  <a:cubicBezTo>
                    <a:pt x="97543" y="28553"/>
                    <a:pt x="91758" y="48672"/>
                    <a:pt x="78740" y="62610"/>
                  </a:cubicBezTo>
                  <a:cubicBezTo>
                    <a:pt x="57306" y="85753"/>
                    <a:pt x="18647" y="91670"/>
                    <a:pt x="5104" y="120204"/>
                  </a:cubicBezTo>
                  <a:cubicBezTo>
                    <a:pt x="-25" y="130855"/>
                    <a:pt x="-551" y="143215"/>
                    <a:pt x="370" y="155050"/>
                  </a:cubicBezTo>
                  <a:cubicBezTo>
                    <a:pt x="3789" y="201072"/>
                    <a:pt x="30876" y="247095"/>
                    <a:pt x="82553" y="244597"/>
                  </a:cubicBezTo>
                  <a:cubicBezTo>
                    <a:pt x="115163" y="243019"/>
                    <a:pt x="146590" y="233288"/>
                    <a:pt x="177754" y="223558"/>
                  </a:cubicBezTo>
                  <a:cubicBezTo>
                    <a:pt x="184855" y="221322"/>
                    <a:pt x="191955" y="219087"/>
                    <a:pt x="198267" y="215011"/>
                  </a:cubicBezTo>
                  <a:cubicBezTo>
                    <a:pt x="207340" y="209093"/>
                    <a:pt x="205105" y="204754"/>
                    <a:pt x="214835" y="200283"/>
                  </a:cubicBezTo>
                  <a:close/>
                </a:path>
              </a:pathLst>
            </a:custGeom>
            <a:solidFill>
              <a:srgbClr val="000000"/>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000000"/>
                </a:solidFill>
                <a:effectLst/>
                <a:uLnTx/>
                <a:uFillTx/>
              </a:endParaRPr>
            </a:p>
          </p:txBody>
        </p:sp>
        <p:sp>
          <p:nvSpPr>
            <p:cNvPr id="73" name="Freeform: Shape 72">
              <a:extLst>
                <a:ext uri="{FF2B5EF4-FFF2-40B4-BE49-F238E27FC236}">
                  <a16:creationId xmlns:a16="http://schemas.microsoft.com/office/drawing/2014/main" id="{C0EC0AE2-2E12-DE8B-357D-82BB414154E8}"/>
                </a:ext>
              </a:extLst>
            </p:cNvPr>
            <p:cNvSpPr/>
            <p:nvPr/>
          </p:nvSpPr>
          <p:spPr>
            <a:xfrm>
              <a:off x="3147668" y="3155670"/>
              <a:ext cx="45223" cy="78562"/>
            </a:xfrm>
            <a:custGeom>
              <a:avLst/>
              <a:gdLst>
                <a:gd name="connsiteX0" fmla="*/ 48 w 45223"/>
                <a:gd name="connsiteY0" fmla="*/ 13342 h 78562"/>
                <a:gd name="connsiteX1" fmla="*/ 36340 w 45223"/>
                <a:gd name="connsiteY1" fmla="*/ 6767 h 78562"/>
                <a:gd name="connsiteX2" fmla="*/ 11882 w 45223"/>
                <a:gd name="connsiteY2" fmla="*/ 78562 h 78562"/>
                <a:gd name="connsiteX3" fmla="*/ 48 w 45223"/>
                <a:gd name="connsiteY3" fmla="*/ 13210 h 78562"/>
              </a:gdLst>
              <a:ahLst/>
              <a:cxnLst>
                <a:cxn ang="0">
                  <a:pos x="connsiteX0" y="connsiteY0"/>
                </a:cxn>
                <a:cxn ang="0">
                  <a:pos x="connsiteX1" y="connsiteY1"/>
                </a:cxn>
                <a:cxn ang="0">
                  <a:pos x="connsiteX2" y="connsiteY2"/>
                </a:cxn>
                <a:cxn ang="0">
                  <a:pos x="connsiteX3" y="connsiteY3"/>
                </a:cxn>
              </a:cxnLst>
              <a:rect l="l" t="t" r="r" b="b"/>
              <a:pathLst>
                <a:path w="45223" h="78562">
                  <a:moveTo>
                    <a:pt x="48" y="13342"/>
                  </a:moveTo>
                  <a:cubicBezTo>
                    <a:pt x="48" y="13342"/>
                    <a:pt x="14249" y="-11642"/>
                    <a:pt x="36340" y="6767"/>
                  </a:cubicBezTo>
                  <a:cubicBezTo>
                    <a:pt x="58431" y="25308"/>
                    <a:pt x="35156" y="72514"/>
                    <a:pt x="11882" y="78562"/>
                  </a:cubicBezTo>
                  <a:cubicBezTo>
                    <a:pt x="11882" y="78562"/>
                    <a:pt x="-873" y="23072"/>
                    <a:pt x="48" y="13210"/>
                  </a:cubicBezTo>
                  <a:close/>
                </a:path>
              </a:pathLst>
            </a:custGeom>
            <a:solidFill>
              <a:srgbClr val="E0855C"/>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4" name="Freeform: Shape 73">
              <a:extLst>
                <a:ext uri="{FF2B5EF4-FFF2-40B4-BE49-F238E27FC236}">
                  <a16:creationId xmlns:a16="http://schemas.microsoft.com/office/drawing/2014/main" id="{7570A70C-21AE-7631-B9B3-EC7CFCE38DF2}"/>
                </a:ext>
              </a:extLst>
            </p:cNvPr>
            <p:cNvSpPr/>
            <p:nvPr/>
          </p:nvSpPr>
          <p:spPr>
            <a:xfrm>
              <a:off x="2966302" y="3094085"/>
              <a:ext cx="202597" cy="242006"/>
            </a:xfrm>
            <a:custGeom>
              <a:avLst/>
              <a:gdLst>
                <a:gd name="connsiteX0" fmla="*/ 163662 w 202597"/>
                <a:gd name="connsiteY0" fmla="*/ 11679 h 242006"/>
                <a:gd name="connsiteX1" fmla="*/ 195352 w 202597"/>
                <a:gd name="connsiteY1" fmla="*/ 94782 h 242006"/>
                <a:gd name="connsiteX2" fmla="*/ 145384 w 202597"/>
                <a:gd name="connsiteY2" fmla="*/ 236795 h 242006"/>
                <a:gd name="connsiteX3" fmla="*/ 18493 w 202597"/>
                <a:gd name="connsiteY3" fmla="*/ 155795 h 242006"/>
                <a:gd name="connsiteX4" fmla="*/ 5081 w 202597"/>
                <a:gd name="connsiteY4" fmla="*/ 52047 h 242006"/>
                <a:gd name="connsiteX5" fmla="*/ 163794 w 202597"/>
                <a:gd name="connsiteY5" fmla="*/ 11679 h 242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597" h="242006">
                  <a:moveTo>
                    <a:pt x="163662" y="11679"/>
                  </a:moveTo>
                  <a:cubicBezTo>
                    <a:pt x="177995" y="22067"/>
                    <a:pt x="188646" y="63881"/>
                    <a:pt x="195352" y="94782"/>
                  </a:cubicBezTo>
                  <a:cubicBezTo>
                    <a:pt x="215339" y="188406"/>
                    <a:pt x="192459" y="222857"/>
                    <a:pt x="145384" y="236795"/>
                  </a:cubicBezTo>
                  <a:cubicBezTo>
                    <a:pt x="98178" y="250602"/>
                    <a:pt x="44529" y="241266"/>
                    <a:pt x="18493" y="155795"/>
                  </a:cubicBezTo>
                  <a:cubicBezTo>
                    <a:pt x="5476" y="113060"/>
                    <a:pt x="-7411" y="73743"/>
                    <a:pt x="5081" y="52047"/>
                  </a:cubicBezTo>
                  <a:cubicBezTo>
                    <a:pt x="23622" y="19700"/>
                    <a:pt x="119875" y="-20143"/>
                    <a:pt x="163794" y="11679"/>
                  </a:cubicBezTo>
                  <a:close/>
                </a:path>
              </a:pathLst>
            </a:custGeom>
            <a:solidFill>
              <a:srgbClr val="F5A784"/>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5" name="Freeform: Shape 74">
              <a:extLst>
                <a:ext uri="{FF2B5EF4-FFF2-40B4-BE49-F238E27FC236}">
                  <a16:creationId xmlns:a16="http://schemas.microsoft.com/office/drawing/2014/main" id="{E8ADDAD1-2F3A-4125-CA8E-A159020DD0BD}"/>
                </a:ext>
              </a:extLst>
            </p:cNvPr>
            <p:cNvSpPr/>
            <p:nvPr/>
          </p:nvSpPr>
          <p:spPr>
            <a:xfrm>
              <a:off x="2942782" y="3215934"/>
              <a:ext cx="62263" cy="74367"/>
            </a:xfrm>
            <a:custGeom>
              <a:avLst/>
              <a:gdLst>
                <a:gd name="connsiteX0" fmla="*/ 46221 w 62263"/>
                <a:gd name="connsiteY0" fmla="*/ 20140 h 74367"/>
                <a:gd name="connsiteX1" fmla="*/ 4932 w 62263"/>
                <a:gd name="connsiteY1" fmla="*/ 8700 h 74367"/>
                <a:gd name="connsiteX2" fmla="*/ 62263 w 62263"/>
                <a:gd name="connsiteY2" fmla="*/ 72869 h 74367"/>
                <a:gd name="connsiteX3" fmla="*/ 46221 w 62263"/>
                <a:gd name="connsiteY3" fmla="*/ 20271 h 74367"/>
              </a:gdLst>
              <a:ahLst/>
              <a:cxnLst>
                <a:cxn ang="0">
                  <a:pos x="connsiteX0" y="connsiteY0"/>
                </a:cxn>
                <a:cxn ang="0">
                  <a:pos x="connsiteX1" y="connsiteY1"/>
                </a:cxn>
                <a:cxn ang="0">
                  <a:pos x="connsiteX2" y="connsiteY2"/>
                </a:cxn>
                <a:cxn ang="0">
                  <a:pos x="connsiteX3" y="connsiteY3"/>
                </a:cxn>
              </a:cxnLst>
              <a:rect l="l" t="t" r="r" b="b"/>
              <a:pathLst>
                <a:path w="62263" h="74367">
                  <a:moveTo>
                    <a:pt x="46221" y="20140"/>
                  </a:moveTo>
                  <a:cubicBezTo>
                    <a:pt x="46221" y="20140"/>
                    <a:pt x="24393" y="-16152"/>
                    <a:pt x="4932" y="8700"/>
                  </a:cubicBezTo>
                  <a:cubicBezTo>
                    <a:pt x="-14529" y="33552"/>
                    <a:pt x="27549" y="83651"/>
                    <a:pt x="62263" y="72869"/>
                  </a:cubicBezTo>
                  <a:cubicBezTo>
                    <a:pt x="62263" y="72869"/>
                    <a:pt x="59897" y="31448"/>
                    <a:pt x="46221" y="20271"/>
                  </a:cubicBezTo>
                  <a:close/>
                </a:path>
              </a:pathLst>
            </a:custGeom>
            <a:solidFill>
              <a:srgbClr val="F5A784"/>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6" name="Freeform: Shape 75">
              <a:extLst>
                <a:ext uri="{FF2B5EF4-FFF2-40B4-BE49-F238E27FC236}">
                  <a16:creationId xmlns:a16="http://schemas.microsoft.com/office/drawing/2014/main" id="{5665041D-F10D-90E7-E2BF-BD71217C035C}"/>
                </a:ext>
              </a:extLst>
            </p:cNvPr>
            <p:cNvSpPr/>
            <p:nvPr/>
          </p:nvSpPr>
          <p:spPr>
            <a:xfrm>
              <a:off x="2960010" y="3240150"/>
              <a:ext cx="30534" cy="20538"/>
            </a:xfrm>
            <a:custGeom>
              <a:avLst/>
              <a:gdLst>
                <a:gd name="connsiteX0" fmla="*/ 1774 w 30534"/>
                <a:gd name="connsiteY0" fmla="*/ 263 h 20538"/>
                <a:gd name="connsiteX1" fmla="*/ 17553 w 30534"/>
                <a:gd name="connsiteY1" fmla="*/ 6969 h 20538"/>
                <a:gd name="connsiteX2" fmla="*/ 30308 w 30534"/>
                <a:gd name="connsiteY2" fmla="*/ 18278 h 20538"/>
                <a:gd name="connsiteX3" fmla="*/ 27941 w 30534"/>
                <a:gd name="connsiteY3" fmla="*/ 20250 h 20538"/>
                <a:gd name="connsiteX4" fmla="*/ 18079 w 30534"/>
                <a:gd name="connsiteY4" fmla="*/ 12492 h 20538"/>
                <a:gd name="connsiteX5" fmla="*/ 12294 w 30534"/>
                <a:gd name="connsiteY5" fmla="*/ 19066 h 20538"/>
                <a:gd name="connsiteX6" fmla="*/ 8875 w 30534"/>
                <a:gd name="connsiteY6" fmla="*/ 15911 h 20538"/>
                <a:gd name="connsiteX7" fmla="*/ 13477 w 30534"/>
                <a:gd name="connsiteY7" fmla="*/ 9468 h 20538"/>
                <a:gd name="connsiteX8" fmla="*/ 722 w 30534"/>
                <a:gd name="connsiteY8" fmla="*/ 3024 h 20538"/>
                <a:gd name="connsiteX9" fmla="*/ 1774 w 30534"/>
                <a:gd name="connsiteY9" fmla="*/ 0 h 2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34" h="20538">
                  <a:moveTo>
                    <a:pt x="1774" y="263"/>
                  </a:moveTo>
                  <a:cubicBezTo>
                    <a:pt x="7034" y="263"/>
                    <a:pt x="13214" y="4076"/>
                    <a:pt x="17553" y="6969"/>
                  </a:cubicBezTo>
                  <a:cubicBezTo>
                    <a:pt x="22156" y="9862"/>
                    <a:pt x="27415" y="13544"/>
                    <a:pt x="30308" y="18278"/>
                  </a:cubicBezTo>
                  <a:cubicBezTo>
                    <a:pt x="31229" y="19724"/>
                    <a:pt x="29125" y="21170"/>
                    <a:pt x="27941" y="20250"/>
                  </a:cubicBezTo>
                  <a:cubicBezTo>
                    <a:pt x="24391" y="18015"/>
                    <a:pt x="21367" y="15122"/>
                    <a:pt x="18079" y="12492"/>
                  </a:cubicBezTo>
                  <a:cubicBezTo>
                    <a:pt x="16501" y="14990"/>
                    <a:pt x="14792" y="17620"/>
                    <a:pt x="12294" y="19066"/>
                  </a:cubicBezTo>
                  <a:cubicBezTo>
                    <a:pt x="10321" y="20250"/>
                    <a:pt x="8217" y="17883"/>
                    <a:pt x="8875" y="15911"/>
                  </a:cubicBezTo>
                  <a:cubicBezTo>
                    <a:pt x="9664" y="13412"/>
                    <a:pt x="11636" y="11440"/>
                    <a:pt x="13477" y="9468"/>
                  </a:cubicBezTo>
                  <a:cubicBezTo>
                    <a:pt x="9269" y="7232"/>
                    <a:pt x="4404" y="5917"/>
                    <a:pt x="722" y="3024"/>
                  </a:cubicBezTo>
                  <a:cubicBezTo>
                    <a:pt x="-724" y="1972"/>
                    <a:pt x="196" y="0"/>
                    <a:pt x="1774" y="0"/>
                  </a:cubicBezTo>
                  <a:close/>
                </a:path>
              </a:pathLst>
            </a:custGeom>
            <a:solidFill>
              <a:srgbClr val="E0855C"/>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7" name="Freeform: Shape 76">
              <a:extLst>
                <a:ext uri="{FF2B5EF4-FFF2-40B4-BE49-F238E27FC236}">
                  <a16:creationId xmlns:a16="http://schemas.microsoft.com/office/drawing/2014/main" id="{874DD8AE-50BD-AD7E-8D49-BD8D6CC1F3A6}"/>
                </a:ext>
              </a:extLst>
            </p:cNvPr>
            <p:cNvSpPr/>
            <p:nvPr/>
          </p:nvSpPr>
          <p:spPr>
            <a:xfrm>
              <a:off x="3108890" y="3165210"/>
              <a:ext cx="13495" cy="22921"/>
            </a:xfrm>
            <a:custGeom>
              <a:avLst/>
              <a:gdLst>
                <a:gd name="connsiteX0" fmla="*/ 7662 w 13495"/>
                <a:gd name="connsiteY0" fmla="*/ 22869 h 22921"/>
                <a:gd name="connsiteX1" fmla="*/ 12527 w 13495"/>
                <a:gd name="connsiteY1" fmla="*/ 10246 h 22921"/>
                <a:gd name="connsiteX2" fmla="*/ 3585 w 13495"/>
                <a:gd name="connsiteY2" fmla="*/ 252 h 22921"/>
                <a:gd name="connsiteX3" fmla="*/ 824 w 13495"/>
                <a:gd name="connsiteY3" fmla="*/ 12481 h 22921"/>
                <a:gd name="connsiteX4" fmla="*/ 7662 w 13495"/>
                <a:gd name="connsiteY4" fmla="*/ 22869 h 2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95" h="22921">
                  <a:moveTo>
                    <a:pt x="7662" y="22869"/>
                  </a:moveTo>
                  <a:cubicBezTo>
                    <a:pt x="7662" y="22869"/>
                    <a:pt x="16340" y="24447"/>
                    <a:pt x="12527" y="10246"/>
                  </a:cubicBezTo>
                  <a:cubicBezTo>
                    <a:pt x="9108" y="-2509"/>
                    <a:pt x="3585" y="252"/>
                    <a:pt x="3585" y="252"/>
                  </a:cubicBezTo>
                  <a:cubicBezTo>
                    <a:pt x="3585" y="252"/>
                    <a:pt x="-2069" y="1173"/>
                    <a:pt x="824" y="12481"/>
                  </a:cubicBezTo>
                  <a:cubicBezTo>
                    <a:pt x="3717" y="23658"/>
                    <a:pt x="7662" y="22869"/>
                    <a:pt x="7662" y="22869"/>
                  </a:cubicBezTo>
                  <a:close/>
                </a:path>
              </a:pathLst>
            </a:custGeom>
            <a:solidFill>
              <a:srgbClr val="000000"/>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8" name="Freeform: Shape 77">
              <a:extLst>
                <a:ext uri="{FF2B5EF4-FFF2-40B4-BE49-F238E27FC236}">
                  <a16:creationId xmlns:a16="http://schemas.microsoft.com/office/drawing/2014/main" id="{A82B0277-621B-89E5-1CB8-678BC86A29B1}"/>
                </a:ext>
              </a:extLst>
            </p:cNvPr>
            <p:cNvSpPr/>
            <p:nvPr/>
          </p:nvSpPr>
          <p:spPr>
            <a:xfrm>
              <a:off x="3029599" y="3186249"/>
              <a:ext cx="13495" cy="22921"/>
            </a:xfrm>
            <a:custGeom>
              <a:avLst/>
              <a:gdLst>
                <a:gd name="connsiteX0" fmla="*/ 7662 w 13495"/>
                <a:gd name="connsiteY0" fmla="*/ 22869 h 22921"/>
                <a:gd name="connsiteX1" fmla="*/ 12527 w 13495"/>
                <a:gd name="connsiteY1" fmla="*/ 10246 h 22921"/>
                <a:gd name="connsiteX2" fmla="*/ 3585 w 13495"/>
                <a:gd name="connsiteY2" fmla="*/ 252 h 22921"/>
                <a:gd name="connsiteX3" fmla="*/ 824 w 13495"/>
                <a:gd name="connsiteY3" fmla="*/ 12481 h 22921"/>
                <a:gd name="connsiteX4" fmla="*/ 7662 w 13495"/>
                <a:gd name="connsiteY4" fmla="*/ 22869 h 2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95" h="22921">
                  <a:moveTo>
                    <a:pt x="7662" y="22869"/>
                  </a:moveTo>
                  <a:cubicBezTo>
                    <a:pt x="7662" y="22869"/>
                    <a:pt x="16340" y="24447"/>
                    <a:pt x="12527" y="10246"/>
                  </a:cubicBezTo>
                  <a:cubicBezTo>
                    <a:pt x="9108" y="-2509"/>
                    <a:pt x="3585" y="252"/>
                    <a:pt x="3585" y="252"/>
                  </a:cubicBezTo>
                  <a:cubicBezTo>
                    <a:pt x="3585" y="252"/>
                    <a:pt x="-2069" y="1173"/>
                    <a:pt x="824" y="12481"/>
                  </a:cubicBezTo>
                  <a:cubicBezTo>
                    <a:pt x="3717" y="23658"/>
                    <a:pt x="7662" y="22869"/>
                    <a:pt x="7662" y="22869"/>
                  </a:cubicBezTo>
                  <a:close/>
                </a:path>
              </a:pathLst>
            </a:custGeom>
            <a:solidFill>
              <a:srgbClr val="000000"/>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79" name="Freeform: Shape 78">
              <a:extLst>
                <a:ext uri="{FF2B5EF4-FFF2-40B4-BE49-F238E27FC236}">
                  <a16:creationId xmlns:a16="http://schemas.microsoft.com/office/drawing/2014/main" id="{287F4C75-B393-C458-10DD-DD8078FE9C37}"/>
                </a:ext>
              </a:extLst>
            </p:cNvPr>
            <p:cNvSpPr/>
            <p:nvPr/>
          </p:nvSpPr>
          <p:spPr>
            <a:xfrm>
              <a:off x="3076803" y="3167425"/>
              <a:ext cx="33224" cy="75387"/>
            </a:xfrm>
            <a:custGeom>
              <a:avLst/>
              <a:gdLst>
                <a:gd name="connsiteX0" fmla="*/ 12924 w 33224"/>
                <a:gd name="connsiteY0" fmla="*/ 71805 h 75387"/>
                <a:gd name="connsiteX1" fmla="*/ 27914 w 33224"/>
                <a:gd name="connsiteY1" fmla="*/ 66413 h 75387"/>
                <a:gd name="connsiteX2" fmla="*/ 16606 w 33224"/>
                <a:gd name="connsiteY2" fmla="*/ 38142 h 75387"/>
                <a:gd name="connsiteX3" fmla="*/ 38 w 33224"/>
                <a:gd name="connsiteY3" fmla="*/ 930 h 75387"/>
                <a:gd name="connsiteX4" fmla="*/ 1353 w 33224"/>
                <a:gd name="connsiteY4" fmla="*/ 272 h 75387"/>
                <a:gd name="connsiteX5" fmla="*/ 33043 w 33224"/>
                <a:gd name="connsiteY5" fmla="*/ 67991 h 75387"/>
                <a:gd name="connsiteX6" fmla="*/ 31596 w 33224"/>
                <a:gd name="connsiteY6" fmla="*/ 70884 h 75387"/>
                <a:gd name="connsiteX7" fmla="*/ 13845 w 33224"/>
                <a:gd name="connsiteY7" fmla="*/ 75355 h 75387"/>
                <a:gd name="connsiteX8" fmla="*/ 12661 w 33224"/>
                <a:gd name="connsiteY8" fmla="*/ 71805 h 7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24" h="75387">
                  <a:moveTo>
                    <a:pt x="12924" y="71805"/>
                  </a:moveTo>
                  <a:cubicBezTo>
                    <a:pt x="17000" y="70490"/>
                    <a:pt x="26862" y="71147"/>
                    <a:pt x="27914" y="66413"/>
                  </a:cubicBezTo>
                  <a:cubicBezTo>
                    <a:pt x="28835" y="62469"/>
                    <a:pt x="18315" y="41693"/>
                    <a:pt x="16606" y="38142"/>
                  </a:cubicBezTo>
                  <a:cubicBezTo>
                    <a:pt x="10820" y="25256"/>
                    <a:pt x="5560" y="16709"/>
                    <a:pt x="38" y="930"/>
                  </a:cubicBezTo>
                  <a:cubicBezTo>
                    <a:pt x="-225" y="272"/>
                    <a:pt x="958" y="-385"/>
                    <a:pt x="1353" y="272"/>
                  </a:cubicBezTo>
                  <a:cubicBezTo>
                    <a:pt x="14765" y="20128"/>
                    <a:pt x="23181" y="46163"/>
                    <a:pt x="33043" y="67991"/>
                  </a:cubicBezTo>
                  <a:cubicBezTo>
                    <a:pt x="33569" y="69175"/>
                    <a:pt x="32911" y="70753"/>
                    <a:pt x="31596" y="70884"/>
                  </a:cubicBezTo>
                  <a:cubicBezTo>
                    <a:pt x="25547" y="71936"/>
                    <a:pt x="19893" y="74172"/>
                    <a:pt x="13845" y="75355"/>
                  </a:cubicBezTo>
                  <a:cubicBezTo>
                    <a:pt x="11872" y="75749"/>
                    <a:pt x="10689" y="72462"/>
                    <a:pt x="12661" y="71805"/>
                  </a:cubicBezTo>
                  <a:close/>
                </a:path>
              </a:pathLst>
            </a:custGeom>
            <a:solidFill>
              <a:srgbClr val="E0855C"/>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0" name="Freeform: Shape 79">
              <a:extLst>
                <a:ext uri="{FF2B5EF4-FFF2-40B4-BE49-F238E27FC236}">
                  <a16:creationId xmlns:a16="http://schemas.microsoft.com/office/drawing/2014/main" id="{891C723C-127E-0D51-4184-60A88340DE5F}"/>
                </a:ext>
              </a:extLst>
            </p:cNvPr>
            <p:cNvSpPr/>
            <p:nvPr/>
          </p:nvSpPr>
          <p:spPr>
            <a:xfrm>
              <a:off x="3098926" y="3141429"/>
              <a:ext cx="22656" cy="9050"/>
            </a:xfrm>
            <a:custGeom>
              <a:avLst/>
              <a:gdLst>
                <a:gd name="connsiteX0" fmla="*/ 794 w 22656"/>
                <a:gd name="connsiteY0" fmla="*/ 4440 h 9050"/>
                <a:gd name="connsiteX1" fmla="*/ 22228 w 22656"/>
                <a:gd name="connsiteY1" fmla="*/ 2994 h 9050"/>
                <a:gd name="connsiteX2" fmla="*/ 21176 w 22656"/>
                <a:gd name="connsiteY2" fmla="*/ 6018 h 9050"/>
                <a:gd name="connsiteX3" fmla="*/ 12497 w 22656"/>
                <a:gd name="connsiteY3" fmla="*/ 5755 h 9050"/>
                <a:gd name="connsiteX4" fmla="*/ 3687 w 22656"/>
                <a:gd name="connsiteY4" fmla="*/ 8780 h 9050"/>
                <a:gd name="connsiteX5" fmla="*/ 926 w 22656"/>
                <a:gd name="connsiteY5" fmla="*/ 4572 h 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56" h="9050">
                  <a:moveTo>
                    <a:pt x="794" y="4440"/>
                  </a:moveTo>
                  <a:cubicBezTo>
                    <a:pt x="6054" y="364"/>
                    <a:pt x="16836" y="-2397"/>
                    <a:pt x="22228" y="2994"/>
                  </a:cubicBezTo>
                  <a:cubicBezTo>
                    <a:pt x="23148" y="3914"/>
                    <a:pt x="22491" y="5755"/>
                    <a:pt x="21176" y="6018"/>
                  </a:cubicBezTo>
                  <a:cubicBezTo>
                    <a:pt x="18283" y="6413"/>
                    <a:pt x="15390" y="5492"/>
                    <a:pt x="12497" y="5755"/>
                  </a:cubicBezTo>
                  <a:cubicBezTo>
                    <a:pt x="9341" y="6018"/>
                    <a:pt x="6448" y="7333"/>
                    <a:pt x="3687" y="8780"/>
                  </a:cubicBezTo>
                  <a:cubicBezTo>
                    <a:pt x="1189" y="10095"/>
                    <a:pt x="-1441" y="6281"/>
                    <a:pt x="926" y="4572"/>
                  </a:cubicBezTo>
                  <a:close/>
                </a:path>
              </a:pathLst>
            </a:custGeom>
            <a:solidFill>
              <a:srgbClr val="000000"/>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1" name="Freeform: Shape 80">
              <a:extLst>
                <a:ext uri="{FF2B5EF4-FFF2-40B4-BE49-F238E27FC236}">
                  <a16:creationId xmlns:a16="http://schemas.microsoft.com/office/drawing/2014/main" id="{E9D60BF5-8A97-BDAA-8EF9-391A0A183AB8}"/>
                </a:ext>
              </a:extLst>
            </p:cNvPr>
            <p:cNvSpPr/>
            <p:nvPr/>
          </p:nvSpPr>
          <p:spPr>
            <a:xfrm>
              <a:off x="3018436" y="3164735"/>
              <a:ext cx="24311" cy="12519"/>
            </a:xfrm>
            <a:custGeom>
              <a:avLst/>
              <a:gdLst>
                <a:gd name="connsiteX0" fmla="*/ 21 w 24311"/>
                <a:gd name="connsiteY0" fmla="*/ 9931 h 12519"/>
                <a:gd name="connsiteX1" fmla="*/ 23296 w 24311"/>
                <a:gd name="connsiteY1" fmla="*/ 1647 h 12519"/>
                <a:gd name="connsiteX2" fmla="*/ 23033 w 24311"/>
                <a:gd name="connsiteY2" fmla="*/ 5724 h 12519"/>
                <a:gd name="connsiteX3" fmla="*/ 11856 w 24311"/>
                <a:gd name="connsiteY3" fmla="*/ 7827 h 12519"/>
                <a:gd name="connsiteX4" fmla="*/ 3440 w 24311"/>
                <a:gd name="connsiteY4" fmla="*/ 12298 h 12519"/>
                <a:gd name="connsiteX5" fmla="*/ 21 w 24311"/>
                <a:gd name="connsiteY5" fmla="*/ 9931 h 12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11" h="12519">
                  <a:moveTo>
                    <a:pt x="21" y="9931"/>
                  </a:moveTo>
                  <a:cubicBezTo>
                    <a:pt x="1862" y="990"/>
                    <a:pt x="16195" y="-2297"/>
                    <a:pt x="23296" y="1647"/>
                  </a:cubicBezTo>
                  <a:cubicBezTo>
                    <a:pt x="24873" y="2568"/>
                    <a:pt x="24479" y="4935"/>
                    <a:pt x="23033" y="5724"/>
                  </a:cubicBezTo>
                  <a:cubicBezTo>
                    <a:pt x="19614" y="7433"/>
                    <a:pt x="15537" y="6775"/>
                    <a:pt x="11856" y="7827"/>
                  </a:cubicBezTo>
                  <a:cubicBezTo>
                    <a:pt x="8568" y="8748"/>
                    <a:pt x="6333" y="10589"/>
                    <a:pt x="3440" y="12298"/>
                  </a:cubicBezTo>
                  <a:cubicBezTo>
                    <a:pt x="1994" y="13087"/>
                    <a:pt x="-242" y="11641"/>
                    <a:pt x="21" y="9931"/>
                  </a:cubicBezTo>
                  <a:close/>
                </a:path>
              </a:pathLst>
            </a:custGeom>
            <a:solidFill>
              <a:srgbClr val="000000"/>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2" name="Freeform: Shape 81">
              <a:extLst>
                <a:ext uri="{FF2B5EF4-FFF2-40B4-BE49-F238E27FC236}">
                  <a16:creationId xmlns:a16="http://schemas.microsoft.com/office/drawing/2014/main" id="{1BFBE135-534A-E1E8-EEC7-A179227017DF}"/>
                </a:ext>
              </a:extLst>
            </p:cNvPr>
            <p:cNvSpPr/>
            <p:nvPr/>
          </p:nvSpPr>
          <p:spPr>
            <a:xfrm>
              <a:off x="3073685" y="3252642"/>
              <a:ext cx="57988" cy="30539"/>
            </a:xfrm>
            <a:custGeom>
              <a:avLst/>
              <a:gdLst>
                <a:gd name="connsiteX0" fmla="*/ 57857 w 57988"/>
                <a:gd name="connsiteY0" fmla="*/ 0 h 30539"/>
                <a:gd name="connsiteX1" fmla="*/ 0 w 57988"/>
                <a:gd name="connsiteY1" fmla="*/ 16831 h 30539"/>
                <a:gd name="connsiteX2" fmla="*/ 36687 w 57988"/>
                <a:gd name="connsiteY2" fmla="*/ 29454 h 30539"/>
                <a:gd name="connsiteX3" fmla="*/ 57989 w 57988"/>
                <a:gd name="connsiteY3" fmla="*/ 0 h 30539"/>
              </a:gdLst>
              <a:ahLst/>
              <a:cxnLst>
                <a:cxn ang="0">
                  <a:pos x="connsiteX0" y="connsiteY0"/>
                </a:cxn>
                <a:cxn ang="0">
                  <a:pos x="connsiteX1" y="connsiteY1"/>
                </a:cxn>
                <a:cxn ang="0">
                  <a:pos x="connsiteX2" y="connsiteY2"/>
                </a:cxn>
                <a:cxn ang="0">
                  <a:pos x="connsiteX3" y="connsiteY3"/>
                </a:cxn>
              </a:cxnLst>
              <a:rect l="l" t="t" r="r" b="b"/>
              <a:pathLst>
                <a:path w="57988" h="30539">
                  <a:moveTo>
                    <a:pt x="57857" y="0"/>
                  </a:moveTo>
                  <a:cubicBezTo>
                    <a:pt x="57857" y="0"/>
                    <a:pt x="35109" y="26693"/>
                    <a:pt x="0" y="16831"/>
                  </a:cubicBezTo>
                  <a:cubicBezTo>
                    <a:pt x="0" y="16831"/>
                    <a:pt x="8153" y="35109"/>
                    <a:pt x="36687" y="29454"/>
                  </a:cubicBezTo>
                  <a:cubicBezTo>
                    <a:pt x="55359" y="25641"/>
                    <a:pt x="57989" y="0"/>
                    <a:pt x="57989" y="0"/>
                  </a:cubicBezTo>
                  <a:close/>
                </a:path>
              </a:pathLst>
            </a:custGeom>
            <a:solidFill>
              <a:srgbClr val="FFFFFF"/>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3" name="Freeform: Shape 82">
              <a:extLst>
                <a:ext uri="{FF2B5EF4-FFF2-40B4-BE49-F238E27FC236}">
                  <a16:creationId xmlns:a16="http://schemas.microsoft.com/office/drawing/2014/main" id="{ABA42092-0104-4B46-0346-E1BD08F6A985}"/>
                </a:ext>
              </a:extLst>
            </p:cNvPr>
            <p:cNvSpPr/>
            <p:nvPr/>
          </p:nvSpPr>
          <p:spPr>
            <a:xfrm>
              <a:off x="2574651" y="2633808"/>
              <a:ext cx="423429" cy="956150"/>
            </a:xfrm>
            <a:custGeom>
              <a:avLst/>
              <a:gdLst>
                <a:gd name="connsiteX0" fmla="*/ 271814 w 423429"/>
                <a:gd name="connsiteY0" fmla="*/ 921399 h 956150"/>
                <a:gd name="connsiteX1" fmla="*/ 232892 w 423429"/>
                <a:gd name="connsiteY1" fmla="*/ 889447 h 956150"/>
                <a:gd name="connsiteX2" fmla="*/ 17 w 423429"/>
                <a:gd name="connsiteY2" fmla="*/ 364131 h 956150"/>
                <a:gd name="connsiteX3" fmla="*/ 35915 w 423429"/>
                <a:gd name="connsiteY3" fmla="*/ 149535 h 956150"/>
                <a:gd name="connsiteX4" fmla="*/ 42884 w 423429"/>
                <a:gd name="connsiteY4" fmla="*/ 121264 h 956150"/>
                <a:gd name="connsiteX5" fmla="*/ 60373 w 423429"/>
                <a:gd name="connsiteY5" fmla="*/ 56174 h 956150"/>
                <a:gd name="connsiteX6" fmla="*/ 71550 w 423429"/>
                <a:gd name="connsiteY6" fmla="*/ 17384 h 956150"/>
                <a:gd name="connsiteX7" fmla="*/ 148473 w 423429"/>
                <a:gd name="connsiteY7" fmla="*/ 20145 h 956150"/>
                <a:gd name="connsiteX8" fmla="*/ 139400 w 423429"/>
                <a:gd name="connsiteY8" fmla="*/ 82342 h 956150"/>
                <a:gd name="connsiteX9" fmla="*/ 133088 w 423429"/>
                <a:gd name="connsiteY9" fmla="*/ 153085 h 956150"/>
                <a:gd name="connsiteX10" fmla="*/ 119808 w 423429"/>
                <a:gd name="connsiteY10" fmla="*/ 372679 h 956150"/>
                <a:gd name="connsiteX11" fmla="*/ 396469 w 423429"/>
                <a:gd name="connsiteY11" fmla="*/ 738098 h 956150"/>
                <a:gd name="connsiteX12" fmla="*/ 398836 w 423429"/>
                <a:gd name="connsiteY12" fmla="*/ 739807 h 956150"/>
                <a:gd name="connsiteX13" fmla="*/ 271814 w 423429"/>
                <a:gd name="connsiteY13" fmla="*/ 921268 h 956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3429" h="956150">
                  <a:moveTo>
                    <a:pt x="271814" y="921399"/>
                  </a:moveTo>
                  <a:cubicBezTo>
                    <a:pt x="258533" y="912458"/>
                    <a:pt x="245384" y="901807"/>
                    <a:pt x="232892" y="889447"/>
                  </a:cubicBezTo>
                  <a:cubicBezTo>
                    <a:pt x="88381" y="748880"/>
                    <a:pt x="-1429" y="406998"/>
                    <a:pt x="17" y="364131"/>
                  </a:cubicBezTo>
                  <a:cubicBezTo>
                    <a:pt x="1990" y="303119"/>
                    <a:pt x="19084" y="219357"/>
                    <a:pt x="35915" y="149535"/>
                  </a:cubicBezTo>
                  <a:cubicBezTo>
                    <a:pt x="38282" y="139804"/>
                    <a:pt x="40649" y="130337"/>
                    <a:pt x="42884" y="121264"/>
                  </a:cubicBezTo>
                  <a:cubicBezTo>
                    <a:pt x="49327" y="96017"/>
                    <a:pt x="55376" y="73663"/>
                    <a:pt x="60373" y="56174"/>
                  </a:cubicBezTo>
                  <a:cubicBezTo>
                    <a:pt x="67079" y="32111"/>
                    <a:pt x="71550" y="17384"/>
                    <a:pt x="71550" y="17384"/>
                  </a:cubicBezTo>
                  <a:cubicBezTo>
                    <a:pt x="71550" y="17384"/>
                    <a:pt x="130327" y="-23510"/>
                    <a:pt x="148473" y="20145"/>
                  </a:cubicBezTo>
                  <a:cubicBezTo>
                    <a:pt x="148473" y="20145"/>
                    <a:pt x="141109" y="63407"/>
                    <a:pt x="139400" y="82342"/>
                  </a:cubicBezTo>
                  <a:cubicBezTo>
                    <a:pt x="138348" y="94833"/>
                    <a:pt x="133877" y="144406"/>
                    <a:pt x="133088" y="153085"/>
                  </a:cubicBezTo>
                  <a:cubicBezTo>
                    <a:pt x="125988" y="235926"/>
                    <a:pt x="117704" y="343750"/>
                    <a:pt x="119808" y="372679"/>
                  </a:cubicBezTo>
                  <a:cubicBezTo>
                    <a:pt x="122569" y="409497"/>
                    <a:pt x="256824" y="643423"/>
                    <a:pt x="396469" y="738098"/>
                  </a:cubicBezTo>
                  <a:cubicBezTo>
                    <a:pt x="397258" y="738755"/>
                    <a:pt x="398047" y="739150"/>
                    <a:pt x="398836" y="739807"/>
                  </a:cubicBezTo>
                  <a:cubicBezTo>
                    <a:pt x="422900" y="755718"/>
                    <a:pt x="476286" y="1056574"/>
                    <a:pt x="271814" y="921268"/>
                  </a:cubicBezTo>
                  <a:close/>
                </a:path>
              </a:pathLst>
            </a:custGeom>
            <a:solidFill>
              <a:srgbClr val="F5A784"/>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4" name="Freeform: Shape 83">
              <a:extLst>
                <a:ext uri="{FF2B5EF4-FFF2-40B4-BE49-F238E27FC236}">
                  <a16:creationId xmlns:a16="http://schemas.microsoft.com/office/drawing/2014/main" id="{3E830F0E-6E20-0C5F-0C26-03A1099B498B}"/>
                </a:ext>
              </a:extLst>
            </p:cNvPr>
            <p:cNvSpPr/>
            <p:nvPr/>
          </p:nvSpPr>
          <p:spPr>
            <a:xfrm>
              <a:off x="2593698" y="2495241"/>
              <a:ext cx="137465" cy="192029"/>
            </a:xfrm>
            <a:custGeom>
              <a:avLst/>
              <a:gdLst>
                <a:gd name="connsiteX0" fmla="*/ 60260 w 137465"/>
                <a:gd name="connsiteY0" fmla="*/ 186457 h 192029"/>
                <a:gd name="connsiteX1" fmla="*/ 39747 w 137465"/>
                <a:gd name="connsiteY1" fmla="*/ 139251 h 192029"/>
                <a:gd name="connsiteX2" fmla="*/ 36 w 137465"/>
                <a:gd name="connsiteY2" fmla="*/ 36555 h 192029"/>
                <a:gd name="connsiteX3" fmla="*/ 4244 w 137465"/>
                <a:gd name="connsiteY3" fmla="*/ 27351 h 192029"/>
                <a:gd name="connsiteX4" fmla="*/ 5690 w 137465"/>
                <a:gd name="connsiteY4" fmla="*/ 24984 h 192029"/>
                <a:gd name="connsiteX5" fmla="*/ 19366 w 137465"/>
                <a:gd name="connsiteY5" fmla="*/ 10651 h 192029"/>
                <a:gd name="connsiteX6" fmla="*/ 20812 w 137465"/>
                <a:gd name="connsiteY6" fmla="*/ 9599 h 192029"/>
                <a:gd name="connsiteX7" fmla="*/ 37643 w 137465"/>
                <a:gd name="connsiteY7" fmla="*/ 2235 h 192029"/>
                <a:gd name="connsiteX8" fmla="*/ 39353 w 137465"/>
                <a:gd name="connsiteY8" fmla="*/ 1841 h 192029"/>
                <a:gd name="connsiteX9" fmla="*/ 56710 w 137465"/>
                <a:gd name="connsiteY9" fmla="*/ 0 h 192029"/>
                <a:gd name="connsiteX10" fmla="*/ 99708 w 137465"/>
                <a:gd name="connsiteY10" fmla="*/ 72716 h 192029"/>
                <a:gd name="connsiteX11" fmla="*/ 101943 w 137465"/>
                <a:gd name="connsiteY11" fmla="*/ 26036 h 192029"/>
                <a:gd name="connsiteX12" fmla="*/ 110359 w 137465"/>
                <a:gd name="connsiteY12" fmla="*/ 24852 h 192029"/>
                <a:gd name="connsiteX13" fmla="*/ 130346 w 137465"/>
                <a:gd name="connsiteY13" fmla="*/ 83367 h 192029"/>
                <a:gd name="connsiteX14" fmla="*/ 127059 w 137465"/>
                <a:gd name="connsiteY14" fmla="*/ 170547 h 192029"/>
                <a:gd name="connsiteX15" fmla="*/ 60260 w 137465"/>
                <a:gd name="connsiteY15" fmla="*/ 186326 h 192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7465" h="192029">
                  <a:moveTo>
                    <a:pt x="60260" y="186457"/>
                  </a:moveTo>
                  <a:cubicBezTo>
                    <a:pt x="60260" y="186457"/>
                    <a:pt x="52371" y="164892"/>
                    <a:pt x="39747" y="139251"/>
                  </a:cubicBezTo>
                  <a:cubicBezTo>
                    <a:pt x="26992" y="113610"/>
                    <a:pt x="-1147" y="57463"/>
                    <a:pt x="36" y="36555"/>
                  </a:cubicBezTo>
                  <a:cubicBezTo>
                    <a:pt x="36" y="36555"/>
                    <a:pt x="1220" y="32742"/>
                    <a:pt x="4244" y="27351"/>
                  </a:cubicBezTo>
                  <a:cubicBezTo>
                    <a:pt x="4638" y="26562"/>
                    <a:pt x="5164" y="25773"/>
                    <a:pt x="5690" y="24984"/>
                  </a:cubicBezTo>
                  <a:cubicBezTo>
                    <a:pt x="8715" y="20381"/>
                    <a:pt x="13054" y="15122"/>
                    <a:pt x="19366" y="10651"/>
                  </a:cubicBezTo>
                  <a:cubicBezTo>
                    <a:pt x="19760" y="10257"/>
                    <a:pt x="20286" y="9994"/>
                    <a:pt x="20812" y="9599"/>
                  </a:cubicBezTo>
                  <a:cubicBezTo>
                    <a:pt x="25414" y="6575"/>
                    <a:pt x="31069" y="3813"/>
                    <a:pt x="37643" y="2235"/>
                  </a:cubicBezTo>
                  <a:cubicBezTo>
                    <a:pt x="38169" y="2104"/>
                    <a:pt x="38827" y="1972"/>
                    <a:pt x="39353" y="1841"/>
                  </a:cubicBezTo>
                  <a:cubicBezTo>
                    <a:pt x="44481" y="658"/>
                    <a:pt x="50267" y="0"/>
                    <a:pt x="56710" y="0"/>
                  </a:cubicBezTo>
                  <a:cubicBezTo>
                    <a:pt x="56710" y="0"/>
                    <a:pt x="84060" y="57725"/>
                    <a:pt x="99708" y="72716"/>
                  </a:cubicBezTo>
                  <a:cubicBezTo>
                    <a:pt x="99708" y="72716"/>
                    <a:pt x="92344" y="33925"/>
                    <a:pt x="101943" y="26036"/>
                  </a:cubicBezTo>
                  <a:lnTo>
                    <a:pt x="110359" y="24852"/>
                  </a:lnTo>
                  <a:cubicBezTo>
                    <a:pt x="110359" y="24852"/>
                    <a:pt x="122982" y="65747"/>
                    <a:pt x="130346" y="83367"/>
                  </a:cubicBezTo>
                  <a:cubicBezTo>
                    <a:pt x="148098" y="126365"/>
                    <a:pt x="127059" y="170547"/>
                    <a:pt x="127059" y="170547"/>
                  </a:cubicBezTo>
                  <a:cubicBezTo>
                    <a:pt x="127059" y="170547"/>
                    <a:pt x="87742" y="205392"/>
                    <a:pt x="60260" y="186326"/>
                  </a:cubicBezTo>
                  <a:close/>
                </a:path>
              </a:pathLst>
            </a:custGeom>
            <a:solidFill>
              <a:srgbClr val="F5A784"/>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5" name="Freeform: Shape 84">
              <a:extLst>
                <a:ext uri="{FF2B5EF4-FFF2-40B4-BE49-F238E27FC236}">
                  <a16:creationId xmlns:a16="http://schemas.microsoft.com/office/drawing/2014/main" id="{E27D4444-118C-560F-8C17-7DAA490AFFF1}"/>
                </a:ext>
              </a:extLst>
            </p:cNvPr>
            <p:cNvSpPr/>
            <p:nvPr/>
          </p:nvSpPr>
          <p:spPr>
            <a:xfrm>
              <a:off x="2631473" y="2497082"/>
              <a:ext cx="40034" cy="77587"/>
            </a:xfrm>
            <a:custGeom>
              <a:avLst/>
              <a:gdLst>
                <a:gd name="connsiteX0" fmla="*/ 0 w 40034"/>
                <a:gd name="connsiteY0" fmla="*/ 395 h 77587"/>
                <a:gd name="connsiteX1" fmla="*/ 1709 w 40034"/>
                <a:gd name="connsiteY1" fmla="*/ 0 h 77587"/>
                <a:gd name="connsiteX2" fmla="*/ 39974 w 40034"/>
                <a:gd name="connsiteY2" fmla="*/ 76792 h 77587"/>
                <a:gd name="connsiteX3" fmla="*/ 39185 w 40034"/>
                <a:gd name="connsiteY3" fmla="*/ 77450 h 77587"/>
                <a:gd name="connsiteX4" fmla="*/ 0 w 40034"/>
                <a:gd name="connsiteY4" fmla="*/ 395 h 77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34" h="77587">
                  <a:moveTo>
                    <a:pt x="0" y="395"/>
                  </a:moveTo>
                  <a:cubicBezTo>
                    <a:pt x="0" y="395"/>
                    <a:pt x="1183" y="132"/>
                    <a:pt x="1709" y="0"/>
                  </a:cubicBezTo>
                  <a:cubicBezTo>
                    <a:pt x="11834" y="26825"/>
                    <a:pt x="26167" y="51282"/>
                    <a:pt x="39974" y="76792"/>
                  </a:cubicBezTo>
                  <a:cubicBezTo>
                    <a:pt x="40237" y="77318"/>
                    <a:pt x="39579" y="77844"/>
                    <a:pt x="39185" y="77450"/>
                  </a:cubicBezTo>
                  <a:cubicBezTo>
                    <a:pt x="19987" y="55227"/>
                    <a:pt x="8416" y="28271"/>
                    <a:pt x="0" y="395"/>
                  </a:cubicBezTo>
                  <a:close/>
                </a:path>
              </a:pathLst>
            </a:custGeom>
            <a:solidFill>
              <a:srgbClr val="E0855C"/>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6" name="Freeform: Shape 85">
              <a:extLst>
                <a:ext uri="{FF2B5EF4-FFF2-40B4-BE49-F238E27FC236}">
                  <a16:creationId xmlns:a16="http://schemas.microsoft.com/office/drawing/2014/main" id="{C93535C9-0AA6-EAA5-5F6E-02FF7A5A308C}"/>
                </a:ext>
              </a:extLst>
            </p:cNvPr>
            <p:cNvSpPr/>
            <p:nvPr/>
          </p:nvSpPr>
          <p:spPr>
            <a:xfrm>
              <a:off x="2612932" y="2504972"/>
              <a:ext cx="39771" cy="77535"/>
            </a:xfrm>
            <a:custGeom>
              <a:avLst/>
              <a:gdLst>
                <a:gd name="connsiteX0" fmla="*/ 131 w 39771"/>
                <a:gd name="connsiteY0" fmla="*/ 1052 h 77535"/>
                <a:gd name="connsiteX1" fmla="*/ 1578 w 39771"/>
                <a:gd name="connsiteY1" fmla="*/ 0 h 77535"/>
                <a:gd name="connsiteX2" fmla="*/ 39711 w 39771"/>
                <a:gd name="connsiteY2" fmla="*/ 76792 h 77535"/>
                <a:gd name="connsiteX3" fmla="*/ 38922 w 39771"/>
                <a:gd name="connsiteY3" fmla="*/ 77318 h 77535"/>
                <a:gd name="connsiteX4" fmla="*/ 0 w 39771"/>
                <a:gd name="connsiteY4" fmla="*/ 1052 h 77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71" h="77535">
                  <a:moveTo>
                    <a:pt x="131" y="1052"/>
                  </a:moveTo>
                  <a:cubicBezTo>
                    <a:pt x="131" y="1052"/>
                    <a:pt x="1052" y="394"/>
                    <a:pt x="1578" y="0"/>
                  </a:cubicBezTo>
                  <a:cubicBezTo>
                    <a:pt x="11834" y="26825"/>
                    <a:pt x="26036" y="51282"/>
                    <a:pt x="39711" y="76792"/>
                  </a:cubicBezTo>
                  <a:cubicBezTo>
                    <a:pt x="39974" y="77318"/>
                    <a:pt x="39316" y="77844"/>
                    <a:pt x="38922" y="77318"/>
                  </a:cubicBezTo>
                  <a:cubicBezTo>
                    <a:pt x="19855" y="55359"/>
                    <a:pt x="8284" y="28666"/>
                    <a:pt x="0" y="1052"/>
                  </a:cubicBezTo>
                  <a:close/>
                </a:path>
              </a:pathLst>
            </a:custGeom>
            <a:solidFill>
              <a:srgbClr val="E0855C"/>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7" name="Freeform: Shape 86">
              <a:extLst>
                <a:ext uri="{FF2B5EF4-FFF2-40B4-BE49-F238E27FC236}">
                  <a16:creationId xmlns:a16="http://schemas.microsoft.com/office/drawing/2014/main" id="{1E75EAA1-8B91-3765-3DB8-664B188EB641}"/>
                </a:ext>
              </a:extLst>
            </p:cNvPr>
            <p:cNvSpPr/>
            <p:nvPr/>
          </p:nvSpPr>
          <p:spPr>
            <a:xfrm>
              <a:off x="2597679" y="2520225"/>
              <a:ext cx="38109" cy="73174"/>
            </a:xfrm>
            <a:custGeom>
              <a:avLst/>
              <a:gdLst>
                <a:gd name="connsiteX0" fmla="*/ 131 w 38109"/>
                <a:gd name="connsiteY0" fmla="*/ 2367 h 73174"/>
                <a:gd name="connsiteX1" fmla="*/ 1578 w 38109"/>
                <a:gd name="connsiteY1" fmla="*/ 0 h 73174"/>
                <a:gd name="connsiteX2" fmla="*/ 38002 w 38109"/>
                <a:gd name="connsiteY2" fmla="*/ 72453 h 73174"/>
                <a:gd name="connsiteX3" fmla="*/ 37213 w 38109"/>
                <a:gd name="connsiteY3" fmla="*/ 72979 h 73174"/>
                <a:gd name="connsiteX4" fmla="*/ 0 w 38109"/>
                <a:gd name="connsiteY4" fmla="*/ 2235 h 73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9" h="73174">
                  <a:moveTo>
                    <a:pt x="131" y="2367"/>
                  </a:moveTo>
                  <a:cubicBezTo>
                    <a:pt x="526" y="1578"/>
                    <a:pt x="1052" y="789"/>
                    <a:pt x="1578" y="0"/>
                  </a:cubicBezTo>
                  <a:cubicBezTo>
                    <a:pt x="11571" y="25247"/>
                    <a:pt x="24984" y="48389"/>
                    <a:pt x="38002" y="72453"/>
                  </a:cubicBezTo>
                  <a:cubicBezTo>
                    <a:pt x="38396" y="72847"/>
                    <a:pt x="37607" y="73505"/>
                    <a:pt x="37213" y="72979"/>
                  </a:cubicBezTo>
                  <a:cubicBezTo>
                    <a:pt x="18935" y="52992"/>
                    <a:pt x="8284" y="27877"/>
                    <a:pt x="0" y="2235"/>
                  </a:cubicBezTo>
                  <a:close/>
                </a:path>
              </a:pathLst>
            </a:custGeom>
            <a:solidFill>
              <a:srgbClr val="E0855C"/>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ndParaRPr>
            </a:p>
          </p:txBody>
        </p:sp>
        <p:sp>
          <p:nvSpPr>
            <p:cNvPr id="88" name="Freeform: Shape 87">
              <a:extLst>
                <a:ext uri="{FF2B5EF4-FFF2-40B4-BE49-F238E27FC236}">
                  <a16:creationId xmlns:a16="http://schemas.microsoft.com/office/drawing/2014/main" id="{34E96968-E1B2-C376-C4F5-96A2F6132475}"/>
                </a:ext>
              </a:extLst>
            </p:cNvPr>
            <p:cNvSpPr/>
            <p:nvPr/>
          </p:nvSpPr>
          <p:spPr>
            <a:xfrm>
              <a:off x="2574652" y="2783474"/>
              <a:ext cx="1238287" cy="1337157"/>
            </a:xfrm>
            <a:custGeom>
              <a:avLst/>
              <a:gdLst>
                <a:gd name="connsiteX0" fmla="*/ 1238288 w 1238287"/>
                <a:gd name="connsiteY0" fmla="*/ 96647 h 1337157"/>
                <a:gd name="connsiteX1" fmla="*/ 1100483 w 1238287"/>
                <a:gd name="connsiteY1" fmla="*/ 514270 h 1337157"/>
                <a:gd name="connsiteX2" fmla="*/ 820665 w 1238287"/>
                <a:gd name="connsiteY2" fmla="*/ 709669 h 1337157"/>
                <a:gd name="connsiteX3" fmla="*/ 733090 w 1238287"/>
                <a:gd name="connsiteY3" fmla="*/ 762923 h 1337157"/>
                <a:gd name="connsiteX4" fmla="*/ 735063 w 1238287"/>
                <a:gd name="connsiteY4" fmla="*/ 774363 h 1337157"/>
                <a:gd name="connsiteX5" fmla="*/ 734405 w 1238287"/>
                <a:gd name="connsiteY5" fmla="*/ 776862 h 1337157"/>
                <a:gd name="connsiteX6" fmla="*/ 770435 w 1238287"/>
                <a:gd name="connsiteY6" fmla="*/ 1258521 h 1337157"/>
                <a:gd name="connsiteX7" fmla="*/ 770698 w 1238287"/>
                <a:gd name="connsiteY7" fmla="*/ 1285214 h 1337157"/>
                <a:gd name="connsiteX8" fmla="*/ 244067 w 1238287"/>
                <a:gd name="connsiteY8" fmla="*/ 1275221 h 1337157"/>
                <a:gd name="connsiteX9" fmla="*/ 302450 w 1238287"/>
                <a:gd name="connsiteY9" fmla="*/ 1118349 h 1337157"/>
                <a:gd name="connsiteX10" fmla="*/ 219741 w 1238287"/>
                <a:gd name="connsiteY10" fmla="*/ 735967 h 1337157"/>
                <a:gd name="connsiteX11" fmla="*/ 214350 w 1238287"/>
                <a:gd name="connsiteY11" fmla="*/ 720319 h 1337157"/>
                <a:gd name="connsiteX12" fmla="*/ 16 w 1238287"/>
                <a:gd name="connsiteY12" fmla="*/ 214597 h 1337157"/>
                <a:gd name="connsiteX13" fmla="*/ 35913 w 1238287"/>
                <a:gd name="connsiteY13" fmla="*/ 0 h 1337157"/>
                <a:gd name="connsiteX14" fmla="*/ 133087 w 1238287"/>
                <a:gd name="connsiteY14" fmla="*/ 3682 h 1337157"/>
                <a:gd name="connsiteX15" fmla="*/ 119806 w 1238287"/>
                <a:gd name="connsiteY15" fmla="*/ 223275 h 1337157"/>
                <a:gd name="connsiteX16" fmla="*/ 396468 w 1238287"/>
                <a:gd name="connsiteY16" fmla="*/ 588695 h 1337157"/>
                <a:gd name="connsiteX17" fmla="*/ 398835 w 1238287"/>
                <a:gd name="connsiteY17" fmla="*/ 590404 h 1337157"/>
                <a:gd name="connsiteX18" fmla="*/ 404357 w 1238287"/>
                <a:gd name="connsiteY18" fmla="*/ 597899 h 1337157"/>
                <a:gd name="connsiteX19" fmla="*/ 411984 w 1238287"/>
                <a:gd name="connsiteY19" fmla="*/ 595138 h 1337157"/>
                <a:gd name="connsiteX20" fmla="*/ 557547 w 1238287"/>
                <a:gd name="connsiteY20" fmla="*/ 706907 h 1337157"/>
                <a:gd name="connsiteX21" fmla="*/ 590815 w 1238287"/>
                <a:gd name="connsiteY21" fmla="*/ 606052 h 1337157"/>
                <a:gd name="connsiteX22" fmla="*/ 589105 w 1238287"/>
                <a:gd name="connsiteY22" fmla="*/ 598425 h 1337157"/>
                <a:gd name="connsiteX23" fmla="*/ 588053 w 1238287"/>
                <a:gd name="connsiteY23" fmla="*/ 593823 h 1337157"/>
                <a:gd name="connsiteX24" fmla="*/ 587396 w 1238287"/>
                <a:gd name="connsiteY24" fmla="*/ 589484 h 1337157"/>
                <a:gd name="connsiteX25" fmla="*/ 585687 w 1238287"/>
                <a:gd name="connsiteY25" fmla="*/ 582909 h 1337157"/>
                <a:gd name="connsiteX26" fmla="*/ 587264 w 1238287"/>
                <a:gd name="connsiteY26" fmla="*/ 583304 h 1337157"/>
                <a:gd name="connsiteX27" fmla="*/ 598441 w 1238287"/>
                <a:gd name="connsiteY27" fmla="*/ 580805 h 1337157"/>
                <a:gd name="connsiteX28" fmla="*/ 629868 w 1238287"/>
                <a:gd name="connsiteY28" fmla="*/ 571864 h 1337157"/>
                <a:gd name="connsiteX29" fmla="*/ 630526 w 1238287"/>
                <a:gd name="connsiteY29" fmla="*/ 573047 h 1337157"/>
                <a:gd name="connsiteX30" fmla="*/ 789370 w 1238287"/>
                <a:gd name="connsiteY30" fmla="*/ 517163 h 1337157"/>
                <a:gd name="connsiteX31" fmla="*/ 807910 w 1238287"/>
                <a:gd name="connsiteY31" fmla="*/ 509799 h 1337157"/>
                <a:gd name="connsiteX32" fmla="*/ 970962 w 1238287"/>
                <a:gd name="connsiteY32" fmla="*/ 437872 h 1337157"/>
                <a:gd name="connsiteX33" fmla="*/ 1139668 w 1238287"/>
                <a:gd name="connsiteY33" fmla="*/ 81394 h 1337157"/>
                <a:gd name="connsiteX34" fmla="*/ 1238288 w 1238287"/>
                <a:gd name="connsiteY34" fmla="*/ 96647 h 133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8287" h="1337157">
                  <a:moveTo>
                    <a:pt x="1238288" y="96647"/>
                  </a:moveTo>
                  <a:cubicBezTo>
                    <a:pt x="1232765" y="153321"/>
                    <a:pt x="1156236" y="396189"/>
                    <a:pt x="1100483" y="514270"/>
                  </a:cubicBezTo>
                  <a:cubicBezTo>
                    <a:pt x="1084703" y="547537"/>
                    <a:pt x="924545" y="646815"/>
                    <a:pt x="820665" y="709669"/>
                  </a:cubicBezTo>
                  <a:cubicBezTo>
                    <a:pt x="783584" y="732154"/>
                    <a:pt x="735457" y="761477"/>
                    <a:pt x="733090" y="762923"/>
                  </a:cubicBezTo>
                  <a:cubicBezTo>
                    <a:pt x="734274" y="767789"/>
                    <a:pt x="735063" y="771865"/>
                    <a:pt x="735063" y="774363"/>
                  </a:cubicBezTo>
                  <a:cubicBezTo>
                    <a:pt x="735063" y="775678"/>
                    <a:pt x="734800" y="776599"/>
                    <a:pt x="734405" y="776862"/>
                  </a:cubicBezTo>
                  <a:cubicBezTo>
                    <a:pt x="752157" y="857336"/>
                    <a:pt x="768199" y="1116377"/>
                    <a:pt x="770435" y="1258521"/>
                  </a:cubicBezTo>
                  <a:cubicBezTo>
                    <a:pt x="770566" y="1267989"/>
                    <a:pt x="770698" y="1276930"/>
                    <a:pt x="770698" y="1285214"/>
                  </a:cubicBezTo>
                  <a:cubicBezTo>
                    <a:pt x="531117" y="1388042"/>
                    <a:pt x="318361" y="1312828"/>
                    <a:pt x="244067" y="1275221"/>
                  </a:cubicBezTo>
                  <a:cubicBezTo>
                    <a:pt x="256427" y="1220257"/>
                    <a:pt x="287328" y="1174365"/>
                    <a:pt x="302450" y="1118349"/>
                  </a:cubicBezTo>
                  <a:cubicBezTo>
                    <a:pt x="322306" y="1044976"/>
                    <a:pt x="268262" y="847474"/>
                    <a:pt x="219741" y="735967"/>
                  </a:cubicBezTo>
                  <a:cubicBezTo>
                    <a:pt x="217242" y="730313"/>
                    <a:pt x="215665" y="725185"/>
                    <a:pt x="214350" y="720319"/>
                  </a:cubicBezTo>
                  <a:cubicBezTo>
                    <a:pt x="80752" y="570023"/>
                    <a:pt x="-1299" y="255491"/>
                    <a:pt x="16" y="214597"/>
                  </a:cubicBezTo>
                  <a:cubicBezTo>
                    <a:pt x="2119" y="153453"/>
                    <a:pt x="19082" y="69823"/>
                    <a:pt x="35913" y="0"/>
                  </a:cubicBezTo>
                  <a:cubicBezTo>
                    <a:pt x="65368" y="1578"/>
                    <a:pt x="102317" y="3813"/>
                    <a:pt x="133087" y="3682"/>
                  </a:cubicBezTo>
                  <a:cubicBezTo>
                    <a:pt x="125986" y="86522"/>
                    <a:pt x="117702" y="194478"/>
                    <a:pt x="119806" y="223275"/>
                  </a:cubicBezTo>
                  <a:cubicBezTo>
                    <a:pt x="122567" y="260225"/>
                    <a:pt x="256822" y="494020"/>
                    <a:pt x="396468" y="588695"/>
                  </a:cubicBezTo>
                  <a:cubicBezTo>
                    <a:pt x="397257" y="589221"/>
                    <a:pt x="398046" y="589747"/>
                    <a:pt x="398835" y="590404"/>
                  </a:cubicBezTo>
                  <a:cubicBezTo>
                    <a:pt x="400544" y="591456"/>
                    <a:pt x="402385" y="594218"/>
                    <a:pt x="404357" y="597899"/>
                  </a:cubicBezTo>
                  <a:cubicBezTo>
                    <a:pt x="407119" y="596979"/>
                    <a:pt x="409617" y="596058"/>
                    <a:pt x="411984" y="595138"/>
                  </a:cubicBezTo>
                  <a:cubicBezTo>
                    <a:pt x="437888" y="635375"/>
                    <a:pt x="504292" y="726631"/>
                    <a:pt x="557547" y="706907"/>
                  </a:cubicBezTo>
                  <a:cubicBezTo>
                    <a:pt x="597521" y="691917"/>
                    <a:pt x="597521" y="643133"/>
                    <a:pt x="590815" y="606052"/>
                  </a:cubicBezTo>
                  <a:cubicBezTo>
                    <a:pt x="590157" y="603291"/>
                    <a:pt x="589500" y="600661"/>
                    <a:pt x="589105" y="598425"/>
                  </a:cubicBezTo>
                  <a:cubicBezTo>
                    <a:pt x="588711" y="596453"/>
                    <a:pt x="588448" y="595138"/>
                    <a:pt x="588053" y="593823"/>
                  </a:cubicBezTo>
                  <a:cubicBezTo>
                    <a:pt x="587790" y="592114"/>
                    <a:pt x="587527" y="590667"/>
                    <a:pt x="587396" y="589484"/>
                  </a:cubicBezTo>
                  <a:cubicBezTo>
                    <a:pt x="586870" y="587248"/>
                    <a:pt x="586213" y="584882"/>
                    <a:pt x="585687" y="582909"/>
                  </a:cubicBezTo>
                  <a:cubicBezTo>
                    <a:pt x="586081" y="582909"/>
                    <a:pt x="586738" y="583172"/>
                    <a:pt x="587264" y="583304"/>
                  </a:cubicBezTo>
                  <a:cubicBezTo>
                    <a:pt x="589631" y="583041"/>
                    <a:pt x="593313" y="582120"/>
                    <a:pt x="598441" y="580805"/>
                  </a:cubicBezTo>
                  <a:cubicBezTo>
                    <a:pt x="606068" y="578964"/>
                    <a:pt x="616719" y="575940"/>
                    <a:pt x="629868" y="571864"/>
                  </a:cubicBezTo>
                  <a:lnTo>
                    <a:pt x="630526" y="573047"/>
                  </a:lnTo>
                  <a:cubicBezTo>
                    <a:pt x="667607" y="561607"/>
                    <a:pt x="724412" y="542409"/>
                    <a:pt x="789370" y="517163"/>
                  </a:cubicBezTo>
                  <a:cubicBezTo>
                    <a:pt x="795418" y="514664"/>
                    <a:pt x="801598" y="512297"/>
                    <a:pt x="807910" y="509799"/>
                  </a:cubicBezTo>
                  <a:cubicBezTo>
                    <a:pt x="870895" y="484684"/>
                    <a:pt x="905347" y="471797"/>
                    <a:pt x="970962" y="437872"/>
                  </a:cubicBezTo>
                  <a:cubicBezTo>
                    <a:pt x="970962" y="437872"/>
                    <a:pt x="1069319" y="257332"/>
                    <a:pt x="1139668" y="81394"/>
                  </a:cubicBezTo>
                  <a:cubicBezTo>
                    <a:pt x="1194106" y="98488"/>
                    <a:pt x="1210674" y="92045"/>
                    <a:pt x="1238288" y="96647"/>
                  </a:cubicBezTo>
                  <a:close/>
                </a:path>
              </a:pathLst>
            </a:custGeom>
            <a:solidFill>
              <a:srgbClr val="4475C9"/>
            </a:solidFill>
            <a:ln w="131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000000"/>
                </a:solidFill>
                <a:effectLst/>
                <a:uLnTx/>
                <a:uFillTx/>
              </a:endParaRPr>
            </a:p>
          </p:txBody>
        </p:sp>
      </p:grpSp>
      <p:sp>
        <p:nvSpPr>
          <p:cNvPr id="13" name="object 2">
            <a:extLst>
              <a:ext uri="{FF2B5EF4-FFF2-40B4-BE49-F238E27FC236}">
                <a16:creationId xmlns:a16="http://schemas.microsoft.com/office/drawing/2014/main" id="{0720FB48-F1D9-6DA4-28FC-68B75E258B1E}"/>
              </a:ext>
            </a:extLst>
          </p:cNvPr>
          <p:cNvSpPr txBox="1"/>
          <p:nvPr/>
        </p:nvSpPr>
        <p:spPr>
          <a:xfrm>
            <a:off x="1074646" y="1497947"/>
            <a:ext cx="4537274" cy="2180084"/>
          </a:xfrm>
          <a:prstGeom prst="rect">
            <a:avLst/>
          </a:prstGeom>
        </p:spPr>
        <p:txBody>
          <a:bodyPr vert="horz" wrap="square" lIns="0" tIns="12700" rIns="0" bIns="0" rtlCol="0">
            <a:spAutoFit/>
          </a:bodyPr>
          <a:lstStyle/>
          <a:p>
            <a:pPr marL="354965" marR="461009" indent="-342900">
              <a:lnSpc>
                <a:spcPct val="100000"/>
              </a:lnSpc>
              <a:spcBef>
                <a:spcPts val="100"/>
              </a:spcBef>
              <a:buClr>
                <a:schemeClr val="tx1"/>
              </a:buClr>
              <a:buSzPct val="100000"/>
              <a:buFont typeface="Arial" panose="020B0604020202020204" pitchFamily="34" charset="0"/>
              <a:buChar char="•"/>
              <a:tabLst>
                <a:tab pos="185420" algn="l"/>
              </a:tabLst>
            </a:pPr>
            <a:r>
              <a:rPr sz="2000" spc="-50" dirty="0">
                <a:solidFill>
                  <a:srgbClr val="181818"/>
                </a:solidFill>
                <a:cs typeface="Lucida Sans Unicode" panose="020B0602030504020204" pitchFamily="34" charset="0"/>
              </a:rPr>
              <a:t>Kn</a:t>
            </a:r>
            <a:r>
              <a:rPr sz="2000" spc="-40" dirty="0">
                <a:solidFill>
                  <a:srgbClr val="181818"/>
                </a:solidFill>
                <a:cs typeface="Lucida Sans Unicode" panose="020B0602030504020204" pitchFamily="34" charset="0"/>
              </a:rPr>
              <a:t>o</a:t>
            </a:r>
            <a:r>
              <a:rPr sz="2000" spc="-55" dirty="0">
                <a:solidFill>
                  <a:srgbClr val="181818"/>
                </a:solidFill>
                <a:cs typeface="Lucida Sans Unicode" panose="020B0602030504020204" pitchFamily="34" charset="0"/>
              </a:rPr>
              <a:t>w</a:t>
            </a:r>
            <a:r>
              <a:rPr sz="2000" spc="-15" dirty="0">
                <a:solidFill>
                  <a:srgbClr val="181818"/>
                </a:solidFill>
                <a:cs typeface="Lucida Sans Unicode" panose="020B0602030504020204" pitchFamily="34" charset="0"/>
              </a:rPr>
              <a:t>l</a:t>
            </a:r>
            <a:r>
              <a:rPr sz="2000" spc="-60" dirty="0">
                <a:solidFill>
                  <a:srgbClr val="181818"/>
                </a:solidFill>
                <a:cs typeface="Lucida Sans Unicode" panose="020B0602030504020204" pitchFamily="34" charset="0"/>
              </a:rPr>
              <a:t>edg</a:t>
            </a:r>
            <a:r>
              <a:rPr sz="2000" spc="-50" dirty="0">
                <a:solidFill>
                  <a:srgbClr val="181818"/>
                </a:solidFill>
                <a:cs typeface="Lucida Sans Unicode" panose="020B0602030504020204" pitchFamily="34" charset="0"/>
              </a:rPr>
              <a:t>e</a:t>
            </a:r>
            <a:r>
              <a:rPr sz="2000" spc="-145" dirty="0">
                <a:solidFill>
                  <a:srgbClr val="181818"/>
                </a:solidFill>
                <a:cs typeface="Lucida Sans Unicode" panose="020B0602030504020204" pitchFamily="34" charset="0"/>
              </a:rPr>
              <a:t> </a:t>
            </a:r>
            <a:r>
              <a:rPr sz="2000" spc="-50" dirty="0">
                <a:solidFill>
                  <a:srgbClr val="181818"/>
                </a:solidFill>
                <a:cs typeface="Lucida Sans Unicode" panose="020B0602030504020204" pitchFamily="34" charset="0"/>
              </a:rPr>
              <a:t>of</a:t>
            </a:r>
            <a:r>
              <a:rPr sz="2000" spc="-140" dirty="0">
                <a:solidFill>
                  <a:srgbClr val="181818"/>
                </a:solidFill>
                <a:cs typeface="Lucida Sans Unicode" panose="020B0602030504020204" pitchFamily="34" charset="0"/>
              </a:rPr>
              <a:t> </a:t>
            </a:r>
            <a:r>
              <a:rPr sz="2000" spc="25" dirty="0">
                <a:solidFill>
                  <a:srgbClr val="181818"/>
                </a:solidFill>
                <a:cs typeface="Lucida Sans Unicode" panose="020B0602030504020204" pitchFamily="34" charset="0"/>
              </a:rPr>
              <a:t>S</a:t>
            </a:r>
            <a:r>
              <a:rPr sz="2000" spc="-75" dirty="0">
                <a:solidFill>
                  <a:srgbClr val="181818"/>
                </a:solidFill>
                <a:cs typeface="Lucida Sans Unicode" panose="020B0602030504020204" pitchFamily="34" charset="0"/>
              </a:rPr>
              <a:t>QC</a:t>
            </a:r>
            <a:r>
              <a:rPr sz="2000" spc="-135" dirty="0">
                <a:solidFill>
                  <a:srgbClr val="181818"/>
                </a:solidFill>
                <a:cs typeface="Lucida Sans Unicode" panose="020B0602030504020204" pitchFamily="34" charset="0"/>
              </a:rPr>
              <a:t> </a:t>
            </a:r>
            <a:r>
              <a:rPr sz="2000" spc="-20" dirty="0">
                <a:solidFill>
                  <a:srgbClr val="181818"/>
                </a:solidFill>
                <a:cs typeface="Lucida Sans Unicode" panose="020B0602030504020204" pitchFamily="34" charset="0"/>
              </a:rPr>
              <a:t>and </a:t>
            </a:r>
            <a:r>
              <a:rPr sz="2000" spc="-40" dirty="0">
                <a:solidFill>
                  <a:srgbClr val="181818"/>
                </a:solidFill>
                <a:cs typeface="Lucida Sans Unicode" panose="020B0602030504020204" pitchFamily="34" charset="0"/>
              </a:rPr>
              <a:t>SQC</a:t>
            </a:r>
            <a:r>
              <a:rPr sz="2000" spc="-140" dirty="0">
                <a:solidFill>
                  <a:srgbClr val="181818"/>
                </a:solidFill>
                <a:cs typeface="Lucida Sans Unicode" panose="020B0602030504020204" pitchFamily="34" charset="0"/>
              </a:rPr>
              <a:t> </a:t>
            </a:r>
            <a:r>
              <a:rPr sz="2000" spc="-65" dirty="0">
                <a:solidFill>
                  <a:srgbClr val="181818"/>
                </a:solidFill>
                <a:cs typeface="Lucida Sans Unicode" panose="020B0602030504020204" pitchFamily="34" charset="0"/>
              </a:rPr>
              <a:t>tool.</a:t>
            </a:r>
            <a:endParaRPr lang="en-US" sz="2000" spc="-65" dirty="0">
              <a:solidFill>
                <a:srgbClr val="181818"/>
              </a:solidFill>
              <a:cs typeface="Lucida Sans Unicode" panose="020B0602030504020204" pitchFamily="34" charset="0"/>
            </a:endParaRPr>
          </a:p>
          <a:p>
            <a:pPr marL="354965" marR="461009" indent="-342900">
              <a:lnSpc>
                <a:spcPct val="100000"/>
              </a:lnSpc>
              <a:spcBef>
                <a:spcPts val="100"/>
              </a:spcBef>
              <a:buClr>
                <a:schemeClr val="tx1"/>
              </a:buClr>
              <a:buSzPct val="100000"/>
              <a:buFont typeface="Arial" panose="020B0604020202020204" pitchFamily="34" charset="0"/>
              <a:buChar char="•"/>
              <a:tabLst>
                <a:tab pos="185420" algn="l"/>
              </a:tabLst>
            </a:pPr>
            <a:endParaRPr sz="2000" dirty="0">
              <a:cs typeface="Lucida Sans Unicode" panose="020B0602030504020204" pitchFamily="34" charset="0"/>
            </a:endParaRPr>
          </a:p>
          <a:p>
            <a:pPr marL="354965" marR="145415" indent="-342900">
              <a:lnSpc>
                <a:spcPct val="100000"/>
              </a:lnSpc>
              <a:spcBef>
                <a:spcPts val="5"/>
              </a:spcBef>
              <a:buClr>
                <a:schemeClr val="tx1"/>
              </a:buClr>
              <a:buSzPct val="100000"/>
              <a:buFont typeface="Arial" panose="020B0604020202020204" pitchFamily="34" charset="0"/>
              <a:buChar char="•"/>
              <a:tabLst>
                <a:tab pos="185420" algn="l"/>
              </a:tabLst>
            </a:pPr>
            <a:r>
              <a:rPr sz="2000" spc="-40" dirty="0">
                <a:solidFill>
                  <a:srgbClr val="181818"/>
                </a:solidFill>
                <a:cs typeface="Lucida Sans Unicode" panose="020B0602030504020204" pitchFamily="34" charset="0"/>
              </a:rPr>
              <a:t>SQC</a:t>
            </a:r>
            <a:r>
              <a:rPr sz="2000" spc="-135" dirty="0">
                <a:solidFill>
                  <a:srgbClr val="181818"/>
                </a:solidFill>
                <a:cs typeface="Lucida Sans Unicode" panose="020B0602030504020204" pitchFamily="34" charset="0"/>
              </a:rPr>
              <a:t> </a:t>
            </a:r>
            <a:r>
              <a:rPr sz="2000" spc="-35" dirty="0">
                <a:solidFill>
                  <a:srgbClr val="181818"/>
                </a:solidFill>
                <a:cs typeface="Lucida Sans Unicode" panose="020B0602030504020204" pitchFamily="34" charset="0"/>
              </a:rPr>
              <a:t>help</a:t>
            </a:r>
            <a:r>
              <a:rPr sz="2000" spc="-80" dirty="0">
                <a:solidFill>
                  <a:srgbClr val="181818"/>
                </a:solidFill>
                <a:cs typeface="Lucida Sans Unicode" panose="020B0602030504020204" pitchFamily="34" charset="0"/>
              </a:rPr>
              <a:t>s</a:t>
            </a:r>
            <a:r>
              <a:rPr sz="2000" spc="-135" dirty="0">
                <a:solidFill>
                  <a:srgbClr val="181818"/>
                </a:solidFill>
                <a:cs typeface="Lucida Sans Unicode" panose="020B0602030504020204" pitchFamily="34" charset="0"/>
              </a:rPr>
              <a:t> </a:t>
            </a:r>
            <a:r>
              <a:rPr sz="2000" spc="-35" dirty="0">
                <a:solidFill>
                  <a:srgbClr val="181818"/>
                </a:solidFill>
                <a:cs typeface="Lucida Sans Unicode" panose="020B0602030504020204" pitchFamily="34" charset="0"/>
              </a:rPr>
              <a:t>t</a:t>
            </a:r>
            <a:r>
              <a:rPr sz="2000" spc="-50" dirty="0">
                <a:solidFill>
                  <a:srgbClr val="181818"/>
                </a:solidFill>
                <a:cs typeface="Lucida Sans Unicode" panose="020B0602030504020204" pitchFamily="34" charset="0"/>
              </a:rPr>
              <a:t>o</a:t>
            </a:r>
            <a:r>
              <a:rPr sz="2000" spc="-135" dirty="0">
                <a:solidFill>
                  <a:srgbClr val="181818"/>
                </a:solidFill>
                <a:cs typeface="Lucida Sans Unicode" panose="020B0602030504020204" pitchFamily="34" charset="0"/>
              </a:rPr>
              <a:t> </a:t>
            </a:r>
            <a:r>
              <a:rPr sz="2000" spc="-25" dirty="0">
                <a:solidFill>
                  <a:srgbClr val="181818"/>
                </a:solidFill>
                <a:cs typeface="Lucida Sans Unicode" panose="020B0602030504020204" pitchFamily="34" charset="0"/>
              </a:rPr>
              <a:t>un</a:t>
            </a:r>
            <a:r>
              <a:rPr sz="2000" spc="-20" dirty="0">
                <a:solidFill>
                  <a:srgbClr val="181818"/>
                </a:solidFill>
                <a:cs typeface="Lucida Sans Unicode" panose="020B0602030504020204" pitchFamily="34" charset="0"/>
              </a:rPr>
              <a:t>d</a:t>
            </a:r>
            <a:r>
              <a:rPr sz="2000" spc="-30" dirty="0">
                <a:solidFill>
                  <a:srgbClr val="181818"/>
                </a:solidFill>
                <a:cs typeface="Lucida Sans Unicode" panose="020B0602030504020204" pitchFamily="34" charset="0"/>
              </a:rPr>
              <a:t>erstand</a:t>
            </a:r>
            <a:r>
              <a:rPr lang="en-US" sz="2000" spc="-30" dirty="0">
                <a:solidFill>
                  <a:srgbClr val="181818"/>
                </a:solidFill>
                <a:cs typeface="Lucida Sans Unicode" panose="020B0602030504020204" pitchFamily="34" charset="0"/>
              </a:rPr>
              <a:t> </a:t>
            </a:r>
            <a:r>
              <a:rPr sz="2000" spc="-45" dirty="0">
                <a:solidFill>
                  <a:srgbClr val="181818"/>
                </a:solidFill>
                <a:cs typeface="Lucida Sans Unicode" panose="020B0602030504020204" pitchFamily="34" charset="0"/>
              </a:rPr>
              <a:t>process</a:t>
            </a:r>
            <a:r>
              <a:rPr sz="2000" spc="-140" dirty="0">
                <a:solidFill>
                  <a:srgbClr val="181818"/>
                </a:solidFill>
                <a:cs typeface="Lucida Sans Unicode" panose="020B0602030504020204" pitchFamily="34" charset="0"/>
              </a:rPr>
              <a:t> </a:t>
            </a:r>
            <a:r>
              <a:rPr sz="2000" spc="-60" dirty="0">
                <a:solidFill>
                  <a:srgbClr val="181818"/>
                </a:solidFill>
                <a:cs typeface="Lucida Sans Unicode" panose="020B0602030504020204" pitchFamily="34" charset="0"/>
              </a:rPr>
              <a:t>efficiency</a:t>
            </a:r>
            <a:endParaRPr lang="en-US" sz="2000" spc="-60" dirty="0">
              <a:solidFill>
                <a:srgbClr val="181818"/>
              </a:solidFill>
              <a:cs typeface="Lucida Sans Unicode" panose="020B0602030504020204" pitchFamily="34" charset="0"/>
            </a:endParaRPr>
          </a:p>
          <a:p>
            <a:pPr marL="12065" marR="145415">
              <a:lnSpc>
                <a:spcPct val="100000"/>
              </a:lnSpc>
              <a:spcBef>
                <a:spcPts val="5"/>
              </a:spcBef>
              <a:buClr>
                <a:schemeClr val="tx1"/>
              </a:buClr>
              <a:buSzPct val="100000"/>
              <a:tabLst>
                <a:tab pos="185420" algn="l"/>
              </a:tabLst>
            </a:pPr>
            <a:endParaRPr sz="2000" dirty="0">
              <a:cs typeface="Lucida Sans Unicode" panose="020B0602030504020204" pitchFamily="34" charset="0"/>
            </a:endParaRPr>
          </a:p>
          <a:p>
            <a:pPr marL="354965" marR="5080" indent="-342900">
              <a:lnSpc>
                <a:spcPct val="100000"/>
              </a:lnSpc>
              <a:buClr>
                <a:schemeClr val="tx1"/>
              </a:buClr>
              <a:buSzPct val="100000"/>
              <a:buFont typeface="Arial" panose="020B0604020202020204" pitchFamily="34" charset="0"/>
              <a:buChar char="•"/>
              <a:tabLst>
                <a:tab pos="185420" algn="l"/>
              </a:tabLst>
            </a:pPr>
            <a:r>
              <a:rPr sz="2000" spc="-20" dirty="0">
                <a:solidFill>
                  <a:srgbClr val="181818"/>
                </a:solidFill>
                <a:cs typeface="Lucida Sans Unicode" panose="020B0602030504020204" pitchFamily="34" charset="0"/>
              </a:rPr>
              <a:t>Proce</a:t>
            </a:r>
            <a:r>
              <a:rPr sz="2000" spc="-25" dirty="0">
                <a:solidFill>
                  <a:srgbClr val="181818"/>
                </a:solidFill>
                <a:cs typeface="Lucida Sans Unicode" panose="020B0602030504020204" pitchFamily="34" charset="0"/>
              </a:rPr>
              <a:t>s</a:t>
            </a:r>
            <a:r>
              <a:rPr sz="2000" spc="-80" dirty="0">
                <a:solidFill>
                  <a:srgbClr val="181818"/>
                </a:solidFill>
                <a:cs typeface="Lucida Sans Unicode" panose="020B0602030504020204" pitchFamily="34" charset="0"/>
              </a:rPr>
              <a:t>s</a:t>
            </a:r>
            <a:r>
              <a:rPr sz="2000" spc="-120" dirty="0">
                <a:solidFill>
                  <a:srgbClr val="181818"/>
                </a:solidFill>
                <a:cs typeface="Lucida Sans Unicode" panose="020B0602030504020204" pitchFamily="34" charset="0"/>
              </a:rPr>
              <a:t> </a:t>
            </a:r>
            <a:r>
              <a:rPr sz="2000" spc="-65" dirty="0">
                <a:solidFill>
                  <a:srgbClr val="181818"/>
                </a:solidFill>
                <a:cs typeface="Lucida Sans Unicode" panose="020B0602030504020204" pitchFamily="34" charset="0"/>
              </a:rPr>
              <a:t>eff</a:t>
            </a:r>
            <a:r>
              <a:rPr sz="2000" spc="-40" dirty="0">
                <a:solidFill>
                  <a:srgbClr val="181818"/>
                </a:solidFill>
                <a:cs typeface="Lucida Sans Unicode" panose="020B0602030504020204" pitchFamily="34" charset="0"/>
              </a:rPr>
              <a:t>i</a:t>
            </a:r>
            <a:r>
              <a:rPr sz="2000" spc="-60" dirty="0">
                <a:solidFill>
                  <a:srgbClr val="181818"/>
                </a:solidFill>
                <a:cs typeface="Lucida Sans Unicode" panose="020B0602030504020204" pitchFamily="34" charset="0"/>
              </a:rPr>
              <a:t>cienc</a:t>
            </a:r>
            <a:r>
              <a:rPr sz="2000" spc="-55" dirty="0">
                <a:solidFill>
                  <a:srgbClr val="181818"/>
                </a:solidFill>
                <a:cs typeface="Lucida Sans Unicode" panose="020B0602030504020204" pitchFamily="34" charset="0"/>
              </a:rPr>
              <a:t>y</a:t>
            </a:r>
            <a:r>
              <a:rPr sz="2000" spc="-140" dirty="0">
                <a:solidFill>
                  <a:srgbClr val="181818"/>
                </a:solidFill>
                <a:cs typeface="Lucida Sans Unicode" panose="020B0602030504020204" pitchFamily="34" charset="0"/>
              </a:rPr>
              <a:t> </a:t>
            </a:r>
            <a:r>
              <a:rPr sz="2000" spc="-85" dirty="0">
                <a:solidFill>
                  <a:srgbClr val="181818"/>
                </a:solidFill>
                <a:cs typeface="Lucida Sans Unicode" panose="020B0602030504020204" pitchFamily="34" charset="0"/>
              </a:rPr>
              <a:t>is</a:t>
            </a:r>
            <a:r>
              <a:rPr sz="2000" spc="-125" dirty="0">
                <a:solidFill>
                  <a:srgbClr val="181818"/>
                </a:solidFill>
                <a:cs typeface="Lucida Sans Unicode" panose="020B0602030504020204" pitchFamily="34" charset="0"/>
              </a:rPr>
              <a:t> </a:t>
            </a:r>
            <a:r>
              <a:rPr lang="en-US" sz="2000" spc="-125" dirty="0">
                <a:solidFill>
                  <a:srgbClr val="181818"/>
                </a:solidFill>
                <a:cs typeface="Lucida Sans Unicode" panose="020B0602030504020204" pitchFamily="34" charset="0"/>
              </a:rPr>
              <a:t>a </a:t>
            </a:r>
            <a:r>
              <a:rPr sz="2000" spc="-40" dirty="0">
                <a:solidFill>
                  <a:srgbClr val="181818"/>
                </a:solidFill>
                <a:cs typeface="Lucida Sans Unicode" panose="020B0602030504020204" pitchFamily="34" charset="0"/>
              </a:rPr>
              <a:t>must  </a:t>
            </a:r>
            <a:r>
              <a:rPr sz="2000" spc="-35" dirty="0">
                <a:solidFill>
                  <a:srgbClr val="181818"/>
                </a:solidFill>
                <a:cs typeface="Lucida Sans Unicode" panose="020B0602030504020204" pitchFamily="34" charset="0"/>
              </a:rPr>
              <a:t>t</a:t>
            </a:r>
            <a:r>
              <a:rPr sz="2000" spc="-50" dirty="0">
                <a:solidFill>
                  <a:srgbClr val="181818"/>
                </a:solidFill>
                <a:cs typeface="Lucida Sans Unicode" panose="020B0602030504020204" pitchFamily="34" charset="0"/>
              </a:rPr>
              <a:t>o</a:t>
            </a:r>
            <a:r>
              <a:rPr sz="2000" spc="-135" dirty="0">
                <a:solidFill>
                  <a:srgbClr val="181818"/>
                </a:solidFill>
                <a:cs typeface="Lucida Sans Unicode" panose="020B0602030504020204" pitchFamily="34" charset="0"/>
              </a:rPr>
              <a:t> </a:t>
            </a:r>
            <a:r>
              <a:rPr sz="2000" spc="-35" dirty="0">
                <a:solidFill>
                  <a:srgbClr val="181818"/>
                </a:solidFill>
                <a:cs typeface="Lucida Sans Unicode" panose="020B0602030504020204" pitchFamily="34" charset="0"/>
              </a:rPr>
              <a:t>achieve</a:t>
            </a:r>
            <a:r>
              <a:rPr sz="2000" spc="-140" dirty="0">
                <a:solidFill>
                  <a:srgbClr val="181818"/>
                </a:solidFill>
                <a:cs typeface="Lucida Sans Unicode" panose="020B0602030504020204" pitchFamily="34" charset="0"/>
              </a:rPr>
              <a:t> </a:t>
            </a:r>
            <a:r>
              <a:rPr sz="2000" spc="-85" dirty="0">
                <a:solidFill>
                  <a:srgbClr val="181818"/>
                </a:solidFill>
                <a:cs typeface="Lucida Sans Unicode" panose="020B0602030504020204" pitchFamily="34" charset="0"/>
              </a:rPr>
              <a:t>i</a:t>
            </a:r>
            <a:r>
              <a:rPr sz="2000" spc="-20" dirty="0">
                <a:solidFill>
                  <a:srgbClr val="181818"/>
                </a:solidFill>
                <a:cs typeface="Lucida Sans Unicode" panose="020B0602030504020204" pitchFamily="34" charset="0"/>
              </a:rPr>
              <a:t>n</a:t>
            </a:r>
            <a:r>
              <a:rPr sz="2000" spc="-135" dirty="0">
                <a:solidFill>
                  <a:srgbClr val="181818"/>
                </a:solidFill>
                <a:cs typeface="Lucida Sans Unicode" panose="020B0602030504020204" pitchFamily="34" charset="0"/>
              </a:rPr>
              <a:t> </a:t>
            </a:r>
            <a:r>
              <a:rPr sz="2000" spc="5" dirty="0">
                <a:solidFill>
                  <a:srgbClr val="181818"/>
                </a:solidFill>
                <a:cs typeface="Lucida Sans Unicode" panose="020B0602030504020204" pitchFamily="34" charset="0"/>
              </a:rPr>
              <a:t>a</a:t>
            </a:r>
            <a:r>
              <a:rPr sz="2000" spc="-130" dirty="0">
                <a:solidFill>
                  <a:srgbClr val="181818"/>
                </a:solidFill>
                <a:cs typeface="Lucida Sans Unicode" panose="020B0602030504020204" pitchFamily="34" charset="0"/>
              </a:rPr>
              <a:t> </a:t>
            </a:r>
            <a:r>
              <a:rPr sz="2000" spc="-30" dirty="0">
                <a:solidFill>
                  <a:srgbClr val="181818"/>
                </a:solidFill>
                <a:cs typeface="Lucida Sans Unicode" panose="020B0602030504020204" pitchFamily="34" charset="0"/>
              </a:rPr>
              <a:t>p</a:t>
            </a:r>
            <a:r>
              <a:rPr sz="2000" spc="-15" dirty="0">
                <a:solidFill>
                  <a:srgbClr val="181818"/>
                </a:solidFill>
                <a:cs typeface="Lucida Sans Unicode" panose="020B0602030504020204" pitchFamily="34" charset="0"/>
              </a:rPr>
              <a:t>r</a:t>
            </a:r>
            <a:r>
              <a:rPr sz="2000" spc="-35" dirty="0">
                <a:solidFill>
                  <a:srgbClr val="181818"/>
                </a:solidFill>
                <a:cs typeface="Lucida Sans Unicode" panose="020B0602030504020204" pitchFamily="34" charset="0"/>
              </a:rPr>
              <a:t>od</a:t>
            </a:r>
            <a:r>
              <a:rPr sz="2000" spc="-70" dirty="0">
                <a:solidFill>
                  <a:srgbClr val="181818"/>
                </a:solidFill>
                <a:cs typeface="Lucida Sans Unicode" panose="020B0602030504020204" pitchFamily="34" charset="0"/>
              </a:rPr>
              <a:t>uct</a:t>
            </a:r>
            <a:r>
              <a:rPr sz="2000" spc="-35" dirty="0">
                <a:solidFill>
                  <a:srgbClr val="181818"/>
                </a:solidFill>
                <a:cs typeface="Lucida Sans Unicode" panose="020B0602030504020204" pitchFamily="34" charset="0"/>
              </a:rPr>
              <a:t>i</a:t>
            </a:r>
            <a:r>
              <a:rPr sz="2000" spc="-20" dirty="0">
                <a:solidFill>
                  <a:srgbClr val="181818"/>
                </a:solidFill>
                <a:cs typeface="Lucida Sans Unicode" panose="020B0602030504020204" pitchFamily="34" charset="0"/>
              </a:rPr>
              <a:t>on  </a:t>
            </a:r>
            <a:r>
              <a:rPr sz="2000" spc="-45" dirty="0">
                <a:solidFill>
                  <a:srgbClr val="181818"/>
                </a:solidFill>
                <a:cs typeface="Lucida Sans Unicode" panose="020B0602030504020204" pitchFamily="34" charset="0"/>
              </a:rPr>
              <a:t>process</a:t>
            </a:r>
            <a:endParaRPr sz="2000" dirty="0">
              <a:cs typeface="Lucida Sans Unicode" panose="020B0602030504020204" pitchFamily="34" charset="0"/>
            </a:endParaRPr>
          </a:p>
        </p:txBody>
      </p:sp>
      <p:sp>
        <p:nvSpPr>
          <p:cNvPr id="44" name="object 3">
            <a:extLst>
              <a:ext uri="{FF2B5EF4-FFF2-40B4-BE49-F238E27FC236}">
                <a16:creationId xmlns:a16="http://schemas.microsoft.com/office/drawing/2014/main" id="{A03D6C77-8244-0009-3543-829C7903196E}"/>
              </a:ext>
            </a:extLst>
          </p:cNvPr>
          <p:cNvSpPr txBox="1">
            <a:spLocks/>
          </p:cNvSpPr>
          <p:nvPr/>
        </p:nvSpPr>
        <p:spPr>
          <a:xfrm>
            <a:off x="3282823" y="439968"/>
            <a:ext cx="2218690" cy="505267"/>
          </a:xfrm>
          <a:prstGeom prst="rect">
            <a:avLst/>
          </a:prstGeom>
        </p:spPr>
        <p:txBody>
          <a:bodyPr vert="horz" wrap="square" lIns="0" tIns="12700" rIns="0" bIns="0" rtlCol="0">
            <a:spAutoFit/>
          </a:bodyPr>
          <a:lstStyle>
            <a:lvl1pPr>
              <a:defRPr sz="3000" b="1" i="0">
                <a:solidFill>
                  <a:srgbClr val="181818"/>
                </a:solidFill>
                <a:latin typeface="Verdana"/>
                <a:ea typeface="+mj-ea"/>
                <a:cs typeface="Verdana"/>
              </a:defRPr>
            </a:lvl1pPr>
          </a:lstStyle>
          <a:p>
            <a:pPr marL="12700" algn="ctr">
              <a:spcBef>
                <a:spcPts val="100"/>
              </a:spcBef>
            </a:pPr>
            <a:r>
              <a:rPr lang="en-US" sz="3200" kern="0" spc="-25" dirty="0">
                <a:latin typeface="+mj-lt"/>
              </a:rPr>
              <a:t>Mo</a:t>
            </a:r>
            <a:r>
              <a:rPr lang="en-US" sz="3200" kern="0" spc="-10" dirty="0">
                <a:latin typeface="+mj-lt"/>
              </a:rPr>
              <a:t>t</a:t>
            </a:r>
            <a:r>
              <a:rPr lang="en-US" sz="3200" kern="0" spc="-75" dirty="0">
                <a:latin typeface="+mj-lt"/>
              </a:rPr>
              <a:t>ivation</a:t>
            </a:r>
          </a:p>
        </p:txBody>
      </p:sp>
      <p:grpSp>
        <p:nvGrpSpPr>
          <p:cNvPr id="45" name="Graphic 4">
            <a:extLst>
              <a:ext uri="{FF2B5EF4-FFF2-40B4-BE49-F238E27FC236}">
                <a16:creationId xmlns:a16="http://schemas.microsoft.com/office/drawing/2014/main" id="{36680249-BEB9-E17A-687B-A04F1E94A6A6}"/>
              </a:ext>
            </a:extLst>
          </p:cNvPr>
          <p:cNvGrpSpPr/>
          <p:nvPr/>
        </p:nvGrpSpPr>
        <p:grpSpPr>
          <a:xfrm>
            <a:off x="7283736" y="682280"/>
            <a:ext cx="939892" cy="3578744"/>
            <a:chOff x="5535577" y="1617418"/>
            <a:chExt cx="1115400" cy="3551713"/>
          </a:xfrm>
        </p:grpSpPr>
        <p:sp>
          <p:nvSpPr>
            <p:cNvPr id="46" name="Freeform: Shape 45">
              <a:extLst>
                <a:ext uri="{FF2B5EF4-FFF2-40B4-BE49-F238E27FC236}">
                  <a16:creationId xmlns:a16="http://schemas.microsoft.com/office/drawing/2014/main" id="{F3F0A0A7-5533-2FE8-3BBA-56888C3D7EBB}"/>
                </a:ext>
              </a:extLst>
            </p:cNvPr>
            <p:cNvSpPr/>
            <p:nvPr/>
          </p:nvSpPr>
          <p:spPr>
            <a:xfrm>
              <a:off x="5599746" y="1617418"/>
              <a:ext cx="1051231" cy="3551713"/>
            </a:xfrm>
            <a:custGeom>
              <a:avLst/>
              <a:gdLst>
                <a:gd name="connsiteX0" fmla="*/ 2948 w 1051231"/>
                <a:gd name="connsiteY0" fmla="*/ 3139374 h 3551713"/>
                <a:gd name="connsiteX1" fmla="*/ 45815 w 1051231"/>
                <a:gd name="connsiteY1" fmla="*/ 2994337 h 3551713"/>
                <a:gd name="connsiteX2" fmla="*/ 133521 w 1051231"/>
                <a:gd name="connsiteY2" fmla="*/ 2884803 h 3551713"/>
                <a:gd name="connsiteX3" fmla="*/ 258834 w 1051231"/>
                <a:gd name="connsiteY3" fmla="*/ 2819582 h 3551713"/>
                <a:gd name="connsiteX4" fmla="*/ 417152 w 1051231"/>
                <a:gd name="connsiteY4" fmla="*/ 2808011 h 3551713"/>
                <a:gd name="connsiteX5" fmla="*/ 566660 w 1051231"/>
                <a:gd name="connsiteY5" fmla="*/ 2853902 h 3551713"/>
                <a:gd name="connsiteX6" fmla="*/ 674616 w 1051231"/>
                <a:gd name="connsiteY6" fmla="*/ 2945027 h 3551713"/>
                <a:gd name="connsiteX7" fmla="*/ 736023 w 1051231"/>
                <a:gd name="connsiteY7" fmla="*/ 3071129 h 3551713"/>
                <a:gd name="connsiteX8" fmla="*/ 746017 w 1051231"/>
                <a:gd name="connsiteY8" fmla="*/ 3221951 h 3551713"/>
                <a:gd name="connsiteX9" fmla="*/ 703282 w 1051231"/>
                <a:gd name="connsiteY9" fmla="*/ 3365673 h 3551713"/>
                <a:gd name="connsiteX10" fmla="*/ 615707 w 1051231"/>
                <a:gd name="connsiteY10" fmla="*/ 3474024 h 3551713"/>
                <a:gd name="connsiteX11" fmla="*/ 490525 w 1051231"/>
                <a:gd name="connsiteY11" fmla="*/ 3538061 h 3551713"/>
                <a:gd name="connsiteX12" fmla="*/ 334706 w 1051231"/>
                <a:gd name="connsiteY12" fmla="*/ 3548712 h 3551713"/>
                <a:gd name="connsiteX13" fmla="*/ 182568 w 1051231"/>
                <a:gd name="connsiteY13" fmla="*/ 3503741 h 3551713"/>
                <a:gd name="connsiteX14" fmla="*/ 74481 w 1051231"/>
                <a:gd name="connsiteY14" fmla="*/ 3413800 h 3551713"/>
                <a:gd name="connsiteX15" fmla="*/ 12942 w 1051231"/>
                <a:gd name="connsiteY15" fmla="*/ 3288881 h 3551713"/>
                <a:gd name="connsiteX16" fmla="*/ 2817 w 1051231"/>
                <a:gd name="connsiteY16" fmla="*/ 3139242 h 3551713"/>
                <a:gd name="connsiteX17" fmla="*/ 460150 w 1051231"/>
                <a:gd name="connsiteY17" fmla="*/ 2432992 h 3551713"/>
                <a:gd name="connsiteX18" fmla="*/ 199662 w 1051231"/>
                <a:gd name="connsiteY18" fmla="*/ 2118066 h 3551713"/>
                <a:gd name="connsiteX19" fmla="*/ 343910 w 1051231"/>
                <a:gd name="connsiteY19" fmla="*/ 270982 h 3551713"/>
                <a:gd name="connsiteX20" fmla="*/ 669356 w 1051231"/>
                <a:gd name="connsiteY20" fmla="*/ 1815 h 3551713"/>
                <a:gd name="connsiteX21" fmla="*/ 789804 w 1051231"/>
                <a:gd name="connsiteY21" fmla="*/ 15227 h 3551713"/>
                <a:gd name="connsiteX22" fmla="*/ 1048188 w 1051231"/>
                <a:gd name="connsiteY22" fmla="*/ 349220 h 3551713"/>
                <a:gd name="connsiteX23" fmla="*/ 783361 w 1051231"/>
                <a:gd name="connsiteY23" fmla="*/ 2182892 h 3551713"/>
                <a:gd name="connsiteX24" fmla="*/ 460150 w 1051231"/>
                <a:gd name="connsiteY24" fmla="*/ 2432861 h 355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51231" h="3551713">
                  <a:moveTo>
                    <a:pt x="2948" y="3139374"/>
                  </a:moveTo>
                  <a:cubicBezTo>
                    <a:pt x="8866" y="3086513"/>
                    <a:pt x="23067" y="3038124"/>
                    <a:pt x="45815" y="2994337"/>
                  </a:cubicBezTo>
                  <a:cubicBezTo>
                    <a:pt x="68564" y="2950549"/>
                    <a:pt x="97755" y="2914126"/>
                    <a:pt x="133521" y="2884803"/>
                  </a:cubicBezTo>
                  <a:cubicBezTo>
                    <a:pt x="169287" y="2855480"/>
                    <a:pt x="210971" y="2833783"/>
                    <a:pt x="258834" y="2819582"/>
                  </a:cubicBezTo>
                  <a:cubicBezTo>
                    <a:pt x="306698" y="2805381"/>
                    <a:pt x="359427" y="2801568"/>
                    <a:pt x="417152" y="2808011"/>
                  </a:cubicBezTo>
                  <a:cubicBezTo>
                    <a:pt x="473300" y="2814191"/>
                    <a:pt x="523136" y="2829576"/>
                    <a:pt x="566660" y="2853902"/>
                  </a:cubicBezTo>
                  <a:cubicBezTo>
                    <a:pt x="610184" y="2878228"/>
                    <a:pt x="646214" y="2908603"/>
                    <a:pt x="674616" y="2945027"/>
                  </a:cubicBezTo>
                  <a:cubicBezTo>
                    <a:pt x="703018" y="2981450"/>
                    <a:pt x="723531" y="3023528"/>
                    <a:pt x="736023" y="3071129"/>
                  </a:cubicBezTo>
                  <a:cubicBezTo>
                    <a:pt x="748515" y="3118729"/>
                    <a:pt x="751934" y="3169091"/>
                    <a:pt x="746017" y="3221951"/>
                  </a:cubicBezTo>
                  <a:cubicBezTo>
                    <a:pt x="740100" y="3274811"/>
                    <a:pt x="725898" y="3322807"/>
                    <a:pt x="703282" y="3365673"/>
                  </a:cubicBezTo>
                  <a:cubicBezTo>
                    <a:pt x="680665" y="3408672"/>
                    <a:pt x="651473" y="3444832"/>
                    <a:pt x="615707" y="3474024"/>
                  </a:cubicBezTo>
                  <a:cubicBezTo>
                    <a:pt x="579941" y="3503347"/>
                    <a:pt x="538257" y="3524648"/>
                    <a:pt x="490525" y="3538061"/>
                  </a:cubicBezTo>
                  <a:cubicBezTo>
                    <a:pt x="442793" y="3551342"/>
                    <a:pt x="390853" y="3555023"/>
                    <a:pt x="334706" y="3548712"/>
                  </a:cubicBezTo>
                  <a:cubicBezTo>
                    <a:pt x="276980" y="3542269"/>
                    <a:pt x="226355" y="3527279"/>
                    <a:pt x="182568" y="3503741"/>
                  </a:cubicBezTo>
                  <a:cubicBezTo>
                    <a:pt x="138912" y="3480204"/>
                    <a:pt x="102883" y="3450223"/>
                    <a:pt x="74481" y="3413800"/>
                  </a:cubicBezTo>
                  <a:cubicBezTo>
                    <a:pt x="46078" y="3377376"/>
                    <a:pt x="25565" y="3335693"/>
                    <a:pt x="12942" y="3288881"/>
                  </a:cubicBezTo>
                  <a:cubicBezTo>
                    <a:pt x="319" y="3242070"/>
                    <a:pt x="-3100" y="3192102"/>
                    <a:pt x="2817" y="3139242"/>
                  </a:cubicBezTo>
                  <a:close/>
                  <a:moveTo>
                    <a:pt x="460150" y="2432992"/>
                  </a:moveTo>
                  <a:cubicBezTo>
                    <a:pt x="302622" y="2415504"/>
                    <a:pt x="187302" y="2276121"/>
                    <a:pt x="199662" y="2118066"/>
                  </a:cubicBezTo>
                  <a:lnTo>
                    <a:pt x="343910" y="270982"/>
                  </a:lnTo>
                  <a:cubicBezTo>
                    <a:pt x="356797" y="105432"/>
                    <a:pt x="504332" y="-16462"/>
                    <a:pt x="669356" y="1815"/>
                  </a:cubicBezTo>
                  <a:lnTo>
                    <a:pt x="789804" y="15227"/>
                  </a:lnTo>
                  <a:cubicBezTo>
                    <a:pt x="954828" y="33505"/>
                    <a:pt x="1071857" y="184854"/>
                    <a:pt x="1048188" y="349220"/>
                  </a:cubicBezTo>
                  <a:lnTo>
                    <a:pt x="783361" y="2182892"/>
                  </a:lnTo>
                  <a:cubicBezTo>
                    <a:pt x="760744" y="2339764"/>
                    <a:pt x="617679" y="2450481"/>
                    <a:pt x="460150" y="2432861"/>
                  </a:cubicBezTo>
                  <a:close/>
                </a:path>
              </a:pathLst>
            </a:custGeom>
            <a:solidFill>
              <a:schemeClr val="tx1">
                <a:lumMod val="85000"/>
                <a:lumOff val="15000"/>
              </a:schemeClr>
            </a:solidFill>
            <a:ln w="13135" cap="flat">
              <a:noFill/>
              <a:prstDash val="solid"/>
              <a:miter/>
            </a:ln>
          </p:spPr>
          <p:txBody>
            <a:bodyPr rtlCol="0" anchor="ctr"/>
            <a:lstStyle/>
            <a:p>
              <a:endParaRPr lang="en-US" sz="2000"/>
            </a:p>
          </p:txBody>
        </p:sp>
        <p:sp>
          <p:nvSpPr>
            <p:cNvPr id="47" name="Freeform: Shape 46">
              <a:extLst>
                <a:ext uri="{FF2B5EF4-FFF2-40B4-BE49-F238E27FC236}">
                  <a16:creationId xmlns:a16="http://schemas.microsoft.com/office/drawing/2014/main" id="{FEEFC666-AA3E-7FD0-A9C7-B1CC49B32904}"/>
                </a:ext>
              </a:extLst>
            </p:cNvPr>
            <p:cNvSpPr/>
            <p:nvPr/>
          </p:nvSpPr>
          <p:spPr>
            <a:xfrm>
              <a:off x="5535577" y="1617418"/>
              <a:ext cx="1051232" cy="3551713"/>
            </a:xfrm>
            <a:custGeom>
              <a:avLst/>
              <a:gdLst>
                <a:gd name="connsiteX0" fmla="*/ 2948 w 1051232"/>
                <a:gd name="connsiteY0" fmla="*/ 3139374 h 3551713"/>
                <a:gd name="connsiteX1" fmla="*/ 45815 w 1051232"/>
                <a:gd name="connsiteY1" fmla="*/ 2994337 h 3551713"/>
                <a:gd name="connsiteX2" fmla="*/ 133521 w 1051232"/>
                <a:gd name="connsiteY2" fmla="*/ 2884803 h 3551713"/>
                <a:gd name="connsiteX3" fmla="*/ 258834 w 1051232"/>
                <a:gd name="connsiteY3" fmla="*/ 2819582 h 3551713"/>
                <a:gd name="connsiteX4" fmla="*/ 417152 w 1051232"/>
                <a:gd name="connsiteY4" fmla="*/ 2808011 h 3551713"/>
                <a:gd name="connsiteX5" fmla="*/ 566660 w 1051232"/>
                <a:gd name="connsiteY5" fmla="*/ 2853902 h 3551713"/>
                <a:gd name="connsiteX6" fmla="*/ 674616 w 1051232"/>
                <a:gd name="connsiteY6" fmla="*/ 2945027 h 3551713"/>
                <a:gd name="connsiteX7" fmla="*/ 736023 w 1051232"/>
                <a:gd name="connsiteY7" fmla="*/ 3071129 h 3551713"/>
                <a:gd name="connsiteX8" fmla="*/ 746017 w 1051232"/>
                <a:gd name="connsiteY8" fmla="*/ 3221951 h 3551713"/>
                <a:gd name="connsiteX9" fmla="*/ 703282 w 1051232"/>
                <a:gd name="connsiteY9" fmla="*/ 3365673 h 3551713"/>
                <a:gd name="connsiteX10" fmla="*/ 615707 w 1051232"/>
                <a:gd name="connsiteY10" fmla="*/ 3474024 h 3551713"/>
                <a:gd name="connsiteX11" fmla="*/ 490526 w 1051232"/>
                <a:gd name="connsiteY11" fmla="*/ 3538061 h 3551713"/>
                <a:gd name="connsiteX12" fmla="*/ 334706 w 1051232"/>
                <a:gd name="connsiteY12" fmla="*/ 3548712 h 3551713"/>
                <a:gd name="connsiteX13" fmla="*/ 182568 w 1051232"/>
                <a:gd name="connsiteY13" fmla="*/ 3503741 h 3551713"/>
                <a:gd name="connsiteX14" fmla="*/ 74481 w 1051232"/>
                <a:gd name="connsiteY14" fmla="*/ 3413800 h 3551713"/>
                <a:gd name="connsiteX15" fmla="*/ 12942 w 1051232"/>
                <a:gd name="connsiteY15" fmla="*/ 3288881 h 3551713"/>
                <a:gd name="connsiteX16" fmla="*/ 2817 w 1051232"/>
                <a:gd name="connsiteY16" fmla="*/ 3139242 h 3551713"/>
                <a:gd name="connsiteX17" fmla="*/ 460151 w 1051232"/>
                <a:gd name="connsiteY17" fmla="*/ 2432992 h 3551713"/>
                <a:gd name="connsiteX18" fmla="*/ 199662 w 1051232"/>
                <a:gd name="connsiteY18" fmla="*/ 2118066 h 3551713"/>
                <a:gd name="connsiteX19" fmla="*/ 343910 w 1051232"/>
                <a:gd name="connsiteY19" fmla="*/ 270982 h 3551713"/>
                <a:gd name="connsiteX20" fmla="*/ 669356 w 1051232"/>
                <a:gd name="connsiteY20" fmla="*/ 1815 h 3551713"/>
                <a:gd name="connsiteX21" fmla="*/ 789804 w 1051232"/>
                <a:gd name="connsiteY21" fmla="*/ 15227 h 3551713"/>
                <a:gd name="connsiteX22" fmla="*/ 1048188 w 1051232"/>
                <a:gd name="connsiteY22" fmla="*/ 349220 h 3551713"/>
                <a:gd name="connsiteX23" fmla="*/ 783361 w 1051232"/>
                <a:gd name="connsiteY23" fmla="*/ 2182892 h 3551713"/>
                <a:gd name="connsiteX24" fmla="*/ 460151 w 1051232"/>
                <a:gd name="connsiteY24" fmla="*/ 2432861 h 355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51232" h="3551713">
                  <a:moveTo>
                    <a:pt x="2948" y="3139374"/>
                  </a:moveTo>
                  <a:cubicBezTo>
                    <a:pt x="8866" y="3086513"/>
                    <a:pt x="23067" y="3038124"/>
                    <a:pt x="45815" y="2994337"/>
                  </a:cubicBezTo>
                  <a:cubicBezTo>
                    <a:pt x="68564" y="2950549"/>
                    <a:pt x="97755" y="2914126"/>
                    <a:pt x="133521" y="2884803"/>
                  </a:cubicBezTo>
                  <a:cubicBezTo>
                    <a:pt x="169287" y="2855480"/>
                    <a:pt x="210971" y="2833783"/>
                    <a:pt x="258834" y="2819582"/>
                  </a:cubicBezTo>
                  <a:cubicBezTo>
                    <a:pt x="306698" y="2805381"/>
                    <a:pt x="359427" y="2801568"/>
                    <a:pt x="417152" y="2808011"/>
                  </a:cubicBezTo>
                  <a:cubicBezTo>
                    <a:pt x="473300" y="2814191"/>
                    <a:pt x="523136" y="2829576"/>
                    <a:pt x="566660" y="2853902"/>
                  </a:cubicBezTo>
                  <a:cubicBezTo>
                    <a:pt x="610184" y="2878228"/>
                    <a:pt x="646214" y="2908603"/>
                    <a:pt x="674616" y="2945027"/>
                  </a:cubicBezTo>
                  <a:cubicBezTo>
                    <a:pt x="703019" y="2981450"/>
                    <a:pt x="723532" y="3023528"/>
                    <a:pt x="736023" y="3071129"/>
                  </a:cubicBezTo>
                  <a:cubicBezTo>
                    <a:pt x="748515" y="3118729"/>
                    <a:pt x="751934" y="3169091"/>
                    <a:pt x="746017" y="3221951"/>
                  </a:cubicBezTo>
                  <a:cubicBezTo>
                    <a:pt x="740100" y="3274811"/>
                    <a:pt x="725898" y="3322807"/>
                    <a:pt x="703282" y="3365673"/>
                  </a:cubicBezTo>
                  <a:cubicBezTo>
                    <a:pt x="680665" y="3408672"/>
                    <a:pt x="651473" y="3444832"/>
                    <a:pt x="615707" y="3474024"/>
                  </a:cubicBezTo>
                  <a:cubicBezTo>
                    <a:pt x="579941" y="3503347"/>
                    <a:pt x="538257" y="3524648"/>
                    <a:pt x="490526" y="3538061"/>
                  </a:cubicBezTo>
                  <a:cubicBezTo>
                    <a:pt x="442793" y="3551342"/>
                    <a:pt x="390853" y="3555023"/>
                    <a:pt x="334706" y="3548712"/>
                  </a:cubicBezTo>
                  <a:cubicBezTo>
                    <a:pt x="276980" y="3542269"/>
                    <a:pt x="226224" y="3527279"/>
                    <a:pt x="182568" y="3503741"/>
                  </a:cubicBezTo>
                  <a:cubicBezTo>
                    <a:pt x="138913" y="3480204"/>
                    <a:pt x="102883" y="3450223"/>
                    <a:pt x="74481" y="3413800"/>
                  </a:cubicBezTo>
                  <a:cubicBezTo>
                    <a:pt x="46078" y="3377376"/>
                    <a:pt x="25565" y="3335693"/>
                    <a:pt x="12942" y="3288881"/>
                  </a:cubicBezTo>
                  <a:cubicBezTo>
                    <a:pt x="319" y="3242070"/>
                    <a:pt x="-3100" y="3192102"/>
                    <a:pt x="2817" y="3139242"/>
                  </a:cubicBezTo>
                  <a:close/>
                  <a:moveTo>
                    <a:pt x="460151" y="2432992"/>
                  </a:moveTo>
                  <a:cubicBezTo>
                    <a:pt x="302622" y="2415504"/>
                    <a:pt x="187302" y="2276121"/>
                    <a:pt x="199662" y="2118066"/>
                  </a:cubicBezTo>
                  <a:lnTo>
                    <a:pt x="343910" y="270982"/>
                  </a:lnTo>
                  <a:cubicBezTo>
                    <a:pt x="356797" y="105432"/>
                    <a:pt x="504332" y="-16462"/>
                    <a:pt x="669356" y="1815"/>
                  </a:cubicBezTo>
                  <a:lnTo>
                    <a:pt x="789804" y="15227"/>
                  </a:lnTo>
                  <a:cubicBezTo>
                    <a:pt x="954828" y="33505"/>
                    <a:pt x="1071857" y="184854"/>
                    <a:pt x="1048188" y="349220"/>
                  </a:cubicBezTo>
                  <a:lnTo>
                    <a:pt x="783361" y="2182892"/>
                  </a:lnTo>
                  <a:cubicBezTo>
                    <a:pt x="760744" y="2339764"/>
                    <a:pt x="617679" y="2450481"/>
                    <a:pt x="460151" y="2432861"/>
                  </a:cubicBezTo>
                  <a:close/>
                </a:path>
              </a:pathLst>
            </a:custGeom>
            <a:solidFill>
              <a:schemeClr val="tx1">
                <a:lumMod val="65000"/>
                <a:lumOff val="35000"/>
              </a:schemeClr>
            </a:solidFill>
            <a:ln w="13135" cap="flat">
              <a:noFill/>
              <a:prstDash val="solid"/>
              <a:miter/>
            </a:ln>
          </p:spPr>
          <p:txBody>
            <a:bodyPr rtlCol="0" anchor="ctr"/>
            <a:lstStyle/>
            <a:p>
              <a:endParaRPr lang="en-US" sz="2000"/>
            </a:p>
          </p:txBody>
        </p:sp>
        <p:sp>
          <p:nvSpPr>
            <p:cNvPr id="48" name="Freeform: Shape 47">
              <a:extLst>
                <a:ext uri="{FF2B5EF4-FFF2-40B4-BE49-F238E27FC236}">
                  <a16:creationId xmlns:a16="http://schemas.microsoft.com/office/drawing/2014/main" id="{5793FC3B-012F-CD7D-76B5-A0D4B06DD6BB}"/>
                </a:ext>
              </a:extLst>
            </p:cNvPr>
            <p:cNvSpPr/>
            <p:nvPr/>
          </p:nvSpPr>
          <p:spPr>
            <a:xfrm>
              <a:off x="5660433" y="4515458"/>
              <a:ext cx="201092" cy="536451"/>
            </a:xfrm>
            <a:custGeom>
              <a:avLst/>
              <a:gdLst>
                <a:gd name="connsiteX0" fmla="*/ 191835 w 201092"/>
                <a:gd name="connsiteY0" fmla="*/ 498667 h 536451"/>
                <a:gd name="connsiteX1" fmla="*/ 45878 w 201092"/>
                <a:gd name="connsiteY1" fmla="*/ 246594 h 536451"/>
                <a:gd name="connsiteX2" fmla="*/ 199594 w 201092"/>
                <a:gd name="connsiteY2" fmla="*/ 9117 h 536451"/>
                <a:gd name="connsiteX3" fmla="*/ 195780 w 201092"/>
                <a:gd name="connsiteY3" fmla="*/ 44 h 536451"/>
                <a:gd name="connsiteX4" fmla="*/ 644 w 201092"/>
                <a:gd name="connsiteY4" fmla="*/ 246594 h 536451"/>
                <a:gd name="connsiteX5" fmla="*/ 176451 w 201092"/>
                <a:gd name="connsiteY5" fmla="*/ 534958 h 536451"/>
                <a:gd name="connsiteX6" fmla="*/ 191704 w 201092"/>
                <a:gd name="connsiteY6" fmla="*/ 498667 h 53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092" h="536451">
                  <a:moveTo>
                    <a:pt x="191835" y="498667"/>
                  </a:moveTo>
                  <a:cubicBezTo>
                    <a:pt x="103867" y="442650"/>
                    <a:pt x="39303" y="355470"/>
                    <a:pt x="45878" y="246594"/>
                  </a:cubicBezTo>
                  <a:cubicBezTo>
                    <a:pt x="52453" y="138244"/>
                    <a:pt x="124379" y="75784"/>
                    <a:pt x="199594" y="9117"/>
                  </a:cubicBezTo>
                  <a:cubicBezTo>
                    <a:pt x="202881" y="6224"/>
                    <a:pt x="200383" y="-613"/>
                    <a:pt x="195780" y="44"/>
                  </a:cubicBezTo>
                  <a:cubicBezTo>
                    <a:pt x="82301" y="14772"/>
                    <a:pt x="7876" y="140479"/>
                    <a:pt x="644" y="246594"/>
                  </a:cubicBezTo>
                  <a:cubicBezTo>
                    <a:pt x="-7640" y="367699"/>
                    <a:pt x="64681" y="488147"/>
                    <a:pt x="176451" y="534958"/>
                  </a:cubicBezTo>
                  <a:cubicBezTo>
                    <a:pt x="197884" y="543900"/>
                    <a:pt x="209850" y="510238"/>
                    <a:pt x="191704" y="498667"/>
                  </a:cubicBezTo>
                  <a:close/>
                </a:path>
              </a:pathLst>
            </a:custGeom>
            <a:solidFill>
              <a:schemeClr val="bg1">
                <a:alpha val="50000"/>
              </a:schemeClr>
            </a:solidFill>
            <a:ln w="13135" cap="flat">
              <a:noFill/>
              <a:prstDash val="solid"/>
              <a:miter/>
            </a:ln>
          </p:spPr>
          <p:txBody>
            <a:bodyPr rtlCol="0" anchor="ctr"/>
            <a:lstStyle/>
            <a:p>
              <a:endParaRPr lang="en-US" sz="2000"/>
            </a:p>
          </p:txBody>
        </p:sp>
        <p:sp>
          <p:nvSpPr>
            <p:cNvPr id="49" name="Freeform: Shape 48">
              <a:extLst>
                <a:ext uri="{FF2B5EF4-FFF2-40B4-BE49-F238E27FC236}">
                  <a16:creationId xmlns:a16="http://schemas.microsoft.com/office/drawing/2014/main" id="{3A3011FF-6D0B-C045-E1C5-F566834FA1C1}"/>
                </a:ext>
              </a:extLst>
            </p:cNvPr>
            <p:cNvSpPr/>
            <p:nvPr/>
          </p:nvSpPr>
          <p:spPr>
            <a:xfrm>
              <a:off x="5893858" y="1730161"/>
              <a:ext cx="262457" cy="1066880"/>
            </a:xfrm>
            <a:custGeom>
              <a:avLst/>
              <a:gdLst>
                <a:gd name="connsiteX0" fmla="*/ 255453 w 262457"/>
                <a:gd name="connsiteY0" fmla="*/ 53 h 1066880"/>
                <a:gd name="connsiteX1" fmla="*/ 67681 w 262457"/>
                <a:gd name="connsiteY1" fmla="*/ 369549 h 1066880"/>
                <a:gd name="connsiteX2" fmla="*/ 31126 w 262457"/>
                <a:gd name="connsiteY2" fmla="*/ 707618 h 1066880"/>
                <a:gd name="connsiteX3" fmla="*/ 225 w 262457"/>
                <a:gd name="connsiteY3" fmla="*/ 1058705 h 1066880"/>
                <a:gd name="connsiteX4" fmla="*/ 16530 w 262457"/>
                <a:gd name="connsiteY4" fmla="*/ 1060940 h 1066880"/>
                <a:gd name="connsiteX5" fmla="*/ 81882 w 262457"/>
                <a:gd name="connsiteY5" fmla="*/ 512482 h 1066880"/>
                <a:gd name="connsiteX6" fmla="*/ 112126 w 262457"/>
                <a:gd name="connsiteY6" fmla="*/ 226353 h 1066880"/>
                <a:gd name="connsiteX7" fmla="*/ 259004 w 262457"/>
                <a:gd name="connsiteY7" fmla="*/ 13202 h 1066880"/>
                <a:gd name="connsiteX8" fmla="*/ 255453 w 262457"/>
                <a:gd name="connsiteY8" fmla="*/ 53 h 106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457" h="1066880">
                  <a:moveTo>
                    <a:pt x="255453" y="53"/>
                  </a:moveTo>
                  <a:cubicBezTo>
                    <a:pt x="76754" y="21749"/>
                    <a:pt x="82277" y="234111"/>
                    <a:pt x="67681" y="369549"/>
                  </a:cubicBezTo>
                  <a:cubicBezTo>
                    <a:pt x="55452" y="482239"/>
                    <a:pt x="43223" y="594928"/>
                    <a:pt x="31126" y="707618"/>
                  </a:cubicBezTo>
                  <a:cubicBezTo>
                    <a:pt x="18634" y="823463"/>
                    <a:pt x="-2405" y="942070"/>
                    <a:pt x="225" y="1058705"/>
                  </a:cubicBezTo>
                  <a:cubicBezTo>
                    <a:pt x="488" y="1067909"/>
                    <a:pt x="14295" y="1070276"/>
                    <a:pt x="16530" y="1060940"/>
                  </a:cubicBezTo>
                  <a:cubicBezTo>
                    <a:pt x="59134" y="884213"/>
                    <a:pt x="62684" y="693154"/>
                    <a:pt x="81882" y="512482"/>
                  </a:cubicBezTo>
                  <a:cubicBezTo>
                    <a:pt x="92007" y="417149"/>
                    <a:pt x="100817" y="321554"/>
                    <a:pt x="112126" y="226353"/>
                  </a:cubicBezTo>
                  <a:cubicBezTo>
                    <a:pt x="124618" y="121816"/>
                    <a:pt x="159858" y="55543"/>
                    <a:pt x="259004" y="13202"/>
                  </a:cubicBezTo>
                  <a:cubicBezTo>
                    <a:pt x="265315" y="10441"/>
                    <a:pt x="262291" y="-867"/>
                    <a:pt x="255453" y="53"/>
                  </a:cubicBezTo>
                  <a:close/>
                </a:path>
              </a:pathLst>
            </a:custGeom>
            <a:solidFill>
              <a:schemeClr val="bg1">
                <a:alpha val="50000"/>
              </a:schemeClr>
            </a:solidFill>
            <a:ln w="13135" cap="flat">
              <a:noFill/>
              <a:prstDash val="solid"/>
              <a:miter/>
            </a:ln>
          </p:spPr>
          <p:txBody>
            <a:bodyPr rtlCol="0" anchor="ctr"/>
            <a:lstStyle/>
            <a:p>
              <a:endParaRPr lang="en-US" sz="2000"/>
            </a:p>
          </p:txBody>
        </p:sp>
      </p:grpSp>
      <p:sp>
        <p:nvSpPr>
          <p:cNvPr id="4" name="Slide Number Placeholder 3">
            <a:extLst>
              <a:ext uri="{FF2B5EF4-FFF2-40B4-BE49-F238E27FC236}">
                <a16:creationId xmlns:a16="http://schemas.microsoft.com/office/drawing/2014/main" id="{56BCCD6D-2B26-89F2-7BCB-AA0A97265F1F}"/>
              </a:ext>
            </a:extLst>
          </p:cNvPr>
          <p:cNvSpPr>
            <a:spLocks noGrp="1"/>
          </p:cNvSpPr>
          <p:nvPr>
            <p:ph type="sldNum" sz="quarter" idx="7"/>
          </p:nvPr>
        </p:nvSpPr>
        <p:spPr/>
        <p:txBody>
          <a:bodyPr/>
          <a:lstStyle/>
          <a:p>
            <a:fld id="{B6F15528-21DE-4FAA-801E-634DDDAF4B2B}" type="slidenum">
              <a:rPr lang="en-US" smtClean="0"/>
              <a:t>42</a:t>
            </a:fld>
            <a:endParaRPr lang="en-US"/>
          </a:p>
        </p:txBody>
      </p:sp>
    </p:spTree>
    <p:extLst>
      <p:ext uri="{BB962C8B-B14F-4D97-AF65-F5344CB8AC3E}">
        <p14:creationId xmlns:p14="http://schemas.microsoft.com/office/powerpoint/2010/main" val="262143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p:tgtEl>
                                          <p:spTgt spid="62"/>
                                        </p:tgtEl>
                                        <p:attrNameLst>
                                          <p:attrName>ppt_x</p:attrName>
                                        </p:attrNameLst>
                                      </p:cBhvr>
                                      <p:tavLst>
                                        <p:tav tm="0">
                                          <p:val>
                                            <p:strVal val="#ppt_x-#ppt_w*1.125000"/>
                                          </p:val>
                                        </p:tav>
                                        <p:tav tm="100000">
                                          <p:val>
                                            <p:strVal val="#ppt_x"/>
                                          </p:val>
                                        </p:tav>
                                      </p:tavLst>
                                    </p:anim>
                                    <p:animEffect transition="in" filter="wipe(right)">
                                      <p:cBhvr>
                                        <p:cTn id="8" dur="500"/>
                                        <p:tgtEl>
                                          <p:spTgt spid="62"/>
                                        </p:tgtEl>
                                      </p:cBhvr>
                                    </p:animEffect>
                                  </p:childTnLst>
                                </p:cTn>
                              </p:par>
                              <p:par>
                                <p:cTn id="9" presetID="12" presetClass="entr" presetSubtype="1"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p:tgtEl>
                                          <p:spTgt spid="45"/>
                                        </p:tgtEl>
                                        <p:attrNameLst>
                                          <p:attrName>ppt_y</p:attrName>
                                        </p:attrNameLst>
                                      </p:cBhvr>
                                      <p:tavLst>
                                        <p:tav tm="0">
                                          <p:val>
                                            <p:strVal val="#ppt_y-#ppt_h*1.125000"/>
                                          </p:val>
                                        </p:tav>
                                        <p:tav tm="100000">
                                          <p:val>
                                            <p:strVal val="#ppt_y"/>
                                          </p:val>
                                        </p:tav>
                                      </p:tavLst>
                                    </p:anim>
                                    <p:animEffect transition="in" filter="wipe(down)">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6" name="object 6"/>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2" name="object 12"/>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181818"/>
            </a:solidFill>
          </a:ln>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109" name="object 2">
            <a:extLst>
              <a:ext uri="{FF2B5EF4-FFF2-40B4-BE49-F238E27FC236}">
                <a16:creationId xmlns:a16="http://schemas.microsoft.com/office/drawing/2014/main" id="{2CDD3609-E31D-B488-BF3F-B8C93C7ED6EF}"/>
              </a:ext>
            </a:extLst>
          </p:cNvPr>
          <p:cNvSpPr txBox="1">
            <a:spLocks noGrp="1"/>
          </p:cNvSpPr>
          <p:nvPr>
            <p:ph type="title"/>
          </p:nvPr>
        </p:nvSpPr>
        <p:spPr>
          <a:xfrm>
            <a:off x="3641407" y="440331"/>
            <a:ext cx="1718945" cy="505267"/>
          </a:xfrm>
          <a:prstGeom prst="rect">
            <a:avLst/>
          </a:prstGeom>
        </p:spPr>
        <p:txBody>
          <a:bodyPr vert="horz" wrap="square" lIns="0" tIns="12700" rIns="0" bIns="0" rtlCol="0">
            <a:spAutoFit/>
          </a:bodyPr>
          <a:lstStyle/>
          <a:p>
            <a:pPr marL="12700">
              <a:lnSpc>
                <a:spcPct val="100000"/>
              </a:lnSpc>
              <a:spcBef>
                <a:spcPts val="100"/>
              </a:spcBef>
            </a:pPr>
            <a:r>
              <a:rPr sz="3200" spc="-80" dirty="0">
                <a:latin typeface="+mj-lt"/>
                <a:ea typeface="Verdana" panose="020B0604030504040204" pitchFamily="34" charset="0"/>
              </a:rPr>
              <a:t>Solution</a:t>
            </a:r>
          </a:p>
        </p:txBody>
      </p:sp>
      <p:sp>
        <p:nvSpPr>
          <p:cNvPr id="110" name="object 3">
            <a:extLst>
              <a:ext uri="{FF2B5EF4-FFF2-40B4-BE49-F238E27FC236}">
                <a16:creationId xmlns:a16="http://schemas.microsoft.com/office/drawing/2014/main" id="{D2C4E5F3-F88C-FF6B-7C9C-DB3761E46CC8}"/>
              </a:ext>
            </a:extLst>
          </p:cNvPr>
          <p:cNvSpPr txBox="1"/>
          <p:nvPr/>
        </p:nvSpPr>
        <p:spPr>
          <a:xfrm>
            <a:off x="1095040" y="1258824"/>
            <a:ext cx="4383076" cy="1551707"/>
          </a:xfrm>
          <a:prstGeom prst="rect">
            <a:avLst/>
          </a:prstGeom>
        </p:spPr>
        <p:txBody>
          <a:bodyPr vert="horz" wrap="square" lIns="0" tIns="12700" rIns="0" bIns="0" rtlCol="0">
            <a:spAutoFit/>
          </a:bodyPr>
          <a:lstStyle/>
          <a:p>
            <a:pPr marL="12065" marR="5080">
              <a:lnSpc>
                <a:spcPct val="100000"/>
              </a:lnSpc>
              <a:spcBef>
                <a:spcPts val="100"/>
              </a:spcBef>
              <a:buSzPct val="50000"/>
              <a:tabLst>
                <a:tab pos="185420" algn="l"/>
              </a:tabLst>
            </a:pPr>
            <a:r>
              <a:rPr sz="2000" spc="-35" dirty="0">
                <a:solidFill>
                  <a:srgbClr val="181818"/>
                </a:solidFill>
                <a:cs typeface="Lucida Sans Unicode" panose="020B0602030504020204" pitchFamily="34" charset="0"/>
              </a:rPr>
              <a:t>Inco</a:t>
            </a:r>
            <a:r>
              <a:rPr sz="2000" spc="-25" dirty="0">
                <a:solidFill>
                  <a:srgbClr val="181818"/>
                </a:solidFill>
                <a:cs typeface="Lucida Sans Unicode" panose="020B0602030504020204" pitchFamily="34" charset="0"/>
              </a:rPr>
              <a:t>r</a:t>
            </a:r>
            <a:r>
              <a:rPr sz="2000" spc="-35" dirty="0">
                <a:solidFill>
                  <a:srgbClr val="181818"/>
                </a:solidFill>
                <a:cs typeface="Lucida Sans Unicode" panose="020B0602030504020204" pitchFamily="34" charset="0"/>
              </a:rPr>
              <a:t>p</a:t>
            </a:r>
            <a:r>
              <a:rPr sz="2000" spc="-30" dirty="0">
                <a:solidFill>
                  <a:srgbClr val="181818"/>
                </a:solidFill>
                <a:cs typeface="Lucida Sans Unicode" panose="020B0602030504020204" pitchFamily="34" charset="0"/>
              </a:rPr>
              <a:t>o</a:t>
            </a:r>
            <a:r>
              <a:rPr sz="2000" spc="-25" dirty="0">
                <a:solidFill>
                  <a:srgbClr val="181818"/>
                </a:solidFill>
                <a:cs typeface="Lucida Sans Unicode" panose="020B0602030504020204" pitchFamily="34" charset="0"/>
              </a:rPr>
              <a:t>ra</a:t>
            </a:r>
            <a:r>
              <a:rPr sz="2000" spc="-15" dirty="0">
                <a:solidFill>
                  <a:srgbClr val="181818"/>
                </a:solidFill>
                <a:cs typeface="Lucida Sans Unicode" panose="020B0602030504020204" pitchFamily="34" charset="0"/>
              </a:rPr>
              <a:t>t</a:t>
            </a:r>
            <a:r>
              <a:rPr sz="2000" spc="-40" dirty="0">
                <a:solidFill>
                  <a:srgbClr val="181818"/>
                </a:solidFill>
                <a:cs typeface="Lucida Sans Unicode" panose="020B0602030504020204" pitchFamily="34" charset="0"/>
              </a:rPr>
              <a:t>i</a:t>
            </a:r>
            <a:r>
              <a:rPr sz="2000" spc="-75" dirty="0">
                <a:solidFill>
                  <a:srgbClr val="181818"/>
                </a:solidFill>
                <a:cs typeface="Lucida Sans Unicode" panose="020B0602030504020204" pitchFamily="34" charset="0"/>
              </a:rPr>
              <a:t>o</a:t>
            </a:r>
            <a:r>
              <a:rPr sz="2000" spc="-20" dirty="0">
                <a:solidFill>
                  <a:srgbClr val="181818"/>
                </a:solidFill>
                <a:cs typeface="Lucida Sans Unicode" panose="020B0602030504020204" pitchFamily="34" charset="0"/>
              </a:rPr>
              <a:t>n</a:t>
            </a:r>
            <a:r>
              <a:rPr sz="2000" spc="-160" dirty="0">
                <a:solidFill>
                  <a:srgbClr val="181818"/>
                </a:solidFill>
                <a:cs typeface="Lucida Sans Unicode" panose="020B0602030504020204" pitchFamily="34" charset="0"/>
              </a:rPr>
              <a:t> </a:t>
            </a:r>
            <a:r>
              <a:rPr sz="2000" spc="-50" dirty="0">
                <a:solidFill>
                  <a:srgbClr val="181818"/>
                </a:solidFill>
                <a:cs typeface="Lucida Sans Unicode" panose="020B0602030504020204" pitchFamily="34" charset="0"/>
              </a:rPr>
              <a:t>of</a:t>
            </a:r>
            <a:r>
              <a:rPr sz="2000" spc="-140" dirty="0">
                <a:solidFill>
                  <a:srgbClr val="181818"/>
                </a:solidFill>
                <a:cs typeface="Lucida Sans Unicode" panose="020B0602030504020204" pitchFamily="34" charset="0"/>
              </a:rPr>
              <a:t> </a:t>
            </a:r>
            <a:r>
              <a:rPr sz="2000" spc="-70" dirty="0">
                <a:solidFill>
                  <a:srgbClr val="181818"/>
                </a:solidFill>
                <a:cs typeface="Lucida Sans Unicode" panose="020B0602030504020204" pitchFamily="34" charset="0"/>
              </a:rPr>
              <a:t>Excel  </a:t>
            </a:r>
            <a:r>
              <a:rPr sz="2000" spc="-20" dirty="0">
                <a:solidFill>
                  <a:srgbClr val="181818"/>
                </a:solidFill>
                <a:cs typeface="Lucida Sans Unicode" panose="020B0602030504020204" pitchFamily="34" charset="0"/>
              </a:rPr>
              <a:t>and</a:t>
            </a:r>
            <a:r>
              <a:rPr sz="2000" spc="-145" dirty="0">
                <a:solidFill>
                  <a:srgbClr val="181818"/>
                </a:solidFill>
                <a:cs typeface="Lucida Sans Unicode" panose="020B0602030504020204" pitchFamily="34" charset="0"/>
              </a:rPr>
              <a:t> </a:t>
            </a:r>
            <a:r>
              <a:rPr sz="2000" spc="15" dirty="0">
                <a:solidFill>
                  <a:srgbClr val="181818"/>
                </a:solidFill>
                <a:cs typeface="Lucida Sans Unicode" panose="020B0602030504020204" pitchFamily="34" charset="0"/>
              </a:rPr>
              <a:t>Power</a:t>
            </a:r>
            <a:r>
              <a:rPr sz="2000" spc="-135" dirty="0">
                <a:solidFill>
                  <a:srgbClr val="181818"/>
                </a:solidFill>
                <a:cs typeface="Lucida Sans Unicode" panose="020B0602030504020204" pitchFamily="34" charset="0"/>
              </a:rPr>
              <a:t> </a:t>
            </a:r>
            <a:r>
              <a:rPr sz="2000" spc="75" dirty="0">
                <a:solidFill>
                  <a:srgbClr val="181818"/>
                </a:solidFill>
                <a:cs typeface="Lucida Sans Unicode" panose="020B0602030504020204" pitchFamily="34" charset="0"/>
              </a:rPr>
              <a:t>BI</a:t>
            </a:r>
            <a:endParaRPr sz="2000" dirty="0">
              <a:cs typeface="Lucida Sans Unicode" panose="020B0602030504020204" pitchFamily="34" charset="0"/>
            </a:endParaRPr>
          </a:p>
          <a:p>
            <a:pPr>
              <a:lnSpc>
                <a:spcPct val="100000"/>
              </a:lnSpc>
              <a:spcBef>
                <a:spcPts val="35"/>
              </a:spcBef>
              <a:buClr>
                <a:srgbClr val="181818"/>
              </a:buClr>
            </a:pPr>
            <a:endParaRPr sz="2000" dirty="0">
              <a:cs typeface="Lucida Sans Unicode" panose="020B0602030504020204" pitchFamily="34" charset="0"/>
            </a:endParaRPr>
          </a:p>
          <a:p>
            <a:pPr marL="12065" marR="262890">
              <a:lnSpc>
                <a:spcPct val="100000"/>
              </a:lnSpc>
              <a:spcBef>
                <a:spcPts val="5"/>
              </a:spcBef>
              <a:buSzPct val="50000"/>
              <a:tabLst>
                <a:tab pos="185420" algn="l"/>
              </a:tabLst>
            </a:pPr>
            <a:r>
              <a:rPr sz="2000" spc="-90" dirty="0">
                <a:solidFill>
                  <a:srgbClr val="181818"/>
                </a:solidFill>
                <a:cs typeface="Lucida Sans Unicode" panose="020B0602030504020204" pitchFamily="34" charset="0"/>
              </a:rPr>
              <a:t>Excel</a:t>
            </a:r>
            <a:r>
              <a:rPr sz="2000" spc="-55" dirty="0">
                <a:solidFill>
                  <a:srgbClr val="181818"/>
                </a:solidFill>
                <a:cs typeface="Lucida Sans Unicode" panose="020B0602030504020204" pitchFamily="34" charset="0"/>
              </a:rPr>
              <a:t>:</a:t>
            </a:r>
            <a:r>
              <a:rPr sz="2000" spc="-130" dirty="0">
                <a:solidFill>
                  <a:srgbClr val="181818"/>
                </a:solidFill>
                <a:cs typeface="Lucida Sans Unicode" panose="020B0602030504020204" pitchFamily="34" charset="0"/>
              </a:rPr>
              <a:t> </a:t>
            </a:r>
            <a:r>
              <a:rPr sz="2000" spc="-40" dirty="0">
                <a:solidFill>
                  <a:srgbClr val="181818"/>
                </a:solidFill>
                <a:cs typeface="Lucida Sans Unicode" panose="020B0602030504020204" pitchFamily="34" charset="0"/>
              </a:rPr>
              <a:t>Creati</a:t>
            </a:r>
            <a:r>
              <a:rPr sz="2000" spc="-50" dirty="0">
                <a:solidFill>
                  <a:srgbClr val="181818"/>
                </a:solidFill>
                <a:cs typeface="Lucida Sans Unicode" panose="020B0602030504020204" pitchFamily="34" charset="0"/>
              </a:rPr>
              <a:t>n</a:t>
            </a:r>
            <a:r>
              <a:rPr sz="2000" spc="-185" dirty="0">
                <a:solidFill>
                  <a:srgbClr val="181818"/>
                </a:solidFill>
                <a:cs typeface="Lucida Sans Unicode" panose="020B0602030504020204" pitchFamily="34" charset="0"/>
              </a:rPr>
              <a:t>g</a:t>
            </a:r>
            <a:r>
              <a:rPr sz="2000" spc="-135" dirty="0">
                <a:solidFill>
                  <a:srgbClr val="181818"/>
                </a:solidFill>
                <a:cs typeface="Lucida Sans Unicode" panose="020B0602030504020204" pitchFamily="34" charset="0"/>
              </a:rPr>
              <a:t> </a:t>
            </a:r>
            <a:r>
              <a:rPr lang="en-US" sz="2000" spc="-135" dirty="0">
                <a:solidFill>
                  <a:srgbClr val="181818"/>
                </a:solidFill>
                <a:cs typeface="Lucida Sans Unicode" panose="020B0602030504020204" pitchFamily="34" charset="0"/>
              </a:rPr>
              <a:t> </a:t>
            </a:r>
            <a:r>
              <a:rPr sz="2000" spc="-65" dirty="0">
                <a:solidFill>
                  <a:srgbClr val="181818"/>
                </a:solidFill>
                <a:cs typeface="Lucida Sans Unicode" panose="020B0602030504020204" pitchFamily="34" charset="0"/>
              </a:rPr>
              <a:t>f</a:t>
            </a:r>
            <a:r>
              <a:rPr sz="2000" spc="-15" dirty="0">
                <a:solidFill>
                  <a:srgbClr val="181818"/>
                </a:solidFill>
                <a:cs typeface="Lucida Sans Unicode" panose="020B0602030504020204" pitchFamily="34" charset="0"/>
              </a:rPr>
              <a:t>or</a:t>
            </a:r>
            <a:r>
              <a:rPr sz="2000" spc="-5" dirty="0">
                <a:solidFill>
                  <a:srgbClr val="181818"/>
                </a:solidFill>
                <a:cs typeface="Lucida Sans Unicode" panose="020B0602030504020204" pitchFamily="34" charset="0"/>
              </a:rPr>
              <a:t>m </a:t>
            </a:r>
            <a:r>
              <a:rPr sz="2000" spc="-35" dirty="0">
                <a:solidFill>
                  <a:srgbClr val="181818"/>
                </a:solidFill>
                <a:cs typeface="Lucida Sans Unicode" panose="020B0602030504020204" pitchFamily="34" charset="0"/>
              </a:rPr>
              <a:t>for</a:t>
            </a:r>
            <a:r>
              <a:rPr sz="2000" spc="-145" dirty="0">
                <a:solidFill>
                  <a:srgbClr val="181818"/>
                </a:solidFill>
                <a:cs typeface="Lucida Sans Unicode" panose="020B0602030504020204" pitchFamily="34" charset="0"/>
              </a:rPr>
              <a:t> </a:t>
            </a:r>
            <a:r>
              <a:rPr sz="2000" spc="-20" dirty="0">
                <a:solidFill>
                  <a:srgbClr val="181818"/>
                </a:solidFill>
                <a:cs typeface="Lucida Sans Unicode" panose="020B0602030504020204" pitchFamily="34" charset="0"/>
              </a:rPr>
              <a:t>data</a:t>
            </a:r>
            <a:r>
              <a:rPr sz="2000" spc="-135" dirty="0">
                <a:solidFill>
                  <a:srgbClr val="181818"/>
                </a:solidFill>
                <a:cs typeface="Lucida Sans Unicode" panose="020B0602030504020204" pitchFamily="34" charset="0"/>
              </a:rPr>
              <a:t> </a:t>
            </a:r>
            <a:r>
              <a:rPr sz="2000" spc="-25" dirty="0">
                <a:solidFill>
                  <a:srgbClr val="181818"/>
                </a:solidFill>
                <a:cs typeface="Lucida Sans Unicode" panose="020B0602030504020204" pitchFamily="34" charset="0"/>
              </a:rPr>
              <a:t>entry</a:t>
            </a:r>
            <a:endParaRPr sz="2000" dirty="0">
              <a:cs typeface="Lucida Sans Unicode" panose="020B0602030504020204" pitchFamily="34" charset="0"/>
            </a:endParaRPr>
          </a:p>
          <a:p>
            <a:pPr>
              <a:lnSpc>
                <a:spcPct val="100000"/>
              </a:lnSpc>
              <a:spcBef>
                <a:spcPts val="35"/>
              </a:spcBef>
              <a:buClr>
                <a:srgbClr val="181818"/>
              </a:buClr>
            </a:pPr>
            <a:endParaRPr sz="2000" dirty="0">
              <a:cs typeface="Lucida Sans Unicode" panose="020B0602030504020204" pitchFamily="34" charset="0"/>
            </a:endParaRPr>
          </a:p>
          <a:p>
            <a:pPr marL="12065" marR="341630">
              <a:lnSpc>
                <a:spcPct val="100000"/>
              </a:lnSpc>
              <a:buSzPct val="50000"/>
              <a:tabLst>
                <a:tab pos="185420" algn="l"/>
              </a:tabLst>
            </a:pPr>
            <a:r>
              <a:rPr sz="2000" spc="15" dirty="0">
                <a:solidFill>
                  <a:srgbClr val="181818"/>
                </a:solidFill>
                <a:cs typeface="Lucida Sans Unicode" panose="020B0602030504020204" pitchFamily="34" charset="0"/>
              </a:rPr>
              <a:t>Power</a:t>
            </a:r>
            <a:r>
              <a:rPr sz="2000" spc="-155" dirty="0">
                <a:solidFill>
                  <a:srgbClr val="181818"/>
                </a:solidFill>
                <a:cs typeface="Lucida Sans Unicode" panose="020B0602030504020204" pitchFamily="34" charset="0"/>
              </a:rPr>
              <a:t> </a:t>
            </a:r>
            <a:r>
              <a:rPr sz="2000" spc="10" dirty="0">
                <a:solidFill>
                  <a:srgbClr val="181818"/>
                </a:solidFill>
                <a:cs typeface="Lucida Sans Unicode" panose="020B0602030504020204" pitchFamily="34" charset="0"/>
              </a:rPr>
              <a:t>BI:</a:t>
            </a:r>
            <a:r>
              <a:rPr sz="2000" spc="-165" dirty="0">
                <a:solidFill>
                  <a:srgbClr val="181818"/>
                </a:solidFill>
                <a:cs typeface="Lucida Sans Unicode" panose="020B0602030504020204" pitchFamily="34" charset="0"/>
              </a:rPr>
              <a:t> </a:t>
            </a:r>
            <a:r>
              <a:rPr sz="2000" spc="-95" dirty="0">
                <a:solidFill>
                  <a:srgbClr val="181818"/>
                </a:solidFill>
                <a:cs typeface="Lucida Sans Unicode" panose="020B0602030504020204" pitchFamily="34" charset="0"/>
              </a:rPr>
              <a:t>Analyzing </a:t>
            </a:r>
            <a:r>
              <a:rPr sz="2000" spc="-745" dirty="0">
                <a:solidFill>
                  <a:srgbClr val="181818"/>
                </a:solidFill>
                <a:cs typeface="Lucida Sans Unicode" panose="020B0602030504020204" pitchFamily="34" charset="0"/>
              </a:rPr>
              <a:t> </a:t>
            </a:r>
            <a:r>
              <a:rPr sz="2000" spc="-35" dirty="0">
                <a:solidFill>
                  <a:srgbClr val="181818"/>
                </a:solidFill>
                <a:cs typeface="Lucida Sans Unicode" panose="020B0602030504020204" pitchFamily="34" charset="0"/>
              </a:rPr>
              <a:t>with</a:t>
            </a:r>
            <a:r>
              <a:rPr sz="2000" spc="-155" dirty="0">
                <a:solidFill>
                  <a:srgbClr val="181818"/>
                </a:solidFill>
                <a:cs typeface="Lucida Sans Unicode" panose="020B0602030504020204" pitchFamily="34" charset="0"/>
              </a:rPr>
              <a:t> </a:t>
            </a:r>
            <a:r>
              <a:rPr sz="2000" spc="-40" dirty="0">
                <a:solidFill>
                  <a:srgbClr val="181818"/>
                </a:solidFill>
                <a:cs typeface="Lucida Sans Unicode" panose="020B0602030504020204" pitchFamily="34" charset="0"/>
              </a:rPr>
              <a:t>SCQ</a:t>
            </a:r>
            <a:r>
              <a:rPr sz="2000" spc="-140" dirty="0">
                <a:solidFill>
                  <a:srgbClr val="181818"/>
                </a:solidFill>
                <a:cs typeface="Lucida Sans Unicode" panose="020B0602030504020204" pitchFamily="34" charset="0"/>
              </a:rPr>
              <a:t> </a:t>
            </a:r>
            <a:r>
              <a:rPr sz="2000" spc="-55" dirty="0">
                <a:solidFill>
                  <a:srgbClr val="181818"/>
                </a:solidFill>
                <a:cs typeface="Lucida Sans Unicode" panose="020B0602030504020204" pitchFamily="34" charset="0"/>
              </a:rPr>
              <a:t>tools</a:t>
            </a:r>
            <a:endParaRPr sz="2000" dirty="0">
              <a:cs typeface="Lucida Sans Unicode" panose="020B0602030504020204" pitchFamily="34" charset="0"/>
            </a:endParaRPr>
          </a:p>
        </p:txBody>
      </p:sp>
      <p:pic>
        <p:nvPicPr>
          <p:cNvPr id="111" name="object 4">
            <a:extLst>
              <a:ext uri="{FF2B5EF4-FFF2-40B4-BE49-F238E27FC236}">
                <a16:creationId xmlns:a16="http://schemas.microsoft.com/office/drawing/2014/main" id="{FAF5A350-9F6D-36C7-7EF1-CB3CE4AAFF18}"/>
              </a:ext>
            </a:extLst>
          </p:cNvPr>
          <p:cNvPicPr/>
          <p:nvPr/>
        </p:nvPicPr>
        <p:blipFill>
          <a:blip r:embed="rId2" cstate="print"/>
          <a:stretch>
            <a:fillRect/>
          </a:stretch>
        </p:blipFill>
        <p:spPr>
          <a:xfrm>
            <a:off x="920822" y="3398581"/>
            <a:ext cx="1214999" cy="1056131"/>
          </a:xfrm>
          <a:prstGeom prst="rect">
            <a:avLst/>
          </a:prstGeom>
        </p:spPr>
      </p:pic>
      <p:pic>
        <p:nvPicPr>
          <p:cNvPr id="112" name="object 5">
            <a:extLst>
              <a:ext uri="{FF2B5EF4-FFF2-40B4-BE49-F238E27FC236}">
                <a16:creationId xmlns:a16="http://schemas.microsoft.com/office/drawing/2014/main" id="{D3F16E34-FB0F-F102-D65F-122767AB9459}"/>
              </a:ext>
            </a:extLst>
          </p:cNvPr>
          <p:cNvPicPr/>
          <p:nvPr/>
        </p:nvPicPr>
        <p:blipFill>
          <a:blip r:embed="rId3" cstate="print"/>
          <a:stretch>
            <a:fillRect/>
          </a:stretch>
        </p:blipFill>
        <p:spPr>
          <a:xfrm>
            <a:off x="2376184" y="3385431"/>
            <a:ext cx="1214999" cy="1138033"/>
          </a:xfrm>
          <a:prstGeom prst="rect">
            <a:avLst/>
          </a:prstGeom>
        </p:spPr>
      </p:pic>
      <p:pic>
        <p:nvPicPr>
          <p:cNvPr id="113" name="object 6">
            <a:extLst>
              <a:ext uri="{FF2B5EF4-FFF2-40B4-BE49-F238E27FC236}">
                <a16:creationId xmlns:a16="http://schemas.microsoft.com/office/drawing/2014/main" id="{E529714B-C21D-B888-301C-18642FF428F7}"/>
              </a:ext>
            </a:extLst>
          </p:cNvPr>
          <p:cNvPicPr/>
          <p:nvPr/>
        </p:nvPicPr>
        <p:blipFill>
          <a:blip r:embed="rId4" cstate="print"/>
          <a:stretch>
            <a:fillRect/>
          </a:stretch>
        </p:blipFill>
        <p:spPr>
          <a:xfrm>
            <a:off x="3828895" y="3352783"/>
            <a:ext cx="1193964" cy="1203328"/>
          </a:xfrm>
          <a:prstGeom prst="rect">
            <a:avLst/>
          </a:prstGeom>
        </p:spPr>
      </p:pic>
      <p:sp>
        <p:nvSpPr>
          <p:cNvPr id="114" name="object 7">
            <a:extLst>
              <a:ext uri="{FF2B5EF4-FFF2-40B4-BE49-F238E27FC236}">
                <a16:creationId xmlns:a16="http://schemas.microsoft.com/office/drawing/2014/main" id="{7F695BC9-0F28-6F95-20ED-4B60DE4427FD}"/>
              </a:ext>
            </a:extLst>
          </p:cNvPr>
          <p:cNvSpPr txBox="1"/>
          <p:nvPr/>
        </p:nvSpPr>
        <p:spPr>
          <a:xfrm>
            <a:off x="3941878" y="3477314"/>
            <a:ext cx="917101" cy="936154"/>
          </a:xfrm>
          <a:prstGeom prst="rect">
            <a:avLst/>
          </a:prstGeom>
        </p:spPr>
        <p:txBody>
          <a:bodyPr vert="horz" wrap="square" lIns="0" tIns="12700" rIns="0" bIns="0" rtlCol="0">
            <a:spAutoFit/>
          </a:bodyPr>
          <a:lstStyle/>
          <a:p>
            <a:pPr algn="ctr">
              <a:lnSpc>
                <a:spcPct val="100000"/>
              </a:lnSpc>
              <a:spcBef>
                <a:spcPts val="100"/>
              </a:spcBef>
            </a:pPr>
            <a:r>
              <a:rPr sz="2000" dirty="0">
                <a:solidFill>
                  <a:srgbClr val="FFFFFF"/>
                </a:solidFill>
                <a:cs typeface="Arial MT"/>
              </a:rPr>
              <a:t>SQC</a:t>
            </a:r>
            <a:endParaRPr sz="2000" dirty="0">
              <a:cs typeface="Arial MT"/>
            </a:endParaRPr>
          </a:p>
          <a:p>
            <a:pPr marL="12700" marR="5080" algn="ctr">
              <a:lnSpc>
                <a:spcPct val="100000"/>
              </a:lnSpc>
            </a:pPr>
            <a:r>
              <a:rPr sz="2000" spc="-5" dirty="0">
                <a:solidFill>
                  <a:srgbClr val="FFFFFF"/>
                </a:solidFill>
                <a:cs typeface="Arial MT"/>
              </a:rPr>
              <a:t>Analysis  Tool</a:t>
            </a:r>
            <a:endParaRPr sz="2000" dirty="0">
              <a:cs typeface="Arial MT"/>
            </a:endParaRPr>
          </a:p>
        </p:txBody>
      </p:sp>
      <p:grpSp>
        <p:nvGrpSpPr>
          <p:cNvPr id="115" name="Group 114">
            <a:extLst>
              <a:ext uri="{FF2B5EF4-FFF2-40B4-BE49-F238E27FC236}">
                <a16:creationId xmlns:a16="http://schemas.microsoft.com/office/drawing/2014/main" id="{B1C7A355-6E74-D513-04E4-10A81E86488A}"/>
              </a:ext>
            </a:extLst>
          </p:cNvPr>
          <p:cNvGrpSpPr/>
          <p:nvPr/>
        </p:nvGrpSpPr>
        <p:grpSpPr>
          <a:xfrm flipH="1">
            <a:off x="6368295" y="1222287"/>
            <a:ext cx="1511973" cy="1647308"/>
            <a:chOff x="6155999" y="2839772"/>
            <a:chExt cx="1478810" cy="1595237"/>
          </a:xfrm>
        </p:grpSpPr>
        <p:sp>
          <p:nvSpPr>
            <p:cNvPr id="116" name="Freeform: Shape 115">
              <a:extLst>
                <a:ext uri="{FF2B5EF4-FFF2-40B4-BE49-F238E27FC236}">
                  <a16:creationId xmlns:a16="http://schemas.microsoft.com/office/drawing/2014/main" id="{7CE95D51-1033-1A2F-DA2C-830DA94D8C68}"/>
                </a:ext>
              </a:extLst>
            </p:cNvPr>
            <p:cNvSpPr/>
            <p:nvPr/>
          </p:nvSpPr>
          <p:spPr>
            <a:xfrm>
              <a:off x="6696529" y="4181537"/>
              <a:ext cx="398365" cy="253472"/>
            </a:xfrm>
            <a:custGeom>
              <a:avLst/>
              <a:gdLst>
                <a:gd name="connsiteX0" fmla="*/ 286889 w 398365"/>
                <a:gd name="connsiteY0" fmla="*/ 198622 h 253472"/>
                <a:gd name="connsiteX1" fmla="*/ 317633 w 398365"/>
                <a:gd name="connsiteY1" fmla="*/ 219472 h 253472"/>
                <a:gd name="connsiteX2" fmla="*/ 309253 w 398365"/>
                <a:gd name="connsiteY2" fmla="*/ 245622 h 253472"/>
                <a:gd name="connsiteX3" fmla="*/ 283860 w 398365"/>
                <a:gd name="connsiteY3" fmla="*/ 252993 h 253472"/>
                <a:gd name="connsiteX4" fmla="*/ 198241 w 398365"/>
                <a:gd name="connsiteY4" fmla="*/ 253296 h 253472"/>
                <a:gd name="connsiteX5" fmla="*/ 198241 w 398365"/>
                <a:gd name="connsiteY5" fmla="*/ 253094 h 253472"/>
                <a:gd name="connsiteX6" fmla="*/ 110098 w 398365"/>
                <a:gd name="connsiteY6" fmla="*/ 252892 h 253472"/>
                <a:gd name="connsiteX7" fmla="*/ 79505 w 398365"/>
                <a:gd name="connsiteY7" fmla="*/ 227550 h 253472"/>
                <a:gd name="connsiteX8" fmla="*/ 110602 w 398365"/>
                <a:gd name="connsiteY8" fmla="*/ 198875 h 253472"/>
                <a:gd name="connsiteX9" fmla="*/ 286889 w 398365"/>
                <a:gd name="connsiteY9" fmla="*/ 198673 h 253472"/>
                <a:gd name="connsiteX10" fmla="*/ 84099 w 398365"/>
                <a:gd name="connsiteY10" fmla="*/ 99928 h 253472"/>
                <a:gd name="connsiteX11" fmla="*/ 200110 w 398365"/>
                <a:gd name="connsiteY11" fmla="*/ 99928 h 253472"/>
                <a:gd name="connsiteX12" fmla="*/ 364028 w 398365"/>
                <a:gd name="connsiteY12" fmla="*/ 100433 h 253472"/>
                <a:gd name="connsiteX13" fmla="*/ 363977 w 398365"/>
                <a:gd name="connsiteY13" fmla="*/ 100483 h 253472"/>
                <a:gd name="connsiteX14" fmla="*/ 392601 w 398365"/>
                <a:gd name="connsiteY14" fmla="*/ 111590 h 253472"/>
                <a:gd name="connsiteX15" fmla="*/ 379173 w 398365"/>
                <a:gd name="connsiteY15" fmla="*/ 152127 h 253472"/>
                <a:gd name="connsiteX16" fmla="*/ 354285 w 398365"/>
                <a:gd name="connsiteY16" fmla="*/ 154298 h 253472"/>
                <a:gd name="connsiteX17" fmla="*/ 44066 w 398365"/>
                <a:gd name="connsiteY17" fmla="*/ 154349 h 253472"/>
                <a:gd name="connsiteX18" fmla="*/ 23974 w 398365"/>
                <a:gd name="connsiteY18" fmla="*/ 153541 h 253472"/>
                <a:gd name="connsiteX19" fmla="*/ 96 w 398365"/>
                <a:gd name="connsiteY19" fmla="*/ 125775 h 253472"/>
                <a:gd name="connsiteX20" fmla="*/ 26094 w 398365"/>
                <a:gd name="connsiteY20" fmla="*/ 100382 h 253472"/>
                <a:gd name="connsiteX21" fmla="*/ 84099 w 398365"/>
                <a:gd name="connsiteY21" fmla="*/ 99928 h 253472"/>
                <a:gd name="connsiteX22" fmla="*/ 107120 w 398365"/>
                <a:gd name="connsiteY22" fmla="*/ 123 h 253472"/>
                <a:gd name="connsiteX23" fmla="*/ 197938 w 398365"/>
                <a:gd name="connsiteY23" fmla="*/ 123 h 253472"/>
                <a:gd name="connsiteX24" fmla="*/ 364431 w 398365"/>
                <a:gd name="connsiteY24" fmla="*/ 527 h 253472"/>
                <a:gd name="connsiteX25" fmla="*/ 391439 w 398365"/>
                <a:gd name="connsiteY25" fmla="*/ 9765 h 253472"/>
                <a:gd name="connsiteX26" fmla="*/ 374225 w 398365"/>
                <a:gd name="connsiteY26" fmla="*/ 53837 h 253472"/>
                <a:gd name="connsiteX27" fmla="*/ 354082 w 398365"/>
                <a:gd name="connsiteY27" fmla="*/ 54392 h 253472"/>
                <a:gd name="connsiteX28" fmla="*/ 43763 w 398365"/>
                <a:gd name="connsiteY28" fmla="*/ 54341 h 253472"/>
                <a:gd name="connsiteX29" fmla="*/ 28618 w 398365"/>
                <a:gd name="connsiteY29" fmla="*/ 54241 h 253472"/>
                <a:gd name="connsiteX30" fmla="*/ 44 w 398365"/>
                <a:gd name="connsiteY30" fmla="*/ 25516 h 253472"/>
                <a:gd name="connsiteX31" fmla="*/ 28921 w 398365"/>
                <a:gd name="connsiteY31" fmla="*/ 375 h 253472"/>
                <a:gd name="connsiteX32" fmla="*/ 107120 w 398365"/>
                <a:gd name="connsiteY32" fmla="*/ 123 h 253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365" h="253472">
                  <a:moveTo>
                    <a:pt x="286889" y="198622"/>
                  </a:moveTo>
                  <a:cubicBezTo>
                    <a:pt x="301479" y="198723"/>
                    <a:pt x="314756" y="204630"/>
                    <a:pt x="317633" y="219472"/>
                  </a:cubicBezTo>
                  <a:cubicBezTo>
                    <a:pt x="319198" y="227650"/>
                    <a:pt x="315109" y="239615"/>
                    <a:pt x="309253" y="245622"/>
                  </a:cubicBezTo>
                  <a:cubicBezTo>
                    <a:pt x="303801" y="251125"/>
                    <a:pt x="292594" y="252740"/>
                    <a:pt x="283860" y="252993"/>
                  </a:cubicBezTo>
                  <a:cubicBezTo>
                    <a:pt x="255337" y="253851"/>
                    <a:pt x="226764" y="253296"/>
                    <a:pt x="198241" y="253296"/>
                  </a:cubicBezTo>
                  <a:lnTo>
                    <a:pt x="198241" y="253094"/>
                  </a:lnTo>
                  <a:cubicBezTo>
                    <a:pt x="168860" y="253094"/>
                    <a:pt x="139479" y="253599"/>
                    <a:pt x="110098" y="252892"/>
                  </a:cubicBezTo>
                  <a:cubicBezTo>
                    <a:pt x="88693" y="252336"/>
                    <a:pt x="79909" y="244310"/>
                    <a:pt x="79505" y="227550"/>
                  </a:cubicBezTo>
                  <a:cubicBezTo>
                    <a:pt x="79100" y="210789"/>
                    <a:pt x="90056" y="199127"/>
                    <a:pt x="110602" y="198875"/>
                  </a:cubicBezTo>
                  <a:cubicBezTo>
                    <a:pt x="169365" y="198117"/>
                    <a:pt x="228127" y="198420"/>
                    <a:pt x="286889" y="198673"/>
                  </a:cubicBezTo>
                  <a:close/>
                  <a:moveTo>
                    <a:pt x="84099" y="99928"/>
                  </a:moveTo>
                  <a:cubicBezTo>
                    <a:pt x="122770" y="99827"/>
                    <a:pt x="161439" y="99878"/>
                    <a:pt x="200110" y="99928"/>
                  </a:cubicBezTo>
                  <a:cubicBezTo>
                    <a:pt x="254733" y="99928"/>
                    <a:pt x="309405" y="99373"/>
                    <a:pt x="364028" y="100433"/>
                  </a:cubicBezTo>
                  <a:lnTo>
                    <a:pt x="363977" y="100483"/>
                  </a:lnTo>
                  <a:cubicBezTo>
                    <a:pt x="373771" y="100685"/>
                    <a:pt x="386140" y="104774"/>
                    <a:pt x="392601" y="111590"/>
                  </a:cubicBezTo>
                  <a:cubicBezTo>
                    <a:pt x="404717" y="124311"/>
                    <a:pt x="396539" y="146877"/>
                    <a:pt x="379173" y="152127"/>
                  </a:cubicBezTo>
                  <a:cubicBezTo>
                    <a:pt x="371399" y="154500"/>
                    <a:pt x="362615" y="154298"/>
                    <a:pt x="354285" y="154298"/>
                  </a:cubicBezTo>
                  <a:cubicBezTo>
                    <a:pt x="250896" y="154449"/>
                    <a:pt x="147456" y="154349"/>
                    <a:pt x="44066" y="154349"/>
                  </a:cubicBezTo>
                  <a:cubicBezTo>
                    <a:pt x="37352" y="154349"/>
                    <a:pt x="30536" y="154651"/>
                    <a:pt x="23974" y="153541"/>
                  </a:cubicBezTo>
                  <a:cubicBezTo>
                    <a:pt x="8728" y="150916"/>
                    <a:pt x="-561" y="139658"/>
                    <a:pt x="96" y="125775"/>
                  </a:cubicBezTo>
                  <a:cubicBezTo>
                    <a:pt x="752" y="111286"/>
                    <a:pt x="10041" y="101241"/>
                    <a:pt x="26094" y="100382"/>
                  </a:cubicBezTo>
                  <a:cubicBezTo>
                    <a:pt x="45379" y="99322"/>
                    <a:pt x="64764" y="99928"/>
                    <a:pt x="84099" y="99928"/>
                  </a:cubicBezTo>
                  <a:close/>
                  <a:moveTo>
                    <a:pt x="107120" y="123"/>
                  </a:moveTo>
                  <a:cubicBezTo>
                    <a:pt x="137409" y="123"/>
                    <a:pt x="167648" y="123"/>
                    <a:pt x="197938" y="123"/>
                  </a:cubicBezTo>
                  <a:cubicBezTo>
                    <a:pt x="253419" y="123"/>
                    <a:pt x="308950" y="-281"/>
                    <a:pt x="364431" y="527"/>
                  </a:cubicBezTo>
                  <a:cubicBezTo>
                    <a:pt x="373669" y="678"/>
                    <a:pt x="385382" y="3606"/>
                    <a:pt x="391439" y="9765"/>
                  </a:cubicBezTo>
                  <a:cubicBezTo>
                    <a:pt x="406130" y="24708"/>
                    <a:pt x="395529" y="50152"/>
                    <a:pt x="374225" y="53837"/>
                  </a:cubicBezTo>
                  <a:cubicBezTo>
                    <a:pt x="367662" y="54998"/>
                    <a:pt x="360796" y="54392"/>
                    <a:pt x="354082" y="54392"/>
                  </a:cubicBezTo>
                  <a:cubicBezTo>
                    <a:pt x="250642" y="54392"/>
                    <a:pt x="147203" y="54341"/>
                    <a:pt x="43763" y="54341"/>
                  </a:cubicBezTo>
                  <a:cubicBezTo>
                    <a:pt x="38714" y="54341"/>
                    <a:pt x="33615" y="54645"/>
                    <a:pt x="28618" y="54241"/>
                  </a:cubicBezTo>
                  <a:cubicBezTo>
                    <a:pt x="10797" y="52726"/>
                    <a:pt x="-814" y="40913"/>
                    <a:pt x="44" y="25516"/>
                  </a:cubicBezTo>
                  <a:cubicBezTo>
                    <a:pt x="902" y="10320"/>
                    <a:pt x="10949" y="829"/>
                    <a:pt x="28921" y="375"/>
                  </a:cubicBezTo>
                  <a:cubicBezTo>
                    <a:pt x="54970" y="-281"/>
                    <a:pt x="81070" y="123"/>
                    <a:pt x="107120" y="123"/>
                  </a:cubicBezTo>
                  <a:close/>
                </a:path>
              </a:pathLst>
            </a:custGeom>
            <a:solidFill>
              <a:schemeClr val="tx1">
                <a:lumMod val="85000"/>
                <a:lumOff val="15000"/>
              </a:schemeClr>
            </a:solid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992C1C57-089B-D4D1-BA00-D808C9D4B4F4}"/>
                </a:ext>
              </a:extLst>
            </p:cNvPr>
            <p:cNvSpPr/>
            <p:nvPr/>
          </p:nvSpPr>
          <p:spPr>
            <a:xfrm>
              <a:off x="6155999" y="2839772"/>
              <a:ext cx="1478810" cy="1295297"/>
            </a:xfrm>
            <a:custGeom>
              <a:avLst/>
              <a:gdLst>
                <a:gd name="connsiteX0" fmla="*/ 1111537 w 1478810"/>
                <a:gd name="connsiteY0" fmla="*/ 1079074 h 1295297"/>
                <a:gd name="connsiteX1" fmla="*/ 1123653 w 1478810"/>
                <a:gd name="connsiteY1" fmla="*/ 1089019 h 1295297"/>
                <a:gd name="connsiteX2" fmla="*/ 1255363 w 1478810"/>
                <a:gd name="connsiteY2" fmla="*/ 1220477 h 1295297"/>
                <a:gd name="connsiteX3" fmla="*/ 1255414 w 1478810"/>
                <a:gd name="connsiteY3" fmla="*/ 1220477 h 1295297"/>
                <a:gd name="connsiteX4" fmla="*/ 1265359 w 1478810"/>
                <a:gd name="connsiteY4" fmla="*/ 1231735 h 1295297"/>
                <a:gd name="connsiteX5" fmla="*/ 1263642 w 1478810"/>
                <a:gd name="connsiteY5" fmla="*/ 1265912 h 1295297"/>
                <a:gd name="connsiteX6" fmla="*/ 1227799 w 1478810"/>
                <a:gd name="connsiteY6" fmla="*/ 1268739 h 1295297"/>
                <a:gd name="connsiteX7" fmla="*/ 1184384 w 1478810"/>
                <a:gd name="connsiteY7" fmla="*/ 1226889 h 1295297"/>
                <a:gd name="connsiteX8" fmla="*/ 1078218 w 1478810"/>
                <a:gd name="connsiteY8" fmla="*/ 1122692 h 1295297"/>
                <a:gd name="connsiteX9" fmla="*/ 1111537 w 1478810"/>
                <a:gd name="connsiteY9" fmla="*/ 1079074 h 1295297"/>
                <a:gd name="connsiteX10" fmla="*/ 365752 w 1478810"/>
                <a:gd name="connsiteY10" fmla="*/ 1076146 h 1295297"/>
                <a:gd name="connsiteX11" fmla="*/ 399879 w 1478810"/>
                <a:gd name="connsiteY11" fmla="*/ 1121329 h 1295297"/>
                <a:gd name="connsiteX12" fmla="*/ 255446 w 1478810"/>
                <a:gd name="connsiteY12" fmla="*/ 1265710 h 1295297"/>
                <a:gd name="connsiteX13" fmla="*/ 215464 w 1478810"/>
                <a:gd name="connsiteY13" fmla="*/ 1265962 h 1295297"/>
                <a:gd name="connsiteX14" fmla="*/ 218644 w 1478810"/>
                <a:gd name="connsiteY14" fmla="*/ 1225828 h 1295297"/>
                <a:gd name="connsiteX15" fmla="*/ 325214 w 1478810"/>
                <a:gd name="connsiteY15" fmla="*/ 1119057 h 1295297"/>
                <a:gd name="connsiteX16" fmla="*/ 325164 w 1478810"/>
                <a:gd name="connsiteY16" fmla="*/ 1119006 h 1295297"/>
                <a:gd name="connsiteX17" fmla="*/ 365752 w 1478810"/>
                <a:gd name="connsiteY17" fmla="*/ 1076146 h 1295297"/>
                <a:gd name="connsiteX18" fmla="*/ 741749 w 1478810"/>
                <a:gd name="connsiteY18" fmla="*/ 998453 h 1295297"/>
                <a:gd name="connsiteX19" fmla="*/ 688187 w 1478810"/>
                <a:gd name="connsiteY19" fmla="*/ 1049845 h 1295297"/>
                <a:gd name="connsiteX20" fmla="*/ 738922 w 1478810"/>
                <a:gd name="connsiteY20" fmla="*/ 1101691 h 1295297"/>
                <a:gd name="connsiteX21" fmla="*/ 791122 w 1478810"/>
                <a:gd name="connsiteY21" fmla="*/ 1051309 h 1295297"/>
                <a:gd name="connsiteX22" fmla="*/ 741749 w 1478810"/>
                <a:gd name="connsiteY22" fmla="*/ 998453 h 1295297"/>
                <a:gd name="connsiteX23" fmla="*/ 1258696 w 1478810"/>
                <a:gd name="connsiteY23" fmla="*/ 716555 h 1295297"/>
                <a:gd name="connsiteX24" fmla="*/ 1442201 w 1478810"/>
                <a:gd name="connsiteY24" fmla="*/ 716555 h 1295297"/>
                <a:gd name="connsiteX25" fmla="*/ 1457245 w 1478810"/>
                <a:gd name="connsiteY25" fmla="*/ 717060 h 1295297"/>
                <a:gd name="connsiteX26" fmla="*/ 1457245 w 1478810"/>
                <a:gd name="connsiteY26" fmla="*/ 717009 h 1295297"/>
                <a:gd name="connsiteX27" fmla="*/ 1478802 w 1478810"/>
                <a:gd name="connsiteY27" fmla="*/ 743513 h 1295297"/>
                <a:gd name="connsiteX28" fmla="*/ 1457296 w 1478810"/>
                <a:gd name="connsiteY28" fmla="*/ 769815 h 1295297"/>
                <a:gd name="connsiteX29" fmla="*/ 1429681 w 1478810"/>
                <a:gd name="connsiteY29" fmla="*/ 770521 h 1295297"/>
                <a:gd name="connsiteX30" fmla="*/ 1263795 w 1478810"/>
                <a:gd name="connsiteY30" fmla="*/ 770521 h 1295297"/>
                <a:gd name="connsiteX31" fmla="*/ 1238048 w 1478810"/>
                <a:gd name="connsiteY31" fmla="*/ 769411 h 1295297"/>
                <a:gd name="connsiteX32" fmla="*/ 1238048 w 1478810"/>
                <a:gd name="connsiteY32" fmla="*/ 717565 h 1295297"/>
                <a:gd name="connsiteX33" fmla="*/ 1258696 w 1478810"/>
                <a:gd name="connsiteY33" fmla="*/ 716555 h 1295297"/>
                <a:gd name="connsiteX34" fmla="*/ 240503 w 1478810"/>
                <a:gd name="connsiteY34" fmla="*/ 716455 h 1295297"/>
                <a:gd name="connsiteX35" fmla="*/ 240503 w 1478810"/>
                <a:gd name="connsiteY35" fmla="*/ 768857 h 1295297"/>
                <a:gd name="connsiteX36" fmla="*/ 218745 w 1478810"/>
                <a:gd name="connsiteY36" fmla="*/ 770472 h 1295297"/>
                <a:gd name="connsiteX37" fmla="*/ 37713 w 1478810"/>
                <a:gd name="connsiteY37" fmla="*/ 770573 h 1295297"/>
                <a:gd name="connsiteX38" fmla="*/ 20196 w 1478810"/>
                <a:gd name="connsiteY38" fmla="*/ 769664 h 1295297"/>
                <a:gd name="connsiteX39" fmla="*/ 2 w 1478810"/>
                <a:gd name="connsiteY39" fmla="*/ 744170 h 1295297"/>
                <a:gd name="connsiteX40" fmla="*/ 18984 w 1478810"/>
                <a:gd name="connsiteY40" fmla="*/ 717818 h 1295297"/>
                <a:gd name="connsiteX41" fmla="*/ 28879 w 1478810"/>
                <a:gd name="connsiteY41" fmla="*/ 716505 h 1295297"/>
                <a:gd name="connsiteX42" fmla="*/ 240503 w 1478810"/>
                <a:gd name="connsiteY42" fmla="*/ 716455 h 1295297"/>
                <a:gd name="connsiteX43" fmla="*/ 698687 w 1478810"/>
                <a:gd name="connsiteY43" fmla="*/ 592166 h 1295297"/>
                <a:gd name="connsiteX44" fmla="*/ 698687 w 1478810"/>
                <a:gd name="connsiteY44" fmla="*/ 944689 h 1295297"/>
                <a:gd name="connsiteX45" fmla="*/ 780066 w 1478810"/>
                <a:gd name="connsiteY45" fmla="*/ 944689 h 1295297"/>
                <a:gd name="connsiteX46" fmla="*/ 780066 w 1478810"/>
                <a:gd name="connsiteY46" fmla="*/ 592166 h 1295297"/>
                <a:gd name="connsiteX47" fmla="*/ 366132 w 1478810"/>
                <a:gd name="connsiteY47" fmla="*/ 409595 h 1295297"/>
                <a:gd name="connsiteX48" fmla="*/ 366156 w 1478810"/>
                <a:gd name="connsiteY48" fmla="*/ 409620 h 1295297"/>
                <a:gd name="connsiteX49" fmla="*/ 366106 w 1478810"/>
                <a:gd name="connsiteY49" fmla="*/ 409620 h 1295297"/>
                <a:gd name="connsiteX50" fmla="*/ 781732 w 1478810"/>
                <a:gd name="connsiteY50" fmla="*/ 338338 h 1295297"/>
                <a:gd name="connsiteX51" fmla="*/ 1130367 w 1478810"/>
                <a:gd name="connsiteY51" fmla="*/ 628110 h 1295297"/>
                <a:gd name="connsiteX52" fmla="*/ 1130317 w 1478810"/>
                <a:gd name="connsiteY52" fmla="*/ 628060 h 1295297"/>
                <a:gd name="connsiteX53" fmla="*/ 1072363 w 1478810"/>
                <a:gd name="connsiteY53" fmla="*/ 980582 h 1295297"/>
                <a:gd name="connsiteX54" fmla="*/ 983765 w 1478810"/>
                <a:gd name="connsiteY54" fmla="*/ 1103004 h 1295297"/>
                <a:gd name="connsiteX55" fmla="*/ 938078 w 1478810"/>
                <a:gd name="connsiteY55" fmla="*/ 1254806 h 1295297"/>
                <a:gd name="connsiteX56" fmla="*/ 937976 w 1478810"/>
                <a:gd name="connsiteY56" fmla="*/ 1264902 h 1295297"/>
                <a:gd name="connsiteX57" fmla="*/ 906829 w 1478810"/>
                <a:gd name="connsiteY57" fmla="*/ 1294990 h 1295297"/>
                <a:gd name="connsiteX58" fmla="*/ 740335 w 1478810"/>
                <a:gd name="connsiteY58" fmla="*/ 1295142 h 1295297"/>
                <a:gd name="connsiteX59" fmla="*/ 740335 w 1478810"/>
                <a:gd name="connsiteY59" fmla="*/ 1295243 h 1295297"/>
                <a:gd name="connsiteX60" fmla="*/ 578891 w 1478810"/>
                <a:gd name="connsiteY60" fmla="*/ 1295192 h 1295297"/>
                <a:gd name="connsiteX61" fmla="*/ 540474 w 1478810"/>
                <a:gd name="connsiteY61" fmla="*/ 1256573 h 1295297"/>
                <a:gd name="connsiteX62" fmla="*/ 489385 w 1478810"/>
                <a:gd name="connsiteY62" fmla="*/ 1093967 h 1295297"/>
                <a:gd name="connsiteX63" fmla="*/ 419062 w 1478810"/>
                <a:gd name="connsiteY63" fmla="*/ 998655 h 1295297"/>
                <a:gd name="connsiteX64" fmla="*/ 336825 w 1478810"/>
                <a:gd name="connsiteY64" fmla="*/ 808990 h 1295297"/>
                <a:gd name="connsiteX65" fmla="*/ 437539 w 1478810"/>
                <a:gd name="connsiteY65" fmla="*/ 470805 h 1295297"/>
                <a:gd name="connsiteX66" fmla="*/ 781732 w 1478810"/>
                <a:gd name="connsiteY66" fmla="*/ 338338 h 1295297"/>
                <a:gd name="connsiteX67" fmla="*/ 1238099 w 1478810"/>
                <a:gd name="connsiteY67" fmla="*/ 284067 h 1295297"/>
                <a:gd name="connsiteX68" fmla="*/ 1238055 w 1478810"/>
                <a:gd name="connsiteY68" fmla="*/ 284111 h 1295297"/>
                <a:gd name="connsiteX69" fmla="*/ 1238058 w 1478810"/>
                <a:gd name="connsiteY69" fmla="*/ 284109 h 1295297"/>
                <a:gd name="connsiteX70" fmla="*/ 1245999 w 1478810"/>
                <a:gd name="connsiteY70" fmla="*/ 212337 h 1295297"/>
                <a:gd name="connsiteX71" fmla="*/ 1263492 w 1478810"/>
                <a:gd name="connsiteY71" fmla="*/ 220661 h 1295297"/>
                <a:gd name="connsiteX72" fmla="*/ 1264198 w 1478810"/>
                <a:gd name="connsiteY72" fmla="*/ 256908 h 1295297"/>
                <a:gd name="connsiteX73" fmla="*/ 1238058 w 1478810"/>
                <a:gd name="connsiteY73" fmla="*/ 284109 h 1295297"/>
                <a:gd name="connsiteX74" fmla="*/ 1238048 w 1478810"/>
                <a:gd name="connsiteY74" fmla="*/ 284118 h 1295297"/>
                <a:gd name="connsiteX75" fmla="*/ 1238055 w 1478810"/>
                <a:gd name="connsiteY75" fmla="*/ 284111 h 1295297"/>
                <a:gd name="connsiteX76" fmla="*/ 1110023 w 1478810"/>
                <a:gd name="connsiteY76" fmla="*/ 412800 h 1295297"/>
                <a:gd name="connsiteX77" fmla="*/ 1070343 w 1478810"/>
                <a:gd name="connsiteY77" fmla="*/ 369838 h 1295297"/>
                <a:gd name="connsiteX78" fmla="*/ 1124764 w 1478810"/>
                <a:gd name="connsiteY78" fmla="*/ 319456 h 1295297"/>
                <a:gd name="connsiteX79" fmla="*/ 1212201 w 1478810"/>
                <a:gd name="connsiteY79" fmla="*/ 232272 h 1295297"/>
                <a:gd name="connsiteX80" fmla="*/ 1226841 w 1478810"/>
                <a:gd name="connsiteY80" fmla="*/ 218439 h 1295297"/>
                <a:gd name="connsiteX81" fmla="*/ 1245999 w 1478810"/>
                <a:gd name="connsiteY81" fmla="*/ 212337 h 1295297"/>
                <a:gd name="connsiteX82" fmla="*/ 235859 w 1478810"/>
                <a:gd name="connsiteY82" fmla="*/ 212187 h 1295297"/>
                <a:gd name="connsiteX83" fmla="*/ 256961 w 1478810"/>
                <a:gd name="connsiteY83" fmla="*/ 222631 h 1295297"/>
                <a:gd name="connsiteX84" fmla="*/ 406694 w 1478810"/>
                <a:gd name="connsiteY84" fmla="*/ 370798 h 1295297"/>
                <a:gd name="connsiteX85" fmla="*/ 366132 w 1478810"/>
                <a:gd name="connsiteY85" fmla="*/ 409595 h 1295297"/>
                <a:gd name="connsiteX86" fmla="*/ 219452 w 1478810"/>
                <a:gd name="connsiteY86" fmla="*/ 261856 h 1295297"/>
                <a:gd name="connsiteX87" fmla="*/ 216575 w 1478810"/>
                <a:gd name="connsiteY87" fmla="*/ 219652 h 1295297"/>
                <a:gd name="connsiteX88" fmla="*/ 235859 w 1478810"/>
                <a:gd name="connsiteY88" fmla="*/ 212187 h 1295297"/>
                <a:gd name="connsiteX89" fmla="*/ 739679 w 1478810"/>
                <a:gd name="connsiteY89" fmla="*/ 0 h 1295297"/>
                <a:gd name="connsiteX90" fmla="*/ 766435 w 1478810"/>
                <a:gd name="connsiteY90" fmla="*/ 40891 h 1295297"/>
                <a:gd name="connsiteX91" fmla="*/ 766435 w 1478810"/>
                <a:gd name="connsiteY91" fmla="*/ 217532 h 1295297"/>
                <a:gd name="connsiteX92" fmla="*/ 766435 w 1478810"/>
                <a:gd name="connsiteY92" fmla="*/ 245247 h 1295297"/>
                <a:gd name="connsiteX93" fmla="*/ 713984 w 1478810"/>
                <a:gd name="connsiteY93" fmla="*/ 245247 h 1295297"/>
                <a:gd name="connsiteX94" fmla="*/ 713933 w 1478810"/>
                <a:gd name="connsiteY94" fmla="*/ 245247 h 1295297"/>
                <a:gd name="connsiteX95" fmla="*/ 712065 w 1478810"/>
                <a:gd name="connsiteY95" fmla="*/ 224801 h 1295297"/>
                <a:gd name="connsiteX96" fmla="*/ 712015 w 1478810"/>
                <a:gd name="connsiteY96" fmla="*/ 40589 h 1295297"/>
                <a:gd name="connsiteX97" fmla="*/ 739679 w 1478810"/>
                <a:gd name="connsiteY97" fmla="*/ 0 h 129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8810" h="1295297">
                  <a:moveTo>
                    <a:pt x="1111537" y="1079074"/>
                  </a:moveTo>
                  <a:cubicBezTo>
                    <a:pt x="1116283" y="1082911"/>
                    <a:pt x="1120270" y="1085637"/>
                    <a:pt x="1123653" y="1089019"/>
                  </a:cubicBezTo>
                  <a:cubicBezTo>
                    <a:pt x="1167624" y="1132788"/>
                    <a:pt x="1211493" y="1176607"/>
                    <a:pt x="1255363" y="1220477"/>
                  </a:cubicBezTo>
                  <a:lnTo>
                    <a:pt x="1255414" y="1220477"/>
                  </a:lnTo>
                  <a:cubicBezTo>
                    <a:pt x="1258947" y="1224011"/>
                    <a:pt x="1262582" y="1227646"/>
                    <a:pt x="1265359" y="1231735"/>
                  </a:cubicBezTo>
                  <a:cubicBezTo>
                    <a:pt x="1273335" y="1243397"/>
                    <a:pt x="1273890" y="1255058"/>
                    <a:pt x="1263642" y="1265912"/>
                  </a:cubicBezTo>
                  <a:cubicBezTo>
                    <a:pt x="1253141" y="1277069"/>
                    <a:pt x="1239966" y="1279038"/>
                    <a:pt x="1227799" y="1268739"/>
                  </a:cubicBezTo>
                  <a:cubicBezTo>
                    <a:pt x="1212452" y="1255815"/>
                    <a:pt x="1198721" y="1240974"/>
                    <a:pt x="1184384" y="1226889"/>
                  </a:cubicBezTo>
                  <a:cubicBezTo>
                    <a:pt x="1149702" y="1192914"/>
                    <a:pt x="1115071" y="1158837"/>
                    <a:pt x="1078218" y="1122692"/>
                  </a:cubicBezTo>
                  <a:cubicBezTo>
                    <a:pt x="1090486" y="1106587"/>
                    <a:pt x="1100582" y="1093361"/>
                    <a:pt x="1111537" y="1079074"/>
                  </a:cubicBezTo>
                  <a:close/>
                  <a:moveTo>
                    <a:pt x="365752" y="1076146"/>
                  </a:moveTo>
                  <a:cubicBezTo>
                    <a:pt x="377969" y="1092351"/>
                    <a:pt x="388217" y="1105931"/>
                    <a:pt x="399879" y="1121329"/>
                  </a:cubicBezTo>
                  <a:cubicBezTo>
                    <a:pt x="350153" y="1171206"/>
                    <a:pt x="303203" y="1218862"/>
                    <a:pt x="255446" y="1265710"/>
                  </a:cubicBezTo>
                  <a:cubicBezTo>
                    <a:pt x="241866" y="1279037"/>
                    <a:pt x="226722" y="1277927"/>
                    <a:pt x="215464" y="1265962"/>
                  </a:cubicBezTo>
                  <a:cubicBezTo>
                    <a:pt x="204459" y="1254300"/>
                    <a:pt x="204812" y="1239963"/>
                    <a:pt x="218644" y="1225828"/>
                  </a:cubicBezTo>
                  <a:cubicBezTo>
                    <a:pt x="253831" y="1189884"/>
                    <a:pt x="289775" y="1154748"/>
                    <a:pt x="325214" y="1119057"/>
                  </a:cubicBezTo>
                  <a:lnTo>
                    <a:pt x="325164" y="1119006"/>
                  </a:lnTo>
                  <a:cubicBezTo>
                    <a:pt x="338138" y="1105982"/>
                    <a:pt x="350506" y="1092301"/>
                    <a:pt x="365752" y="1076146"/>
                  </a:cubicBezTo>
                  <a:close/>
                  <a:moveTo>
                    <a:pt x="741749" y="998453"/>
                  </a:moveTo>
                  <a:cubicBezTo>
                    <a:pt x="712318" y="997494"/>
                    <a:pt x="688742" y="1020111"/>
                    <a:pt x="688187" y="1049845"/>
                  </a:cubicBezTo>
                  <a:cubicBezTo>
                    <a:pt x="687682" y="1077459"/>
                    <a:pt x="710702" y="1100985"/>
                    <a:pt x="738922" y="1101691"/>
                  </a:cubicBezTo>
                  <a:cubicBezTo>
                    <a:pt x="766486" y="1102347"/>
                    <a:pt x="790465" y="1079226"/>
                    <a:pt x="791122" y="1051309"/>
                  </a:cubicBezTo>
                  <a:cubicBezTo>
                    <a:pt x="791778" y="1023341"/>
                    <a:pt x="769414" y="999362"/>
                    <a:pt x="741749" y="998453"/>
                  </a:cubicBezTo>
                  <a:close/>
                  <a:moveTo>
                    <a:pt x="1258696" y="716555"/>
                  </a:moveTo>
                  <a:cubicBezTo>
                    <a:pt x="1319881" y="716555"/>
                    <a:pt x="1381016" y="716555"/>
                    <a:pt x="1442201" y="716555"/>
                  </a:cubicBezTo>
                  <a:cubicBezTo>
                    <a:pt x="1447199" y="716555"/>
                    <a:pt x="1452348" y="716202"/>
                    <a:pt x="1457245" y="717060"/>
                  </a:cubicBezTo>
                  <a:lnTo>
                    <a:pt x="1457245" y="717009"/>
                  </a:lnTo>
                  <a:cubicBezTo>
                    <a:pt x="1471936" y="719534"/>
                    <a:pt x="1478499" y="729176"/>
                    <a:pt x="1478802" y="743513"/>
                  </a:cubicBezTo>
                  <a:cubicBezTo>
                    <a:pt x="1479104" y="757800"/>
                    <a:pt x="1471532" y="767694"/>
                    <a:pt x="1457296" y="769815"/>
                  </a:cubicBezTo>
                  <a:cubicBezTo>
                    <a:pt x="1448259" y="771178"/>
                    <a:pt x="1438870" y="770521"/>
                    <a:pt x="1429681" y="770521"/>
                  </a:cubicBezTo>
                  <a:cubicBezTo>
                    <a:pt x="1374403" y="770572"/>
                    <a:pt x="1319073" y="770622"/>
                    <a:pt x="1263795" y="770521"/>
                  </a:cubicBezTo>
                  <a:cubicBezTo>
                    <a:pt x="1255566" y="770521"/>
                    <a:pt x="1247387" y="769815"/>
                    <a:pt x="1238048" y="769411"/>
                  </a:cubicBezTo>
                  <a:lnTo>
                    <a:pt x="1238048" y="717565"/>
                  </a:lnTo>
                  <a:cubicBezTo>
                    <a:pt x="1245722" y="717161"/>
                    <a:pt x="1252183" y="716555"/>
                    <a:pt x="1258696" y="716555"/>
                  </a:cubicBezTo>
                  <a:close/>
                  <a:moveTo>
                    <a:pt x="240503" y="716455"/>
                  </a:moveTo>
                  <a:lnTo>
                    <a:pt x="240503" y="768857"/>
                  </a:lnTo>
                  <a:cubicBezTo>
                    <a:pt x="233183" y="769412"/>
                    <a:pt x="225964" y="770472"/>
                    <a:pt x="218745" y="770472"/>
                  </a:cubicBezTo>
                  <a:cubicBezTo>
                    <a:pt x="158418" y="770623"/>
                    <a:pt x="98040" y="770573"/>
                    <a:pt x="37713" y="770573"/>
                  </a:cubicBezTo>
                  <a:cubicBezTo>
                    <a:pt x="31857" y="770573"/>
                    <a:pt x="25698" y="771179"/>
                    <a:pt x="20196" y="769664"/>
                  </a:cubicBezTo>
                  <a:cubicBezTo>
                    <a:pt x="7726" y="766130"/>
                    <a:pt x="204" y="757447"/>
                    <a:pt x="2" y="744170"/>
                  </a:cubicBezTo>
                  <a:cubicBezTo>
                    <a:pt x="-149" y="731095"/>
                    <a:pt x="6111" y="721807"/>
                    <a:pt x="18984" y="717818"/>
                  </a:cubicBezTo>
                  <a:cubicBezTo>
                    <a:pt x="22114" y="716859"/>
                    <a:pt x="25547" y="716505"/>
                    <a:pt x="28879" y="716505"/>
                  </a:cubicBezTo>
                  <a:cubicBezTo>
                    <a:pt x="98343" y="716455"/>
                    <a:pt x="167808" y="716455"/>
                    <a:pt x="240503" y="716455"/>
                  </a:cubicBezTo>
                  <a:close/>
                  <a:moveTo>
                    <a:pt x="698687" y="592166"/>
                  </a:moveTo>
                  <a:lnTo>
                    <a:pt x="698687" y="944689"/>
                  </a:lnTo>
                  <a:lnTo>
                    <a:pt x="780066" y="944689"/>
                  </a:lnTo>
                  <a:lnTo>
                    <a:pt x="780066" y="592166"/>
                  </a:lnTo>
                  <a:close/>
                  <a:moveTo>
                    <a:pt x="366132" y="409595"/>
                  </a:moveTo>
                  <a:lnTo>
                    <a:pt x="366156" y="409620"/>
                  </a:lnTo>
                  <a:lnTo>
                    <a:pt x="366106" y="409620"/>
                  </a:lnTo>
                  <a:close/>
                  <a:moveTo>
                    <a:pt x="781732" y="338338"/>
                  </a:moveTo>
                  <a:cubicBezTo>
                    <a:pt x="955242" y="355855"/>
                    <a:pt x="1086598" y="476712"/>
                    <a:pt x="1130367" y="628110"/>
                  </a:cubicBezTo>
                  <a:lnTo>
                    <a:pt x="1130317" y="628060"/>
                  </a:lnTo>
                  <a:cubicBezTo>
                    <a:pt x="1166917" y="754671"/>
                    <a:pt x="1146825" y="872347"/>
                    <a:pt x="1072363" y="980582"/>
                  </a:cubicBezTo>
                  <a:cubicBezTo>
                    <a:pt x="1043789" y="1022080"/>
                    <a:pt x="1012691" y="1061759"/>
                    <a:pt x="983765" y="1103004"/>
                  </a:cubicBezTo>
                  <a:cubicBezTo>
                    <a:pt x="951859" y="1148388"/>
                    <a:pt x="936916" y="1199275"/>
                    <a:pt x="938078" y="1254806"/>
                  </a:cubicBezTo>
                  <a:cubicBezTo>
                    <a:pt x="938178" y="1258188"/>
                    <a:pt x="938178" y="1261571"/>
                    <a:pt x="937976" y="1264902"/>
                  </a:cubicBezTo>
                  <a:cubicBezTo>
                    <a:pt x="936664" y="1287468"/>
                    <a:pt x="929849" y="1294788"/>
                    <a:pt x="906829" y="1294990"/>
                  </a:cubicBezTo>
                  <a:cubicBezTo>
                    <a:pt x="851348" y="1295445"/>
                    <a:pt x="795816" y="1295142"/>
                    <a:pt x="740335" y="1295142"/>
                  </a:cubicBezTo>
                  <a:lnTo>
                    <a:pt x="740335" y="1295243"/>
                  </a:lnTo>
                  <a:cubicBezTo>
                    <a:pt x="686521" y="1295243"/>
                    <a:pt x="632706" y="1295394"/>
                    <a:pt x="578891" y="1295192"/>
                  </a:cubicBezTo>
                  <a:cubicBezTo>
                    <a:pt x="547541" y="1295092"/>
                    <a:pt x="539312" y="1287822"/>
                    <a:pt x="540474" y="1256573"/>
                  </a:cubicBezTo>
                  <a:cubicBezTo>
                    <a:pt x="542745" y="1196044"/>
                    <a:pt x="524369" y="1142431"/>
                    <a:pt x="489385" y="1093967"/>
                  </a:cubicBezTo>
                  <a:cubicBezTo>
                    <a:pt x="466263" y="1061961"/>
                    <a:pt x="442133" y="1030712"/>
                    <a:pt x="419062" y="998655"/>
                  </a:cubicBezTo>
                  <a:cubicBezTo>
                    <a:pt x="377868" y="941458"/>
                    <a:pt x="346771" y="880070"/>
                    <a:pt x="336825" y="808990"/>
                  </a:cubicBezTo>
                  <a:cubicBezTo>
                    <a:pt x="318853" y="680663"/>
                    <a:pt x="350556" y="566723"/>
                    <a:pt x="437539" y="470805"/>
                  </a:cubicBezTo>
                  <a:cubicBezTo>
                    <a:pt x="529367" y="369486"/>
                    <a:pt x="646387" y="324707"/>
                    <a:pt x="781732" y="338338"/>
                  </a:cubicBezTo>
                  <a:close/>
                  <a:moveTo>
                    <a:pt x="1238099" y="284067"/>
                  </a:moveTo>
                  <a:lnTo>
                    <a:pt x="1238055" y="284111"/>
                  </a:lnTo>
                  <a:lnTo>
                    <a:pt x="1238058" y="284109"/>
                  </a:lnTo>
                  <a:close/>
                  <a:moveTo>
                    <a:pt x="1245999" y="212337"/>
                  </a:moveTo>
                  <a:cubicBezTo>
                    <a:pt x="1252335" y="212760"/>
                    <a:pt x="1258393" y="215587"/>
                    <a:pt x="1263492" y="220661"/>
                  </a:cubicBezTo>
                  <a:cubicBezTo>
                    <a:pt x="1273235" y="230353"/>
                    <a:pt x="1274093" y="244792"/>
                    <a:pt x="1264198" y="256908"/>
                  </a:cubicBezTo>
                  <a:lnTo>
                    <a:pt x="1238058" y="284109"/>
                  </a:lnTo>
                  <a:lnTo>
                    <a:pt x="1238048" y="284118"/>
                  </a:lnTo>
                  <a:lnTo>
                    <a:pt x="1238055" y="284111"/>
                  </a:lnTo>
                  <a:lnTo>
                    <a:pt x="1110023" y="412800"/>
                  </a:lnTo>
                  <a:cubicBezTo>
                    <a:pt x="1096443" y="398109"/>
                    <a:pt x="1085135" y="385841"/>
                    <a:pt x="1070343" y="369838"/>
                  </a:cubicBezTo>
                  <a:cubicBezTo>
                    <a:pt x="1087962" y="353583"/>
                    <a:pt x="1106792" y="336974"/>
                    <a:pt x="1124764" y="319456"/>
                  </a:cubicBezTo>
                  <a:cubicBezTo>
                    <a:pt x="1154195" y="290731"/>
                    <a:pt x="1183072" y="261350"/>
                    <a:pt x="1212201" y="232272"/>
                  </a:cubicBezTo>
                  <a:cubicBezTo>
                    <a:pt x="1216946" y="227526"/>
                    <a:pt x="1221439" y="222377"/>
                    <a:pt x="1226841" y="218439"/>
                  </a:cubicBezTo>
                  <a:cubicBezTo>
                    <a:pt x="1233050" y="213896"/>
                    <a:pt x="1239663" y="211915"/>
                    <a:pt x="1245999" y="212337"/>
                  </a:cubicBezTo>
                  <a:close/>
                  <a:moveTo>
                    <a:pt x="235859" y="212187"/>
                  </a:moveTo>
                  <a:cubicBezTo>
                    <a:pt x="242889" y="212610"/>
                    <a:pt x="250222" y="216017"/>
                    <a:pt x="256961" y="222631"/>
                  </a:cubicBezTo>
                  <a:cubicBezTo>
                    <a:pt x="307242" y="271902"/>
                    <a:pt x="357120" y="321678"/>
                    <a:pt x="406694" y="370798"/>
                  </a:cubicBezTo>
                  <a:lnTo>
                    <a:pt x="366132" y="409595"/>
                  </a:lnTo>
                  <a:lnTo>
                    <a:pt x="219452" y="261856"/>
                  </a:lnTo>
                  <a:cubicBezTo>
                    <a:pt x="205065" y="247215"/>
                    <a:pt x="204711" y="231112"/>
                    <a:pt x="216575" y="219652"/>
                  </a:cubicBezTo>
                  <a:cubicBezTo>
                    <a:pt x="222103" y="214326"/>
                    <a:pt x="228829" y="211764"/>
                    <a:pt x="235859" y="212187"/>
                  </a:cubicBezTo>
                  <a:close/>
                  <a:moveTo>
                    <a:pt x="739679" y="0"/>
                  </a:moveTo>
                  <a:cubicBezTo>
                    <a:pt x="756541" y="101"/>
                    <a:pt x="766435" y="14994"/>
                    <a:pt x="766435" y="40891"/>
                  </a:cubicBezTo>
                  <a:cubicBezTo>
                    <a:pt x="766435" y="99755"/>
                    <a:pt x="766435" y="158669"/>
                    <a:pt x="766435" y="217532"/>
                  </a:cubicBezTo>
                  <a:lnTo>
                    <a:pt x="766435" y="245247"/>
                  </a:lnTo>
                  <a:lnTo>
                    <a:pt x="713984" y="245247"/>
                  </a:lnTo>
                  <a:lnTo>
                    <a:pt x="713933" y="245247"/>
                  </a:lnTo>
                  <a:cubicBezTo>
                    <a:pt x="713226" y="237725"/>
                    <a:pt x="712065" y="231263"/>
                    <a:pt x="712065" y="224801"/>
                  </a:cubicBezTo>
                  <a:cubicBezTo>
                    <a:pt x="711914" y="163414"/>
                    <a:pt x="711914" y="101976"/>
                    <a:pt x="712015" y="40589"/>
                  </a:cubicBezTo>
                  <a:cubicBezTo>
                    <a:pt x="712065" y="15095"/>
                    <a:pt x="722667" y="-101"/>
                    <a:pt x="739679" y="0"/>
                  </a:cubicBezTo>
                  <a:close/>
                </a:path>
              </a:pathLst>
            </a:custGeom>
            <a:solidFill>
              <a:srgbClr val="FFC000"/>
            </a:solidFill>
            <a:ln w="9525" cap="flat">
              <a:noFill/>
              <a:prstDash val="solid"/>
              <a:miter/>
            </a:ln>
          </p:spPr>
          <p:txBody>
            <a:bodyPr rtlCol="0" anchor="ctr"/>
            <a:lstStyle/>
            <a:p>
              <a:endParaRPr lang="en-US"/>
            </a:p>
          </p:txBody>
        </p:sp>
      </p:grpSp>
      <p:grpSp>
        <p:nvGrpSpPr>
          <p:cNvPr id="118" name="Group 117">
            <a:extLst>
              <a:ext uri="{FF2B5EF4-FFF2-40B4-BE49-F238E27FC236}">
                <a16:creationId xmlns:a16="http://schemas.microsoft.com/office/drawing/2014/main" id="{298C519E-7508-0D9F-15E8-135311AA30B1}"/>
              </a:ext>
            </a:extLst>
          </p:cNvPr>
          <p:cNvGrpSpPr/>
          <p:nvPr/>
        </p:nvGrpSpPr>
        <p:grpSpPr>
          <a:xfrm flipH="1">
            <a:off x="5786092" y="2799101"/>
            <a:ext cx="3371863" cy="2367325"/>
            <a:chOff x="4642626" y="4231997"/>
            <a:chExt cx="3297907" cy="2292495"/>
          </a:xfrm>
        </p:grpSpPr>
        <p:sp>
          <p:nvSpPr>
            <p:cNvPr id="119" name="Freeform: Shape 118">
              <a:extLst>
                <a:ext uri="{FF2B5EF4-FFF2-40B4-BE49-F238E27FC236}">
                  <a16:creationId xmlns:a16="http://schemas.microsoft.com/office/drawing/2014/main" id="{97567473-6ACC-7EE2-FFE9-638B32761510}"/>
                </a:ext>
              </a:extLst>
            </p:cNvPr>
            <p:cNvSpPr/>
            <p:nvPr/>
          </p:nvSpPr>
          <p:spPr>
            <a:xfrm flipH="1">
              <a:off x="5756066" y="4232463"/>
              <a:ext cx="2184467" cy="1074855"/>
            </a:xfrm>
            <a:custGeom>
              <a:avLst/>
              <a:gdLst>
                <a:gd name="connsiteX0" fmla="*/ 2184467 w 2184467"/>
                <a:gd name="connsiteY0" fmla="*/ 789666 h 1074855"/>
                <a:gd name="connsiteX1" fmla="*/ 1916091 w 2184467"/>
                <a:gd name="connsiteY1" fmla="*/ 518561 h 1074855"/>
                <a:gd name="connsiteX2" fmla="*/ 1118774 w 2184467"/>
                <a:gd name="connsiteY2" fmla="*/ 420214 h 1074855"/>
                <a:gd name="connsiteX3" fmla="*/ 783923 w 2184467"/>
                <a:gd name="connsiteY3" fmla="*/ 396278 h 1074855"/>
                <a:gd name="connsiteX4" fmla="*/ 191237 w 2184467"/>
                <a:gd name="connsiteY4" fmla="*/ 8348 h 1074855"/>
                <a:gd name="connsiteX5" fmla="*/ 18603 w 2184467"/>
                <a:gd name="connsiteY5" fmla="*/ 82759 h 1074855"/>
                <a:gd name="connsiteX6" fmla="*/ 0 w 2184467"/>
                <a:gd name="connsiteY6" fmla="*/ 114632 h 1074855"/>
                <a:gd name="connsiteX7" fmla="*/ 449072 w 2184467"/>
                <a:gd name="connsiteY7" fmla="*/ 521289 h 1074855"/>
                <a:gd name="connsiteX8" fmla="*/ 534149 w 2184467"/>
                <a:gd name="connsiteY8" fmla="*/ 704713 h 1074855"/>
                <a:gd name="connsiteX9" fmla="*/ 629767 w 2184467"/>
                <a:gd name="connsiteY9" fmla="*/ 702109 h 1074855"/>
                <a:gd name="connsiteX10" fmla="*/ 895540 w 2184467"/>
                <a:gd name="connsiteY10" fmla="*/ 914677 h 1074855"/>
                <a:gd name="connsiteX11" fmla="*/ 1482025 w 2184467"/>
                <a:gd name="connsiteY11" fmla="*/ 922614 h 1074855"/>
                <a:gd name="connsiteX12" fmla="*/ 1779670 w 2184467"/>
                <a:gd name="connsiteY12" fmla="*/ 1030634 h 1074855"/>
                <a:gd name="connsiteX13" fmla="*/ 1841679 w 2184467"/>
                <a:gd name="connsiteY13" fmla="*/ 1034231 h 1074855"/>
                <a:gd name="connsiteX14" fmla="*/ 2176530 w 2184467"/>
                <a:gd name="connsiteY14" fmla="*/ 826996 h 1074855"/>
                <a:gd name="connsiteX15" fmla="*/ 2184467 w 2184467"/>
                <a:gd name="connsiteY15" fmla="*/ 789790 h 1074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4467" h="1074855">
                  <a:moveTo>
                    <a:pt x="2184467" y="789666"/>
                  </a:moveTo>
                  <a:lnTo>
                    <a:pt x="1916091" y="518561"/>
                  </a:lnTo>
                  <a:cubicBezTo>
                    <a:pt x="1916091" y="518561"/>
                    <a:pt x="1626383" y="162503"/>
                    <a:pt x="1118774" y="420214"/>
                  </a:cubicBezTo>
                  <a:cubicBezTo>
                    <a:pt x="1038409" y="385861"/>
                    <a:pt x="927165" y="375691"/>
                    <a:pt x="783923" y="396278"/>
                  </a:cubicBezTo>
                  <a:lnTo>
                    <a:pt x="191237" y="8348"/>
                  </a:lnTo>
                  <a:cubicBezTo>
                    <a:pt x="97603" y="-12860"/>
                    <a:pt x="34105" y="4379"/>
                    <a:pt x="18603" y="82759"/>
                  </a:cubicBezTo>
                  <a:lnTo>
                    <a:pt x="0" y="114632"/>
                  </a:lnTo>
                  <a:lnTo>
                    <a:pt x="449072" y="521289"/>
                  </a:lnTo>
                  <a:cubicBezTo>
                    <a:pt x="422532" y="578462"/>
                    <a:pt x="462342" y="711286"/>
                    <a:pt x="534149" y="704713"/>
                  </a:cubicBezTo>
                  <a:lnTo>
                    <a:pt x="629767" y="702109"/>
                  </a:lnTo>
                  <a:cubicBezTo>
                    <a:pt x="629767" y="702109"/>
                    <a:pt x="765320" y="917405"/>
                    <a:pt x="895540" y="914677"/>
                  </a:cubicBezTo>
                  <a:cubicBezTo>
                    <a:pt x="1025760" y="911948"/>
                    <a:pt x="1482025" y="922614"/>
                    <a:pt x="1482025" y="922614"/>
                  </a:cubicBezTo>
                  <a:cubicBezTo>
                    <a:pt x="1482025" y="922614"/>
                    <a:pt x="1731799" y="933280"/>
                    <a:pt x="1779670" y="1030634"/>
                  </a:cubicBezTo>
                  <a:cubicBezTo>
                    <a:pt x="1827541" y="1127989"/>
                    <a:pt x="1841679" y="1034231"/>
                    <a:pt x="1841679" y="1034231"/>
                  </a:cubicBezTo>
                  <a:lnTo>
                    <a:pt x="2176530" y="826996"/>
                  </a:lnTo>
                  <a:lnTo>
                    <a:pt x="2184467" y="789790"/>
                  </a:lnTo>
                  <a:close/>
                </a:path>
              </a:pathLst>
            </a:custGeom>
            <a:solidFill>
              <a:srgbClr val="F6BC99"/>
            </a:solidFill>
            <a:ln w="22225" cap="flat">
              <a:solidFill>
                <a:srgbClr val="F2AE87"/>
              </a:solid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3ADC177-0180-F6DF-B85E-DC58F7648A08}"/>
                </a:ext>
              </a:extLst>
            </p:cNvPr>
            <p:cNvSpPr/>
            <p:nvPr/>
          </p:nvSpPr>
          <p:spPr>
            <a:xfrm flipH="1">
              <a:off x="7156610" y="4231997"/>
              <a:ext cx="765444" cy="418075"/>
            </a:xfrm>
            <a:custGeom>
              <a:avLst/>
              <a:gdLst>
                <a:gd name="connsiteX0" fmla="*/ 728238 w 765444"/>
                <a:gd name="connsiteY0" fmla="*/ 418076 h 418075"/>
                <a:gd name="connsiteX1" fmla="*/ 141754 w 765444"/>
                <a:gd name="connsiteY1" fmla="*/ 58422 h 418075"/>
                <a:gd name="connsiteX2" fmla="*/ 0 w 765444"/>
                <a:gd name="connsiteY2" fmla="*/ 83225 h 418075"/>
                <a:gd name="connsiteX3" fmla="*/ 172758 w 765444"/>
                <a:gd name="connsiteY3" fmla="*/ 8814 h 418075"/>
                <a:gd name="connsiteX4" fmla="*/ 765444 w 765444"/>
                <a:gd name="connsiteY4" fmla="*/ 396869 h 418075"/>
                <a:gd name="connsiteX5" fmla="*/ 728238 w 765444"/>
                <a:gd name="connsiteY5" fmla="*/ 418076 h 418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5444" h="418075">
                  <a:moveTo>
                    <a:pt x="728238" y="418076"/>
                  </a:moveTo>
                  <a:lnTo>
                    <a:pt x="141754" y="58422"/>
                  </a:lnTo>
                  <a:cubicBezTo>
                    <a:pt x="85573" y="38827"/>
                    <a:pt x="39562" y="50980"/>
                    <a:pt x="0" y="83225"/>
                  </a:cubicBezTo>
                  <a:cubicBezTo>
                    <a:pt x="16495" y="8938"/>
                    <a:pt x="74907" y="-14874"/>
                    <a:pt x="172758" y="8814"/>
                  </a:cubicBezTo>
                  <a:lnTo>
                    <a:pt x="765444" y="396869"/>
                  </a:lnTo>
                  <a:lnTo>
                    <a:pt x="728238" y="418076"/>
                  </a:lnTo>
                  <a:close/>
                </a:path>
              </a:pathLst>
            </a:custGeom>
            <a:solidFill>
              <a:srgbClr val="F2AE87"/>
            </a:solidFill>
            <a:ln w="12379"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A9CCF900-6FF7-9F54-D91A-FF53209AD842}"/>
                </a:ext>
              </a:extLst>
            </p:cNvPr>
            <p:cNvSpPr/>
            <p:nvPr/>
          </p:nvSpPr>
          <p:spPr>
            <a:xfrm flipH="1">
              <a:off x="7236355" y="4709901"/>
              <a:ext cx="206473" cy="186472"/>
            </a:xfrm>
            <a:custGeom>
              <a:avLst/>
              <a:gdLst>
                <a:gd name="connsiteX0" fmla="*/ 192335 w 206473"/>
                <a:gd name="connsiteY0" fmla="*/ 445 h 186472"/>
                <a:gd name="connsiteX1" fmla="*/ 206473 w 206473"/>
                <a:gd name="connsiteY1" fmla="*/ 177668 h 186472"/>
                <a:gd name="connsiteX2" fmla="*/ 46985 w 206473"/>
                <a:gd name="connsiteY2" fmla="*/ 186473 h 186472"/>
                <a:gd name="connsiteX3" fmla="*/ 192211 w 206473"/>
                <a:gd name="connsiteY3" fmla="*/ 445 h 186472"/>
              </a:gdLst>
              <a:ahLst/>
              <a:cxnLst>
                <a:cxn ang="0">
                  <a:pos x="connsiteX0" y="connsiteY0"/>
                </a:cxn>
                <a:cxn ang="0">
                  <a:pos x="connsiteX1" y="connsiteY1"/>
                </a:cxn>
                <a:cxn ang="0">
                  <a:pos x="connsiteX2" y="connsiteY2"/>
                </a:cxn>
                <a:cxn ang="0">
                  <a:pos x="connsiteX3" y="connsiteY3"/>
                </a:cxn>
              </a:cxnLst>
              <a:rect l="l" t="t" r="r" b="b"/>
              <a:pathLst>
                <a:path w="206473" h="186472">
                  <a:moveTo>
                    <a:pt x="192335" y="445"/>
                  </a:moveTo>
                  <a:lnTo>
                    <a:pt x="206473" y="177668"/>
                  </a:lnTo>
                  <a:lnTo>
                    <a:pt x="46985" y="186473"/>
                  </a:lnTo>
                  <a:cubicBezTo>
                    <a:pt x="-46897" y="115658"/>
                    <a:pt x="-886" y="-8361"/>
                    <a:pt x="192211" y="445"/>
                  </a:cubicBezTo>
                  <a:close/>
                </a:path>
              </a:pathLst>
            </a:custGeom>
            <a:solidFill>
              <a:schemeClr val="bg1"/>
            </a:solidFill>
            <a:ln w="12379"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7191643-3D12-424A-C61D-DDABA7F63B0F}"/>
                </a:ext>
              </a:extLst>
            </p:cNvPr>
            <p:cNvSpPr/>
            <p:nvPr/>
          </p:nvSpPr>
          <p:spPr>
            <a:xfrm flipH="1">
              <a:off x="6074919" y="4934324"/>
              <a:ext cx="1235723" cy="350849"/>
            </a:xfrm>
            <a:custGeom>
              <a:avLst/>
              <a:gdLst>
                <a:gd name="connsiteX0" fmla="*/ 605832 w 1235723"/>
                <a:gd name="connsiteY0" fmla="*/ 9797 h 350849"/>
                <a:gd name="connsiteX1" fmla="*/ 92022 w 1235723"/>
                <a:gd name="connsiteY1" fmla="*/ 22199 h 350849"/>
                <a:gd name="connsiteX2" fmla="*/ 406534 w 1235723"/>
                <a:gd name="connsiteY2" fmla="*/ 148822 h 350849"/>
                <a:gd name="connsiteX3" fmla="*/ 1108108 w 1235723"/>
                <a:gd name="connsiteY3" fmla="*/ 186028 h 350849"/>
                <a:gd name="connsiteX4" fmla="*/ 1235723 w 1235723"/>
                <a:gd name="connsiteY4" fmla="*/ 308311 h 350849"/>
                <a:gd name="connsiteX5" fmla="*/ 1161312 w 1235723"/>
                <a:gd name="connsiteY5" fmla="*/ 350849 h 350849"/>
                <a:gd name="connsiteX6" fmla="*/ 805254 w 1235723"/>
                <a:gd name="connsiteY6" fmla="*/ 223234 h 350849"/>
                <a:gd name="connsiteX7" fmla="*/ 265772 w 1235723"/>
                <a:gd name="connsiteY7" fmla="*/ 212568 h 350849"/>
                <a:gd name="connsiteX8" fmla="*/ 0 w 1235723"/>
                <a:gd name="connsiteY8" fmla="*/ 0 h 350849"/>
                <a:gd name="connsiteX9" fmla="*/ 605956 w 1235723"/>
                <a:gd name="connsiteY9" fmla="*/ 9797 h 35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5723" h="350849">
                  <a:moveTo>
                    <a:pt x="605832" y="9797"/>
                  </a:moveTo>
                  <a:cubicBezTo>
                    <a:pt x="604468" y="10045"/>
                    <a:pt x="92022" y="22199"/>
                    <a:pt x="92022" y="22199"/>
                  </a:cubicBezTo>
                  <a:cubicBezTo>
                    <a:pt x="92022" y="22199"/>
                    <a:pt x="148699" y="175487"/>
                    <a:pt x="406534" y="148822"/>
                  </a:cubicBezTo>
                  <a:cubicBezTo>
                    <a:pt x="664369" y="122159"/>
                    <a:pt x="1004428" y="100951"/>
                    <a:pt x="1108108" y="186028"/>
                  </a:cubicBezTo>
                  <a:cubicBezTo>
                    <a:pt x="1211788" y="271105"/>
                    <a:pt x="1235723" y="308311"/>
                    <a:pt x="1235723" y="308311"/>
                  </a:cubicBezTo>
                  <a:lnTo>
                    <a:pt x="1161312" y="350849"/>
                  </a:lnTo>
                  <a:cubicBezTo>
                    <a:pt x="1158212" y="342292"/>
                    <a:pt x="1121998" y="224846"/>
                    <a:pt x="805254" y="223234"/>
                  </a:cubicBezTo>
                  <a:cubicBezTo>
                    <a:pt x="488882" y="221746"/>
                    <a:pt x="267881" y="207359"/>
                    <a:pt x="265772" y="212568"/>
                  </a:cubicBezTo>
                  <a:cubicBezTo>
                    <a:pt x="161721" y="195454"/>
                    <a:pt x="77016" y="111121"/>
                    <a:pt x="0" y="0"/>
                  </a:cubicBezTo>
                  <a:lnTo>
                    <a:pt x="605956" y="9797"/>
                  </a:lnTo>
                  <a:close/>
                </a:path>
              </a:pathLst>
            </a:custGeom>
            <a:solidFill>
              <a:srgbClr val="F2AE87"/>
            </a:solidFill>
            <a:ln w="12379"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62791BD0-3AEA-7762-F978-D844FB333C68}"/>
                </a:ext>
              </a:extLst>
            </p:cNvPr>
            <p:cNvSpPr/>
            <p:nvPr/>
          </p:nvSpPr>
          <p:spPr>
            <a:xfrm flipH="1">
              <a:off x="5570038" y="4990256"/>
              <a:ext cx="603227" cy="478340"/>
            </a:xfrm>
            <a:custGeom>
              <a:avLst/>
              <a:gdLst>
                <a:gd name="connsiteX0" fmla="*/ 84953 w 603227"/>
                <a:gd name="connsiteY0" fmla="*/ 478340 h 478340"/>
                <a:gd name="connsiteX1" fmla="*/ 0 w 603227"/>
                <a:gd name="connsiteY1" fmla="*/ 289584 h 478340"/>
                <a:gd name="connsiteX2" fmla="*/ 483673 w 603227"/>
                <a:gd name="connsiteY2" fmla="*/ 0 h 478340"/>
                <a:gd name="connsiteX3" fmla="*/ 603227 w 603227"/>
                <a:gd name="connsiteY3" fmla="*/ 193965 h 478340"/>
                <a:gd name="connsiteX4" fmla="*/ 84953 w 603227"/>
                <a:gd name="connsiteY4" fmla="*/ 478340 h 478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227" h="478340">
                  <a:moveTo>
                    <a:pt x="84953" y="478340"/>
                  </a:moveTo>
                  <a:lnTo>
                    <a:pt x="0" y="289584"/>
                  </a:lnTo>
                  <a:lnTo>
                    <a:pt x="483673" y="0"/>
                  </a:lnTo>
                  <a:lnTo>
                    <a:pt x="603227" y="193965"/>
                  </a:lnTo>
                  <a:lnTo>
                    <a:pt x="84953" y="478340"/>
                  </a:lnTo>
                  <a:close/>
                </a:path>
              </a:pathLst>
            </a:custGeom>
            <a:solidFill>
              <a:schemeClr val="accent2">
                <a:lumMod val="60000"/>
                <a:lumOff val="40000"/>
              </a:schemeClr>
            </a:solidFill>
            <a:ln w="12379"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ECD3ADD-CEE8-D453-71C7-215DCCEAC3AD}"/>
                </a:ext>
              </a:extLst>
            </p:cNvPr>
            <p:cNvSpPr/>
            <p:nvPr/>
          </p:nvSpPr>
          <p:spPr>
            <a:xfrm flipH="1">
              <a:off x="4642626" y="5085875"/>
              <a:ext cx="1587564" cy="1438617"/>
            </a:xfrm>
            <a:custGeom>
              <a:avLst/>
              <a:gdLst>
                <a:gd name="connsiteX0" fmla="*/ 124 w 1587564"/>
                <a:gd name="connsiteY0" fmla="*/ 474868 h 1438617"/>
                <a:gd name="connsiteX1" fmla="*/ 634356 w 1587564"/>
                <a:gd name="connsiteY1" fmla="*/ 1438618 h 1438617"/>
                <a:gd name="connsiteX2" fmla="*/ 1587565 w 1587564"/>
                <a:gd name="connsiteY2" fmla="*/ 1438618 h 1438617"/>
                <a:gd name="connsiteX3" fmla="*/ 641425 w 1587564"/>
                <a:gd name="connsiteY3" fmla="*/ 0 h 1438617"/>
                <a:gd name="connsiteX4" fmla="*/ 314760 w 1587564"/>
                <a:gd name="connsiteY4" fmla="*/ 186772 h 1438617"/>
                <a:gd name="connsiteX5" fmla="*/ 0 w 1587564"/>
                <a:gd name="connsiteY5" fmla="*/ 474744 h 143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7564" h="1438617">
                  <a:moveTo>
                    <a:pt x="124" y="474868"/>
                  </a:moveTo>
                  <a:lnTo>
                    <a:pt x="634356" y="1438618"/>
                  </a:lnTo>
                  <a:lnTo>
                    <a:pt x="1587565" y="1438618"/>
                  </a:lnTo>
                  <a:lnTo>
                    <a:pt x="641425" y="0"/>
                  </a:lnTo>
                  <a:cubicBezTo>
                    <a:pt x="520507" y="56180"/>
                    <a:pt x="411866" y="118562"/>
                    <a:pt x="314760" y="186772"/>
                  </a:cubicBezTo>
                  <a:cubicBezTo>
                    <a:pt x="191485" y="273461"/>
                    <a:pt x="87061" y="369700"/>
                    <a:pt x="0" y="474744"/>
                  </a:cubicBezTo>
                  <a:close/>
                </a:path>
              </a:pathLst>
            </a:custGeom>
            <a:solidFill>
              <a:srgbClr val="4475C9"/>
            </a:solidFill>
            <a:ln w="12379"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3E1AD9-754A-DB78-9BA8-D823A75B8101}"/>
                </a:ext>
              </a:extLst>
            </p:cNvPr>
            <p:cNvSpPr/>
            <p:nvPr/>
          </p:nvSpPr>
          <p:spPr>
            <a:xfrm flipH="1">
              <a:off x="5182108" y="5272647"/>
              <a:ext cx="1047958" cy="1251721"/>
            </a:xfrm>
            <a:custGeom>
              <a:avLst/>
              <a:gdLst>
                <a:gd name="connsiteX0" fmla="*/ 1047959 w 1047958"/>
                <a:gd name="connsiteY0" fmla="*/ 1245645 h 1251721"/>
                <a:gd name="connsiteX1" fmla="*/ 314760 w 1047958"/>
                <a:gd name="connsiteY1" fmla="*/ 0 h 1251721"/>
                <a:gd name="connsiteX2" fmla="*/ 0 w 1047958"/>
                <a:gd name="connsiteY2" fmla="*/ 287972 h 1251721"/>
                <a:gd name="connsiteX3" fmla="*/ 634232 w 1047958"/>
                <a:gd name="connsiteY3" fmla="*/ 1251721 h 1251721"/>
                <a:gd name="connsiteX4" fmla="*/ 1047959 w 1047958"/>
                <a:gd name="connsiteY4" fmla="*/ 1245520 h 1251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958" h="1251721">
                  <a:moveTo>
                    <a:pt x="1047959" y="1245645"/>
                  </a:moveTo>
                  <a:lnTo>
                    <a:pt x="314760" y="0"/>
                  </a:lnTo>
                  <a:cubicBezTo>
                    <a:pt x="193965" y="81108"/>
                    <a:pt x="91402" y="179331"/>
                    <a:pt x="0" y="287972"/>
                  </a:cubicBezTo>
                  <a:lnTo>
                    <a:pt x="634232" y="1251721"/>
                  </a:lnTo>
                  <a:lnTo>
                    <a:pt x="1047959" y="1245520"/>
                  </a:lnTo>
                  <a:close/>
                </a:path>
              </a:pathLst>
            </a:custGeom>
            <a:solidFill>
              <a:schemeClr val="accent2">
                <a:lumMod val="75000"/>
                <a:alpha val="20000"/>
              </a:schemeClr>
            </a:solidFill>
            <a:ln w="12379" cap="flat">
              <a:noFill/>
              <a:prstDash val="solid"/>
              <a:miter/>
            </a:ln>
          </p:spPr>
          <p:txBody>
            <a:bodyPr rtlCol="0" anchor="ctr"/>
            <a:lstStyle/>
            <a:p>
              <a:endParaRPr lang="en-US"/>
            </a:p>
          </p:txBody>
        </p:sp>
      </p:grpSp>
      <p:sp>
        <p:nvSpPr>
          <p:cNvPr id="2" name="Slide Number Placeholder 1">
            <a:extLst>
              <a:ext uri="{FF2B5EF4-FFF2-40B4-BE49-F238E27FC236}">
                <a16:creationId xmlns:a16="http://schemas.microsoft.com/office/drawing/2014/main" id="{80F44A5D-5D6A-4390-A555-E4250BDF8FB0}"/>
              </a:ext>
            </a:extLst>
          </p:cNvPr>
          <p:cNvSpPr>
            <a:spLocks noGrp="1"/>
          </p:cNvSpPr>
          <p:nvPr>
            <p:ph type="sldNum" sz="quarter" idx="7"/>
          </p:nvPr>
        </p:nvSpPr>
        <p:spPr/>
        <p:txBody>
          <a:bodyPr/>
          <a:lstStyle/>
          <a:p>
            <a:fld id="{B6F15528-21DE-4FAA-801E-634DDDAF4B2B}" type="slidenum">
              <a:rPr lang="en-US" smtClean="0"/>
              <a:t>43</a:t>
            </a:fld>
            <a:endParaRPr lang="en-US"/>
          </a:p>
        </p:txBody>
      </p:sp>
    </p:spTree>
    <p:extLst>
      <p:ext uri="{BB962C8B-B14F-4D97-AF65-F5344CB8AC3E}">
        <p14:creationId xmlns:p14="http://schemas.microsoft.com/office/powerpoint/2010/main" val="195901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wipe(left)">
                                      <p:cBhvr>
                                        <p:cTn id="7" dur="500"/>
                                        <p:tgtEl>
                                          <p:spTgt spid="118"/>
                                        </p:tgtEl>
                                      </p:cBhvr>
                                    </p:animEffect>
                                  </p:childTnLst>
                                </p:cTn>
                              </p:par>
                              <p:par>
                                <p:cTn id="8" presetID="47" presetClass="entr" presetSubtype="0" fill="hold" nodeType="withEffect">
                                  <p:stCondLst>
                                    <p:cond delay="250"/>
                                  </p:stCondLst>
                                  <p:childTnLst>
                                    <p:set>
                                      <p:cBhvr>
                                        <p:cTn id="9" dur="1" fill="hold">
                                          <p:stCondLst>
                                            <p:cond delay="0"/>
                                          </p:stCondLst>
                                        </p:cTn>
                                        <p:tgtEl>
                                          <p:spTgt spid="115"/>
                                        </p:tgtEl>
                                        <p:attrNameLst>
                                          <p:attrName>style.visibility</p:attrName>
                                        </p:attrNameLst>
                                      </p:cBhvr>
                                      <p:to>
                                        <p:strVal val="visible"/>
                                      </p:to>
                                    </p:set>
                                    <p:animEffect transition="in" filter="fade">
                                      <p:cBhvr>
                                        <p:cTn id="10" dur="500"/>
                                        <p:tgtEl>
                                          <p:spTgt spid="115"/>
                                        </p:tgtEl>
                                      </p:cBhvr>
                                    </p:animEffect>
                                    <p:anim calcmode="lin" valueType="num">
                                      <p:cBhvr>
                                        <p:cTn id="11" dur="500" fill="hold"/>
                                        <p:tgtEl>
                                          <p:spTgt spid="115"/>
                                        </p:tgtEl>
                                        <p:attrNameLst>
                                          <p:attrName>ppt_x</p:attrName>
                                        </p:attrNameLst>
                                      </p:cBhvr>
                                      <p:tavLst>
                                        <p:tav tm="0">
                                          <p:val>
                                            <p:strVal val="#ppt_x"/>
                                          </p:val>
                                        </p:tav>
                                        <p:tav tm="100000">
                                          <p:val>
                                            <p:strVal val="#ppt_x"/>
                                          </p:val>
                                        </p:tav>
                                      </p:tavLst>
                                    </p:anim>
                                    <p:anim calcmode="lin" valueType="num">
                                      <p:cBhvr>
                                        <p:cTn id="12" dur="500" fill="hold"/>
                                        <p:tgtEl>
                                          <p:spTgt spid="1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endParaRPr/>
          </a:p>
        </p:txBody>
      </p:sp>
      <p:sp>
        <p:nvSpPr>
          <p:cNvPr id="3" name="object 3"/>
          <p:cNvSpPr/>
          <p:nvPr/>
        </p:nvSpPr>
        <p:spPr>
          <a:xfrm>
            <a:off x="8496300" y="269747"/>
            <a:ext cx="647700" cy="4874260"/>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7" name="object 7"/>
          <p:cNvSpPr/>
          <p:nvPr/>
        </p:nvSpPr>
        <p:spPr>
          <a:xfrm>
            <a:off x="7344156" y="0"/>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3" name="object 13"/>
          <p:cNvSpPr/>
          <p:nvPr/>
        </p:nvSpPr>
        <p:spPr>
          <a:xfrm>
            <a:off x="719327" y="4873751"/>
            <a:ext cx="1801495" cy="269875"/>
          </a:xfrm>
          <a:custGeom>
            <a:avLst/>
            <a:gdLst/>
            <a:ahLst/>
            <a:cxnLst/>
            <a:rect l="l" t="t" r="r" b="b"/>
            <a:pathLst>
              <a:path w="1801495" h="269875">
                <a:moveTo>
                  <a:pt x="1801368" y="0"/>
                </a:moveTo>
                <a:lnTo>
                  <a:pt x="0" y="0"/>
                </a:lnTo>
                <a:lnTo>
                  <a:pt x="0" y="269748"/>
                </a:lnTo>
                <a:lnTo>
                  <a:pt x="1801368" y="269748"/>
                </a:lnTo>
                <a:lnTo>
                  <a:pt x="1801368" y="0"/>
                </a:lnTo>
                <a:close/>
              </a:path>
            </a:pathLst>
          </a:custGeom>
          <a:solidFill>
            <a:srgbClr val="4475C9"/>
          </a:solidFill>
        </p:spPr>
        <p:txBody>
          <a:bodyPr wrap="square" lIns="0" tIns="0" rIns="0" bIns="0" rtlCol="0"/>
          <a:lstStyle/>
          <a:p>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4" name="object 44"/>
          <p:cNvSpPr txBox="1">
            <a:spLocks noGrp="1"/>
          </p:cNvSpPr>
          <p:nvPr>
            <p:ph sz="half" idx="3"/>
          </p:nvPr>
        </p:nvSpPr>
        <p:spPr>
          <a:xfrm>
            <a:off x="5102493" y="944890"/>
            <a:ext cx="3108960" cy="1554480"/>
          </a:xfrm>
          <a:prstGeom prst="rect">
            <a:avLst/>
          </a:prstGeom>
        </p:spPr>
        <p:txBody>
          <a:bodyPr vert="horz" wrap="square" lIns="0" tIns="12700" rIns="0" bIns="0" rtlCol="0">
            <a:spAutoFit/>
          </a:bodyPr>
          <a:lstStyle/>
          <a:p>
            <a:pPr marL="12700" algn="ctr">
              <a:lnSpc>
                <a:spcPct val="100000"/>
              </a:lnSpc>
              <a:spcBef>
                <a:spcPts val="100"/>
              </a:spcBef>
            </a:pPr>
            <a:r>
              <a:rPr sz="2000" spc="-20" dirty="0">
                <a:latin typeface="+mn-lt"/>
              </a:rPr>
              <a:t>Auto</a:t>
            </a:r>
            <a:r>
              <a:rPr sz="2000" spc="-25" dirty="0">
                <a:latin typeface="+mn-lt"/>
              </a:rPr>
              <a:t>m</a:t>
            </a:r>
            <a:r>
              <a:rPr sz="2000" spc="-30" dirty="0">
                <a:latin typeface="+mn-lt"/>
              </a:rPr>
              <a:t>atic</a:t>
            </a:r>
            <a:r>
              <a:rPr sz="2000" spc="-120" dirty="0">
                <a:latin typeface="+mn-lt"/>
              </a:rPr>
              <a:t> </a:t>
            </a:r>
            <a:r>
              <a:rPr sz="2000" spc="-30" dirty="0">
                <a:latin typeface="+mn-lt"/>
              </a:rPr>
              <a:t>Outputs</a:t>
            </a:r>
            <a:endParaRPr lang="en-US" sz="2000" spc="-30" dirty="0">
              <a:latin typeface="+mn-lt"/>
            </a:endParaRPr>
          </a:p>
          <a:p>
            <a:pPr marL="12700" algn="ctr">
              <a:lnSpc>
                <a:spcPct val="100000"/>
              </a:lnSpc>
              <a:spcBef>
                <a:spcPts val="100"/>
              </a:spcBef>
            </a:pPr>
            <a:r>
              <a:rPr sz="1200" b="0" spc="-75" dirty="0">
                <a:latin typeface="+mn-lt"/>
                <a:cs typeface="Lucida Sans Unicode"/>
              </a:rPr>
              <a:t>A</a:t>
            </a:r>
            <a:r>
              <a:rPr sz="1200" b="0" spc="-30" dirty="0">
                <a:latin typeface="+mn-lt"/>
                <a:cs typeface="Lucida Sans Unicode"/>
              </a:rPr>
              <a:t>f</a:t>
            </a:r>
            <a:r>
              <a:rPr sz="1200" b="0" spc="-35" dirty="0">
                <a:latin typeface="+mn-lt"/>
                <a:cs typeface="Lucida Sans Unicode"/>
              </a:rPr>
              <a:t>t</a:t>
            </a:r>
            <a:r>
              <a:rPr sz="1200" b="0" spc="-5" dirty="0">
                <a:latin typeface="+mn-lt"/>
                <a:cs typeface="Lucida Sans Unicode"/>
              </a:rPr>
              <a:t>e</a:t>
            </a:r>
            <a:r>
              <a:rPr sz="1200" b="0" dirty="0">
                <a:latin typeface="+mn-lt"/>
                <a:cs typeface="Lucida Sans Unicode"/>
              </a:rPr>
              <a:t>r</a:t>
            </a:r>
            <a:r>
              <a:rPr sz="1200" b="0" spc="-60" dirty="0">
                <a:latin typeface="+mn-lt"/>
                <a:cs typeface="Lucida Sans Unicode"/>
              </a:rPr>
              <a:t> </a:t>
            </a:r>
            <a:r>
              <a:rPr sz="1200" b="0" spc="-5" dirty="0">
                <a:latin typeface="+mn-lt"/>
                <a:cs typeface="Lucida Sans Unicode"/>
              </a:rPr>
              <a:t>e</a:t>
            </a:r>
            <a:r>
              <a:rPr sz="1200" b="0" spc="-15" dirty="0">
                <a:latin typeface="+mn-lt"/>
                <a:cs typeface="Lucida Sans Unicode"/>
              </a:rPr>
              <a:t>n</a:t>
            </a:r>
            <a:r>
              <a:rPr sz="1200" b="0" spc="-30" dirty="0">
                <a:latin typeface="+mn-lt"/>
                <a:cs typeface="Lucida Sans Unicode"/>
              </a:rPr>
              <a:t>t</a:t>
            </a:r>
            <a:r>
              <a:rPr sz="1200" b="0" spc="-15" dirty="0">
                <a:latin typeface="+mn-lt"/>
                <a:cs typeface="Lucida Sans Unicode"/>
              </a:rPr>
              <a:t>eri</a:t>
            </a:r>
            <a:r>
              <a:rPr sz="1200" b="0" spc="-20" dirty="0">
                <a:latin typeface="+mn-lt"/>
                <a:cs typeface="Lucida Sans Unicode"/>
              </a:rPr>
              <a:t>n</a:t>
            </a:r>
            <a:r>
              <a:rPr sz="1200" b="0" spc="-90" dirty="0">
                <a:latin typeface="+mn-lt"/>
                <a:cs typeface="Lucida Sans Unicode"/>
              </a:rPr>
              <a:t>g</a:t>
            </a:r>
            <a:r>
              <a:rPr sz="1200" b="0" spc="-45" dirty="0">
                <a:latin typeface="+mn-lt"/>
                <a:cs typeface="Lucida Sans Unicode"/>
              </a:rPr>
              <a:t> </a:t>
            </a:r>
            <a:r>
              <a:rPr sz="1200" b="0" spc="-25" dirty="0">
                <a:latin typeface="+mn-lt"/>
                <a:cs typeface="Lucida Sans Unicode"/>
              </a:rPr>
              <a:t>d</a:t>
            </a:r>
            <a:r>
              <a:rPr sz="1200" b="0" spc="-35" dirty="0">
                <a:latin typeface="+mn-lt"/>
                <a:cs typeface="Lucida Sans Unicode"/>
              </a:rPr>
              <a:t>ata</a:t>
            </a:r>
            <a:r>
              <a:rPr sz="1200" b="0" spc="-20" dirty="0">
                <a:latin typeface="+mn-lt"/>
                <a:cs typeface="Lucida Sans Unicode"/>
              </a:rPr>
              <a:t>,</a:t>
            </a:r>
            <a:r>
              <a:rPr sz="1200" b="0" spc="-75" dirty="0">
                <a:latin typeface="+mn-lt"/>
                <a:cs typeface="Lucida Sans Unicode"/>
              </a:rPr>
              <a:t> </a:t>
            </a:r>
            <a:r>
              <a:rPr sz="1200" b="0" spc="-30" dirty="0">
                <a:latin typeface="+mn-lt"/>
                <a:cs typeface="Lucida Sans Unicode"/>
              </a:rPr>
              <a:t>t</a:t>
            </a:r>
            <a:r>
              <a:rPr sz="1200" b="0" spc="-20" dirty="0">
                <a:latin typeface="+mn-lt"/>
                <a:cs typeface="Lucida Sans Unicode"/>
              </a:rPr>
              <a:t>h</a:t>
            </a:r>
            <a:r>
              <a:rPr sz="1200" b="0" spc="5" dirty="0">
                <a:latin typeface="+mn-lt"/>
                <a:cs typeface="Lucida Sans Unicode"/>
              </a:rPr>
              <a:t>e</a:t>
            </a:r>
            <a:r>
              <a:rPr sz="1200" b="0" spc="-60" dirty="0">
                <a:latin typeface="+mn-lt"/>
                <a:cs typeface="Lucida Sans Unicode"/>
              </a:rPr>
              <a:t> </a:t>
            </a:r>
            <a:r>
              <a:rPr sz="1200" b="0" spc="-20" dirty="0">
                <a:latin typeface="+mn-lt"/>
                <a:cs typeface="Lucida Sans Unicode"/>
              </a:rPr>
              <a:t>use</a:t>
            </a:r>
            <a:r>
              <a:rPr sz="1200" b="0" spc="-10" dirty="0">
                <a:latin typeface="+mn-lt"/>
                <a:cs typeface="Lucida Sans Unicode"/>
              </a:rPr>
              <a:t>r</a:t>
            </a:r>
            <a:r>
              <a:rPr sz="1200" b="0" spc="-60" dirty="0">
                <a:latin typeface="+mn-lt"/>
                <a:cs typeface="Lucida Sans Unicode"/>
              </a:rPr>
              <a:t> </a:t>
            </a:r>
            <a:r>
              <a:rPr sz="1200" b="0" spc="-20" dirty="0">
                <a:latin typeface="+mn-lt"/>
                <a:cs typeface="Lucida Sans Unicode"/>
              </a:rPr>
              <a:t>n</a:t>
            </a:r>
            <a:r>
              <a:rPr sz="1200" b="0" spc="5" dirty="0">
                <a:latin typeface="+mn-lt"/>
                <a:cs typeface="Lucida Sans Unicode"/>
              </a:rPr>
              <a:t>e</a:t>
            </a:r>
            <a:r>
              <a:rPr sz="1200" b="0" dirty="0">
                <a:latin typeface="+mn-lt"/>
                <a:cs typeface="Lucida Sans Unicode"/>
              </a:rPr>
              <a:t>e</a:t>
            </a:r>
            <a:r>
              <a:rPr sz="1200" b="0" spc="-20" dirty="0">
                <a:latin typeface="+mn-lt"/>
                <a:cs typeface="Lucida Sans Unicode"/>
              </a:rPr>
              <a:t>d</a:t>
            </a:r>
            <a:r>
              <a:rPr sz="1200" b="0" spc="-65" dirty="0">
                <a:latin typeface="+mn-lt"/>
                <a:cs typeface="Lucida Sans Unicode"/>
              </a:rPr>
              <a:t> </a:t>
            </a:r>
            <a:r>
              <a:rPr sz="1200" b="0" spc="-20" dirty="0">
                <a:latin typeface="+mn-lt"/>
                <a:cs typeface="Lucida Sans Unicode"/>
              </a:rPr>
              <a:t>n</a:t>
            </a:r>
            <a:r>
              <a:rPr sz="1200" b="0" spc="-25" dirty="0">
                <a:latin typeface="+mn-lt"/>
                <a:cs typeface="Lucida Sans Unicode"/>
              </a:rPr>
              <a:t>ot</a:t>
            </a:r>
            <a:r>
              <a:rPr sz="1200" b="0" spc="-55" dirty="0">
                <a:latin typeface="+mn-lt"/>
                <a:cs typeface="Lucida Sans Unicode"/>
              </a:rPr>
              <a:t> </a:t>
            </a:r>
            <a:r>
              <a:rPr sz="1200" b="0" spc="-30" dirty="0">
                <a:latin typeface="+mn-lt"/>
                <a:cs typeface="Lucida Sans Unicode"/>
              </a:rPr>
              <a:t>t</a:t>
            </a:r>
            <a:r>
              <a:rPr sz="1200" b="0" spc="-10" dirty="0">
                <a:latin typeface="+mn-lt"/>
                <a:cs typeface="Lucida Sans Unicode"/>
              </a:rPr>
              <a:t>o  worry</a:t>
            </a:r>
            <a:r>
              <a:rPr sz="1200" b="0" spc="-70" dirty="0">
                <a:latin typeface="+mn-lt"/>
                <a:cs typeface="Lucida Sans Unicode"/>
              </a:rPr>
              <a:t> </a:t>
            </a:r>
            <a:r>
              <a:rPr sz="1200" b="0" spc="-15" dirty="0">
                <a:latin typeface="+mn-lt"/>
                <a:cs typeface="Lucida Sans Unicode"/>
              </a:rPr>
              <a:t>ab</a:t>
            </a:r>
            <a:r>
              <a:rPr sz="1200" b="0" spc="-20" dirty="0">
                <a:latin typeface="+mn-lt"/>
                <a:cs typeface="Lucida Sans Unicode"/>
              </a:rPr>
              <a:t>o</a:t>
            </a:r>
            <a:r>
              <a:rPr sz="1200" b="0" spc="-15" dirty="0">
                <a:latin typeface="+mn-lt"/>
                <a:cs typeface="Lucida Sans Unicode"/>
              </a:rPr>
              <a:t>u</a:t>
            </a:r>
            <a:r>
              <a:rPr sz="1200" b="0" spc="-30" dirty="0">
                <a:latin typeface="+mn-lt"/>
                <a:cs typeface="Lucida Sans Unicode"/>
              </a:rPr>
              <a:t>t</a:t>
            </a:r>
            <a:r>
              <a:rPr sz="1200" b="0" spc="-65" dirty="0">
                <a:latin typeface="+mn-lt"/>
                <a:cs typeface="Lucida Sans Unicode"/>
              </a:rPr>
              <a:t> </a:t>
            </a:r>
            <a:r>
              <a:rPr sz="1200" b="0" spc="-15" dirty="0">
                <a:latin typeface="+mn-lt"/>
                <a:cs typeface="Lucida Sans Unicode"/>
              </a:rPr>
              <a:t>t</a:t>
            </a:r>
            <a:r>
              <a:rPr sz="1200" b="0" spc="-35" dirty="0">
                <a:latin typeface="+mn-lt"/>
                <a:cs typeface="Lucida Sans Unicode"/>
              </a:rPr>
              <a:t>h</a:t>
            </a:r>
            <a:r>
              <a:rPr sz="1200" b="0" dirty="0">
                <a:latin typeface="+mn-lt"/>
                <a:cs typeface="Lucida Sans Unicode"/>
              </a:rPr>
              <a:t>e</a:t>
            </a:r>
            <a:r>
              <a:rPr sz="1200" b="0" spc="-60" dirty="0">
                <a:latin typeface="+mn-lt"/>
                <a:cs typeface="Lucida Sans Unicode"/>
              </a:rPr>
              <a:t> </a:t>
            </a:r>
            <a:r>
              <a:rPr sz="1200" b="0" dirty="0">
                <a:latin typeface="+mn-lt"/>
                <a:cs typeface="Lucida Sans Unicode"/>
              </a:rPr>
              <a:t>a</a:t>
            </a:r>
            <a:r>
              <a:rPr sz="1200" b="0" spc="-15" dirty="0">
                <a:latin typeface="+mn-lt"/>
                <a:cs typeface="Lucida Sans Unicode"/>
              </a:rPr>
              <a:t>n</a:t>
            </a:r>
            <a:r>
              <a:rPr sz="1200" b="0" dirty="0">
                <a:latin typeface="+mn-lt"/>
                <a:cs typeface="Lucida Sans Unicode"/>
              </a:rPr>
              <a:t>a</a:t>
            </a:r>
            <a:r>
              <a:rPr sz="1200" b="0" spc="-25" dirty="0">
                <a:latin typeface="+mn-lt"/>
                <a:cs typeface="Lucida Sans Unicode"/>
              </a:rPr>
              <a:t>l</a:t>
            </a:r>
            <a:r>
              <a:rPr sz="1200" b="0" spc="-55" dirty="0">
                <a:latin typeface="+mn-lt"/>
                <a:cs typeface="Lucida Sans Unicode"/>
              </a:rPr>
              <a:t>y</a:t>
            </a:r>
            <a:r>
              <a:rPr sz="1200" b="0" spc="-45" dirty="0">
                <a:latin typeface="+mn-lt"/>
                <a:cs typeface="Lucida Sans Unicode"/>
              </a:rPr>
              <a:t>si</a:t>
            </a:r>
            <a:r>
              <a:rPr sz="1200" b="0" spc="-50" dirty="0">
                <a:latin typeface="+mn-lt"/>
                <a:cs typeface="Lucida Sans Unicode"/>
              </a:rPr>
              <a:t>s</a:t>
            </a:r>
            <a:r>
              <a:rPr sz="1200" b="0" spc="-65" dirty="0">
                <a:latin typeface="+mn-lt"/>
                <a:cs typeface="Lucida Sans Unicode"/>
              </a:rPr>
              <a:t>.</a:t>
            </a:r>
            <a:r>
              <a:rPr sz="1200" b="0" spc="-80" dirty="0">
                <a:latin typeface="+mn-lt"/>
                <a:cs typeface="Lucida Sans Unicode"/>
              </a:rPr>
              <a:t> </a:t>
            </a:r>
            <a:r>
              <a:rPr sz="1200" b="0" spc="-75" dirty="0">
                <a:latin typeface="+mn-lt"/>
                <a:cs typeface="Lucida Sans Unicode"/>
              </a:rPr>
              <a:t>A</a:t>
            </a:r>
            <a:r>
              <a:rPr sz="1200" b="0" spc="-45" dirty="0">
                <a:latin typeface="+mn-lt"/>
                <a:cs typeface="Lucida Sans Unicode"/>
              </a:rPr>
              <a:t>ll</a:t>
            </a:r>
            <a:r>
              <a:rPr sz="1200" b="0" spc="-75" dirty="0">
                <a:latin typeface="+mn-lt"/>
                <a:cs typeface="Lucida Sans Unicode"/>
              </a:rPr>
              <a:t> </a:t>
            </a:r>
            <a:r>
              <a:rPr sz="1200" b="0" spc="-15" dirty="0">
                <a:latin typeface="+mn-lt"/>
                <a:cs typeface="Lucida Sans Unicode"/>
              </a:rPr>
              <a:t>t</a:t>
            </a:r>
            <a:r>
              <a:rPr sz="1200" b="0" spc="-35" dirty="0">
                <a:latin typeface="+mn-lt"/>
                <a:cs typeface="Lucida Sans Unicode"/>
              </a:rPr>
              <a:t>h</a:t>
            </a:r>
            <a:r>
              <a:rPr sz="1200" b="0" dirty="0">
                <a:latin typeface="+mn-lt"/>
                <a:cs typeface="Lucida Sans Unicode"/>
              </a:rPr>
              <a:t>e</a:t>
            </a:r>
            <a:r>
              <a:rPr sz="1200" b="0" spc="-50" dirty="0">
                <a:latin typeface="+mn-lt"/>
                <a:cs typeface="Lucida Sans Unicode"/>
              </a:rPr>
              <a:t> </a:t>
            </a:r>
            <a:r>
              <a:rPr sz="1200" b="0" spc="-20" dirty="0">
                <a:latin typeface="+mn-lt"/>
                <a:cs typeface="Lucida Sans Unicode"/>
              </a:rPr>
              <a:t>o</a:t>
            </a:r>
            <a:r>
              <a:rPr sz="1200" b="0" spc="-15" dirty="0">
                <a:latin typeface="+mn-lt"/>
                <a:cs typeface="Lucida Sans Unicode"/>
              </a:rPr>
              <a:t>u</a:t>
            </a:r>
            <a:r>
              <a:rPr sz="1200" b="0" spc="-20" dirty="0">
                <a:latin typeface="+mn-lt"/>
                <a:cs typeface="Lucida Sans Unicode"/>
              </a:rPr>
              <a:t>t</a:t>
            </a:r>
            <a:r>
              <a:rPr sz="1200" b="0" spc="-40" dirty="0">
                <a:latin typeface="+mn-lt"/>
                <a:cs typeface="Lucida Sans Unicode"/>
              </a:rPr>
              <a:t>p</a:t>
            </a:r>
            <a:r>
              <a:rPr sz="1200" b="0" spc="-15" dirty="0">
                <a:latin typeface="+mn-lt"/>
                <a:cs typeface="Lucida Sans Unicode"/>
              </a:rPr>
              <a:t>u</a:t>
            </a:r>
            <a:r>
              <a:rPr sz="1200" b="0" spc="-35" dirty="0">
                <a:latin typeface="+mn-lt"/>
                <a:cs typeface="Lucida Sans Unicode"/>
              </a:rPr>
              <a:t>ts  will </a:t>
            </a:r>
            <a:r>
              <a:rPr sz="1200" b="0" spc="-10" dirty="0">
                <a:latin typeface="+mn-lt"/>
                <a:cs typeface="Lucida Sans Unicode"/>
              </a:rPr>
              <a:t>be </a:t>
            </a:r>
            <a:r>
              <a:rPr sz="1200" b="0" spc="-25" dirty="0">
                <a:latin typeface="+mn-lt"/>
                <a:cs typeface="Lucida Sans Unicode"/>
              </a:rPr>
              <a:t>automatically updated. </a:t>
            </a:r>
            <a:r>
              <a:rPr sz="1200" b="0" spc="-55" dirty="0">
                <a:latin typeface="+mn-lt"/>
                <a:cs typeface="Lucida Sans Unicode"/>
              </a:rPr>
              <a:t>All </a:t>
            </a:r>
            <a:r>
              <a:rPr sz="1200" b="0" spc="-20" dirty="0">
                <a:latin typeface="+mn-lt"/>
                <a:cs typeface="Lucida Sans Unicode"/>
              </a:rPr>
              <a:t>they </a:t>
            </a:r>
            <a:r>
              <a:rPr sz="1200" b="0" spc="-35" dirty="0">
                <a:latin typeface="+mn-lt"/>
                <a:cs typeface="Lucida Sans Unicode"/>
              </a:rPr>
              <a:t>will </a:t>
            </a:r>
            <a:r>
              <a:rPr sz="1200" b="0" spc="-30" dirty="0">
                <a:latin typeface="+mn-lt"/>
                <a:cs typeface="Lucida Sans Unicode"/>
              </a:rPr>
              <a:t> </a:t>
            </a:r>
            <a:r>
              <a:rPr sz="1200" b="0" spc="-15" dirty="0">
                <a:latin typeface="+mn-lt"/>
                <a:cs typeface="Lucida Sans Unicode"/>
              </a:rPr>
              <a:t>n</a:t>
            </a:r>
            <a:r>
              <a:rPr sz="1200" b="0" spc="-5" dirty="0">
                <a:latin typeface="+mn-lt"/>
                <a:cs typeface="Lucida Sans Unicode"/>
              </a:rPr>
              <a:t>eed</a:t>
            </a:r>
            <a:r>
              <a:rPr sz="1200" b="0" spc="-65" dirty="0">
                <a:latin typeface="+mn-lt"/>
                <a:cs typeface="Lucida Sans Unicode"/>
              </a:rPr>
              <a:t> </a:t>
            </a:r>
            <a:r>
              <a:rPr sz="1200" b="0" spc="-20" dirty="0">
                <a:latin typeface="+mn-lt"/>
                <a:cs typeface="Lucida Sans Unicode"/>
              </a:rPr>
              <a:t>to</a:t>
            </a:r>
            <a:r>
              <a:rPr sz="1200" b="0" spc="-70" dirty="0">
                <a:latin typeface="+mn-lt"/>
                <a:cs typeface="Lucida Sans Unicode"/>
              </a:rPr>
              <a:t> </a:t>
            </a:r>
            <a:r>
              <a:rPr sz="1200" b="0" spc="-20" dirty="0">
                <a:latin typeface="+mn-lt"/>
                <a:cs typeface="Lucida Sans Unicode"/>
              </a:rPr>
              <a:t>do</a:t>
            </a:r>
            <a:r>
              <a:rPr sz="1200" b="0" spc="-65" dirty="0">
                <a:latin typeface="+mn-lt"/>
                <a:cs typeface="Lucida Sans Unicode"/>
              </a:rPr>
              <a:t> </a:t>
            </a:r>
            <a:r>
              <a:rPr sz="1200" b="0" spc="-45" dirty="0">
                <a:latin typeface="+mn-lt"/>
                <a:cs typeface="Lucida Sans Unicode"/>
              </a:rPr>
              <a:t>is</a:t>
            </a:r>
            <a:r>
              <a:rPr sz="1200" b="0" spc="-70" dirty="0">
                <a:latin typeface="+mn-lt"/>
                <a:cs typeface="Lucida Sans Unicode"/>
              </a:rPr>
              <a:t> </a:t>
            </a:r>
            <a:r>
              <a:rPr sz="1200" b="0" spc="-20" dirty="0">
                <a:latin typeface="+mn-lt"/>
                <a:cs typeface="Lucida Sans Unicode"/>
              </a:rPr>
              <a:t>to</a:t>
            </a:r>
            <a:r>
              <a:rPr sz="1200" b="0" spc="-70" dirty="0">
                <a:latin typeface="+mn-lt"/>
                <a:cs typeface="Lucida Sans Unicode"/>
              </a:rPr>
              <a:t> </a:t>
            </a:r>
            <a:r>
              <a:rPr sz="1200" b="0" spc="-55" dirty="0">
                <a:latin typeface="+mn-lt"/>
                <a:cs typeface="Lucida Sans Unicode"/>
              </a:rPr>
              <a:t>go</a:t>
            </a:r>
            <a:r>
              <a:rPr sz="1200" b="0" spc="-60" dirty="0">
                <a:latin typeface="+mn-lt"/>
                <a:cs typeface="Lucida Sans Unicode"/>
              </a:rPr>
              <a:t> </a:t>
            </a:r>
            <a:r>
              <a:rPr sz="1200" b="0" spc="-20" dirty="0">
                <a:latin typeface="+mn-lt"/>
                <a:cs typeface="Lucida Sans Unicode"/>
              </a:rPr>
              <a:t>to</a:t>
            </a:r>
            <a:r>
              <a:rPr sz="1200" b="0" spc="-70" dirty="0">
                <a:latin typeface="+mn-lt"/>
                <a:cs typeface="Lucida Sans Unicode"/>
              </a:rPr>
              <a:t> </a:t>
            </a:r>
            <a:r>
              <a:rPr sz="1200" b="0" spc="15" dirty="0">
                <a:latin typeface="+mn-lt"/>
                <a:cs typeface="Lucida Sans Unicode"/>
              </a:rPr>
              <a:t>P</a:t>
            </a:r>
            <a:r>
              <a:rPr sz="1200" b="0" spc="10" dirty="0">
                <a:latin typeface="+mn-lt"/>
                <a:cs typeface="Lucida Sans Unicode"/>
              </a:rPr>
              <a:t>o</a:t>
            </a:r>
            <a:r>
              <a:rPr sz="1200" b="0" dirty="0">
                <a:latin typeface="+mn-lt"/>
                <a:cs typeface="Lucida Sans Unicode"/>
              </a:rPr>
              <a:t>wer</a:t>
            </a:r>
            <a:r>
              <a:rPr sz="1200" b="0" spc="-55" dirty="0">
                <a:latin typeface="+mn-lt"/>
                <a:cs typeface="Lucida Sans Unicode"/>
              </a:rPr>
              <a:t> </a:t>
            </a:r>
            <a:r>
              <a:rPr sz="1200" b="0" spc="35" dirty="0">
                <a:latin typeface="+mn-lt"/>
                <a:cs typeface="Lucida Sans Unicode"/>
              </a:rPr>
              <a:t>BI</a:t>
            </a:r>
            <a:r>
              <a:rPr sz="1200" b="0" spc="-80" dirty="0">
                <a:latin typeface="+mn-lt"/>
                <a:cs typeface="Lucida Sans Unicode"/>
              </a:rPr>
              <a:t> </a:t>
            </a:r>
            <a:r>
              <a:rPr sz="1200" b="0" dirty="0">
                <a:latin typeface="+mn-lt"/>
                <a:cs typeface="Lucida Sans Unicode"/>
              </a:rPr>
              <a:t>a</a:t>
            </a:r>
            <a:r>
              <a:rPr sz="1200" b="0" spc="-15" dirty="0">
                <a:latin typeface="+mn-lt"/>
                <a:cs typeface="Lucida Sans Unicode"/>
              </a:rPr>
              <a:t>n</a:t>
            </a:r>
            <a:r>
              <a:rPr sz="1200" b="0" spc="-20" dirty="0">
                <a:latin typeface="+mn-lt"/>
                <a:cs typeface="Lucida Sans Unicode"/>
              </a:rPr>
              <a:t>d</a:t>
            </a:r>
            <a:r>
              <a:rPr sz="1200" b="0" spc="-70" dirty="0">
                <a:latin typeface="+mn-lt"/>
                <a:cs typeface="Lucida Sans Unicode"/>
              </a:rPr>
              <a:t> </a:t>
            </a:r>
            <a:r>
              <a:rPr sz="1200" b="0" spc="-40" dirty="0">
                <a:latin typeface="+mn-lt"/>
                <a:cs typeface="Lucida Sans Unicode"/>
              </a:rPr>
              <a:t>t</a:t>
            </a:r>
            <a:r>
              <a:rPr sz="1200" b="0" spc="-15" dirty="0">
                <a:latin typeface="+mn-lt"/>
                <a:cs typeface="Lucida Sans Unicode"/>
              </a:rPr>
              <a:t>h</a:t>
            </a:r>
            <a:r>
              <a:rPr sz="1200" b="0" dirty="0">
                <a:latin typeface="+mn-lt"/>
                <a:cs typeface="Lucida Sans Unicode"/>
              </a:rPr>
              <a:t>e</a:t>
            </a:r>
            <a:r>
              <a:rPr lang="en-US" sz="1200" b="0" dirty="0">
                <a:latin typeface="+mn-lt"/>
                <a:cs typeface="Lucida Sans Unicode"/>
              </a:rPr>
              <a:t>y</a:t>
            </a:r>
            <a:r>
              <a:rPr sz="1200" b="0" spc="-50" dirty="0">
                <a:latin typeface="+mn-lt"/>
                <a:cs typeface="Lucida Sans Unicode"/>
              </a:rPr>
              <a:t> </a:t>
            </a:r>
            <a:r>
              <a:rPr sz="1200" b="0" spc="-35" dirty="0">
                <a:latin typeface="+mn-lt"/>
                <a:cs typeface="Lucida Sans Unicode"/>
              </a:rPr>
              <a:t>wi</a:t>
            </a:r>
            <a:r>
              <a:rPr sz="1200" b="0" spc="-25" dirty="0">
                <a:latin typeface="+mn-lt"/>
                <a:cs typeface="Lucida Sans Unicode"/>
              </a:rPr>
              <a:t>l</a:t>
            </a:r>
            <a:r>
              <a:rPr sz="1200" b="0" spc="-50" dirty="0">
                <a:latin typeface="+mn-lt"/>
                <a:cs typeface="Lucida Sans Unicode"/>
              </a:rPr>
              <a:t>l  </a:t>
            </a:r>
            <a:r>
              <a:rPr sz="1200" b="0" spc="-30" dirty="0">
                <a:latin typeface="+mn-lt"/>
                <a:cs typeface="Lucida Sans Unicode"/>
              </a:rPr>
              <a:t>find</a:t>
            </a:r>
            <a:r>
              <a:rPr sz="1200" b="0" spc="-60" dirty="0">
                <a:latin typeface="+mn-lt"/>
                <a:cs typeface="Lucida Sans Unicode"/>
              </a:rPr>
              <a:t> </a:t>
            </a:r>
            <a:r>
              <a:rPr sz="1200" b="0" spc="-15" dirty="0">
                <a:latin typeface="+mn-lt"/>
                <a:cs typeface="Lucida Sans Unicode"/>
              </a:rPr>
              <a:t>the</a:t>
            </a:r>
            <a:r>
              <a:rPr sz="1200" b="0" spc="-60" dirty="0">
                <a:latin typeface="+mn-lt"/>
                <a:cs typeface="Lucida Sans Unicode"/>
              </a:rPr>
              <a:t> </a:t>
            </a:r>
            <a:r>
              <a:rPr sz="1200" b="0" spc="-30" dirty="0">
                <a:latin typeface="+mn-lt"/>
                <a:cs typeface="Lucida Sans Unicode"/>
              </a:rPr>
              <a:t>analysis</a:t>
            </a:r>
            <a:r>
              <a:rPr sz="1200" b="0" spc="-80" dirty="0">
                <a:latin typeface="+mn-lt"/>
                <a:cs typeface="Lucida Sans Unicode"/>
              </a:rPr>
              <a:t> </a:t>
            </a:r>
            <a:r>
              <a:rPr sz="1200" b="0" spc="-15" dirty="0">
                <a:latin typeface="+mn-lt"/>
                <a:cs typeface="Lucida Sans Unicode"/>
              </a:rPr>
              <a:t>already</a:t>
            </a:r>
            <a:r>
              <a:rPr sz="1200" b="0" spc="-90" dirty="0">
                <a:latin typeface="+mn-lt"/>
                <a:cs typeface="Lucida Sans Unicode"/>
              </a:rPr>
              <a:t> </a:t>
            </a:r>
            <a:r>
              <a:rPr sz="1200" b="0" spc="-15" dirty="0">
                <a:latin typeface="+mn-lt"/>
                <a:cs typeface="Lucida Sans Unicode"/>
              </a:rPr>
              <a:t>done</a:t>
            </a:r>
            <a:r>
              <a:rPr sz="1200" b="0" spc="-45" dirty="0">
                <a:latin typeface="+mn-lt"/>
                <a:cs typeface="Lucida Sans Unicode"/>
              </a:rPr>
              <a:t> </a:t>
            </a:r>
            <a:r>
              <a:rPr sz="1200" b="0" spc="-20" dirty="0">
                <a:latin typeface="+mn-lt"/>
                <a:cs typeface="Lucida Sans Unicode"/>
              </a:rPr>
              <a:t>for</a:t>
            </a:r>
            <a:r>
              <a:rPr sz="1200" b="0" spc="-70" dirty="0">
                <a:latin typeface="+mn-lt"/>
                <a:cs typeface="Lucida Sans Unicode"/>
              </a:rPr>
              <a:t> </a:t>
            </a:r>
            <a:r>
              <a:rPr sz="1200" b="0" spc="-25" dirty="0">
                <a:latin typeface="+mn-lt"/>
                <a:cs typeface="Lucida Sans Unicode"/>
              </a:rPr>
              <a:t>them.</a:t>
            </a:r>
            <a:endParaRPr sz="1200" dirty="0">
              <a:latin typeface="+mn-lt"/>
              <a:cs typeface="Lucida Sans Unicode"/>
            </a:endParaRPr>
          </a:p>
        </p:txBody>
      </p:sp>
      <p:sp>
        <p:nvSpPr>
          <p:cNvPr id="45" name="object 45"/>
          <p:cNvSpPr txBox="1">
            <a:spLocks noGrp="1"/>
          </p:cNvSpPr>
          <p:nvPr>
            <p:ph sz="half" idx="2"/>
          </p:nvPr>
        </p:nvSpPr>
        <p:spPr>
          <a:xfrm>
            <a:off x="932547" y="964268"/>
            <a:ext cx="3108960" cy="1554480"/>
          </a:xfrm>
          <a:prstGeom prst="rect">
            <a:avLst/>
          </a:prstGeom>
        </p:spPr>
        <p:txBody>
          <a:bodyPr vert="horz" wrap="square" lIns="0" tIns="12700" rIns="0" bIns="0" rtlCol="0">
            <a:spAutoFit/>
          </a:bodyPr>
          <a:lstStyle/>
          <a:p>
            <a:pPr marL="12700" algn="ctr">
              <a:lnSpc>
                <a:spcPct val="100000"/>
              </a:lnSpc>
              <a:spcBef>
                <a:spcPts val="100"/>
              </a:spcBef>
            </a:pPr>
            <a:r>
              <a:rPr sz="2000" spc="-60" dirty="0">
                <a:latin typeface="+mn-lt"/>
              </a:rPr>
              <a:t>Easy</a:t>
            </a:r>
            <a:r>
              <a:rPr sz="2000" spc="-95" dirty="0">
                <a:latin typeface="+mn-lt"/>
              </a:rPr>
              <a:t> </a:t>
            </a:r>
            <a:r>
              <a:rPr sz="2000" spc="-45" dirty="0">
                <a:latin typeface="+mn-lt"/>
              </a:rPr>
              <a:t>Data</a:t>
            </a:r>
            <a:r>
              <a:rPr sz="2000" spc="-114" dirty="0">
                <a:latin typeface="+mn-lt"/>
              </a:rPr>
              <a:t> </a:t>
            </a:r>
            <a:r>
              <a:rPr sz="2000" spc="-45" dirty="0">
                <a:latin typeface="+mn-lt"/>
              </a:rPr>
              <a:t>Entr</a:t>
            </a:r>
            <a:r>
              <a:rPr sz="2000" spc="-60" dirty="0">
                <a:latin typeface="+mn-lt"/>
              </a:rPr>
              <a:t>y</a:t>
            </a:r>
            <a:endParaRPr lang="en-US" sz="2000" spc="-60" dirty="0">
              <a:latin typeface="+mn-lt"/>
            </a:endParaRPr>
          </a:p>
          <a:p>
            <a:pPr marL="12700" algn="ctr">
              <a:lnSpc>
                <a:spcPct val="100000"/>
              </a:lnSpc>
              <a:spcBef>
                <a:spcPts val="100"/>
              </a:spcBef>
            </a:pPr>
            <a:r>
              <a:rPr sz="1200" b="0" spc="-10" dirty="0">
                <a:latin typeface="+mn-lt"/>
                <a:cs typeface="Lucida Sans Unicode"/>
              </a:rPr>
              <a:t>Data</a:t>
            </a:r>
            <a:r>
              <a:rPr sz="1200" b="0" spc="-80" dirty="0">
                <a:latin typeface="+mn-lt"/>
                <a:cs typeface="Lucida Sans Unicode"/>
              </a:rPr>
              <a:t> </a:t>
            </a:r>
            <a:r>
              <a:rPr sz="1200" b="0" spc="-5" dirty="0">
                <a:latin typeface="+mn-lt"/>
                <a:cs typeface="Lucida Sans Unicode"/>
              </a:rPr>
              <a:t>e</a:t>
            </a:r>
            <a:r>
              <a:rPr sz="1200" b="0" spc="-15" dirty="0">
                <a:latin typeface="+mn-lt"/>
                <a:cs typeface="Lucida Sans Unicode"/>
              </a:rPr>
              <a:t>n</a:t>
            </a:r>
            <a:r>
              <a:rPr sz="1200" b="0" spc="-30" dirty="0">
                <a:latin typeface="+mn-lt"/>
                <a:cs typeface="Lucida Sans Unicode"/>
              </a:rPr>
              <a:t>t</a:t>
            </a:r>
            <a:r>
              <a:rPr sz="1200" b="0" spc="-15" dirty="0">
                <a:latin typeface="+mn-lt"/>
                <a:cs typeface="Lucida Sans Unicode"/>
              </a:rPr>
              <a:t>ry</a:t>
            </a:r>
            <a:r>
              <a:rPr sz="1200" b="0" spc="-65" dirty="0">
                <a:latin typeface="+mn-lt"/>
                <a:cs typeface="Lucida Sans Unicode"/>
              </a:rPr>
              <a:t> </a:t>
            </a:r>
            <a:r>
              <a:rPr sz="1200" b="0" spc="-20" dirty="0">
                <a:latin typeface="+mn-lt"/>
                <a:cs typeface="Lucida Sans Unicode"/>
              </a:rPr>
              <a:t>h</a:t>
            </a:r>
            <a:r>
              <a:rPr sz="1200" b="0" spc="-25" dirty="0">
                <a:latin typeface="+mn-lt"/>
                <a:cs typeface="Lucida Sans Unicode"/>
              </a:rPr>
              <a:t>a</a:t>
            </a:r>
            <a:r>
              <a:rPr sz="1200" b="0" spc="-20" dirty="0">
                <a:latin typeface="+mn-lt"/>
                <a:cs typeface="Lucida Sans Unicode"/>
              </a:rPr>
              <a:t>s</a:t>
            </a:r>
            <a:r>
              <a:rPr sz="1200" b="0" spc="-75" dirty="0">
                <a:latin typeface="+mn-lt"/>
                <a:cs typeface="Lucida Sans Unicode"/>
              </a:rPr>
              <a:t> </a:t>
            </a:r>
            <a:r>
              <a:rPr sz="1200" b="0" spc="-25" dirty="0">
                <a:latin typeface="+mn-lt"/>
                <a:cs typeface="Lucida Sans Unicode"/>
              </a:rPr>
              <a:t>b</a:t>
            </a:r>
            <a:r>
              <a:rPr sz="1200" b="0" spc="5" dirty="0">
                <a:latin typeface="+mn-lt"/>
                <a:cs typeface="Lucida Sans Unicode"/>
              </a:rPr>
              <a:t>e</a:t>
            </a:r>
            <a:r>
              <a:rPr sz="1200" b="0" dirty="0">
                <a:latin typeface="+mn-lt"/>
                <a:cs typeface="Lucida Sans Unicode"/>
              </a:rPr>
              <a:t>e</a:t>
            </a:r>
            <a:r>
              <a:rPr sz="1200" b="0" spc="-10" dirty="0">
                <a:latin typeface="+mn-lt"/>
                <a:cs typeface="Lucida Sans Unicode"/>
              </a:rPr>
              <a:t>n</a:t>
            </a:r>
            <a:r>
              <a:rPr sz="1200" b="0" spc="-55" dirty="0">
                <a:latin typeface="+mn-lt"/>
                <a:cs typeface="Lucida Sans Unicode"/>
              </a:rPr>
              <a:t> </a:t>
            </a:r>
            <a:r>
              <a:rPr sz="1200" b="0" spc="-10" dirty="0">
                <a:latin typeface="+mn-lt"/>
                <a:cs typeface="Lucida Sans Unicode"/>
              </a:rPr>
              <a:t>mad</a:t>
            </a:r>
            <a:r>
              <a:rPr sz="1200" b="0" spc="5" dirty="0">
                <a:latin typeface="+mn-lt"/>
                <a:cs typeface="Lucida Sans Unicode"/>
              </a:rPr>
              <a:t>e</a:t>
            </a:r>
            <a:r>
              <a:rPr sz="1200" b="0" spc="-85" dirty="0">
                <a:latin typeface="+mn-lt"/>
                <a:cs typeface="Lucida Sans Unicode"/>
              </a:rPr>
              <a:t> </a:t>
            </a:r>
            <a:r>
              <a:rPr sz="1200" b="0" spc="-20" dirty="0">
                <a:latin typeface="+mn-lt"/>
                <a:cs typeface="Lucida Sans Unicode"/>
              </a:rPr>
              <a:t>eas</a:t>
            </a:r>
            <a:r>
              <a:rPr sz="1200" b="0" spc="-15" dirty="0">
                <a:latin typeface="+mn-lt"/>
                <a:cs typeface="Lucida Sans Unicode"/>
              </a:rPr>
              <a:t>y</a:t>
            </a:r>
            <a:r>
              <a:rPr sz="1200" b="0" spc="-70" dirty="0">
                <a:latin typeface="+mn-lt"/>
                <a:cs typeface="Lucida Sans Unicode"/>
              </a:rPr>
              <a:t> </a:t>
            </a:r>
            <a:r>
              <a:rPr sz="1200" b="0" spc="-10" dirty="0">
                <a:latin typeface="+mn-lt"/>
                <a:cs typeface="Lucida Sans Unicode"/>
              </a:rPr>
              <a:t>a</a:t>
            </a:r>
            <a:r>
              <a:rPr sz="1200" b="0" spc="-15" dirty="0">
                <a:latin typeface="+mn-lt"/>
                <a:cs typeface="Lucida Sans Unicode"/>
              </a:rPr>
              <a:t>nd  </a:t>
            </a:r>
            <a:r>
              <a:rPr sz="1200" b="0" spc="-25" dirty="0">
                <a:latin typeface="+mn-lt"/>
                <a:cs typeface="Lucida Sans Unicode"/>
              </a:rPr>
              <a:t>efficie</a:t>
            </a:r>
            <a:r>
              <a:rPr sz="1200" b="0" spc="-45" dirty="0">
                <a:latin typeface="+mn-lt"/>
                <a:cs typeface="Lucida Sans Unicode"/>
              </a:rPr>
              <a:t>n</a:t>
            </a:r>
            <a:r>
              <a:rPr sz="1200" b="0" spc="-55" dirty="0">
                <a:latin typeface="+mn-lt"/>
                <a:cs typeface="Lucida Sans Unicode"/>
              </a:rPr>
              <a:t>t</a:t>
            </a:r>
            <a:r>
              <a:rPr sz="1200" b="0" spc="-40" dirty="0">
                <a:latin typeface="+mn-lt"/>
                <a:cs typeface="Lucida Sans Unicode"/>
              </a:rPr>
              <a:t>.</a:t>
            </a:r>
            <a:r>
              <a:rPr sz="1200" b="0" spc="-45" dirty="0">
                <a:latin typeface="+mn-lt"/>
                <a:cs typeface="Lucida Sans Unicode"/>
              </a:rPr>
              <a:t> </a:t>
            </a:r>
            <a:r>
              <a:rPr sz="1200" b="0" spc="-75" dirty="0">
                <a:latin typeface="+mn-lt"/>
                <a:cs typeface="Lucida Sans Unicode"/>
              </a:rPr>
              <a:t>5</a:t>
            </a:r>
            <a:r>
              <a:rPr sz="1200" b="0" spc="-70" dirty="0">
                <a:latin typeface="+mn-lt"/>
                <a:cs typeface="Lucida Sans Unicode"/>
              </a:rPr>
              <a:t> </a:t>
            </a:r>
            <a:r>
              <a:rPr sz="1200" b="0" spc="-20" dirty="0">
                <a:latin typeface="+mn-lt"/>
                <a:cs typeface="Lucida Sans Unicode"/>
              </a:rPr>
              <a:t>f</a:t>
            </a:r>
            <a:r>
              <a:rPr sz="1200" b="0" spc="-40" dirty="0">
                <a:latin typeface="+mn-lt"/>
                <a:cs typeface="Lucida Sans Unicode"/>
              </a:rPr>
              <a:t>o</a:t>
            </a:r>
            <a:r>
              <a:rPr sz="1200" b="0" spc="-25" dirty="0">
                <a:latin typeface="+mn-lt"/>
                <a:cs typeface="Lucida Sans Unicode"/>
              </a:rPr>
              <a:t>rm</a:t>
            </a:r>
            <a:r>
              <a:rPr sz="1200" b="0" spc="-15" dirty="0">
                <a:latin typeface="+mn-lt"/>
                <a:cs typeface="Lucida Sans Unicode"/>
              </a:rPr>
              <a:t>s</a:t>
            </a:r>
            <a:r>
              <a:rPr sz="1200" b="0" spc="-55" dirty="0">
                <a:latin typeface="+mn-lt"/>
                <a:cs typeface="Lucida Sans Unicode"/>
              </a:rPr>
              <a:t> </a:t>
            </a:r>
            <a:r>
              <a:rPr sz="1200" b="0" spc="-15" dirty="0">
                <a:latin typeface="+mn-lt"/>
                <a:cs typeface="Lucida Sans Unicode"/>
              </a:rPr>
              <a:t>h</a:t>
            </a:r>
            <a:r>
              <a:rPr sz="1200" b="0" dirty="0">
                <a:latin typeface="+mn-lt"/>
                <a:cs typeface="Lucida Sans Unicode"/>
              </a:rPr>
              <a:t>a</a:t>
            </a:r>
            <a:r>
              <a:rPr sz="1200" b="0" spc="-10" dirty="0">
                <a:latin typeface="+mn-lt"/>
                <a:cs typeface="Lucida Sans Unicode"/>
              </a:rPr>
              <a:t>ve</a:t>
            </a:r>
            <a:r>
              <a:rPr sz="1200" b="0" spc="-70" dirty="0">
                <a:latin typeface="+mn-lt"/>
                <a:cs typeface="Lucida Sans Unicode"/>
              </a:rPr>
              <a:t> </a:t>
            </a:r>
            <a:r>
              <a:rPr sz="1200" b="0" spc="-30" dirty="0">
                <a:latin typeface="+mn-lt"/>
                <a:cs typeface="Lucida Sans Unicode"/>
              </a:rPr>
              <a:t>b</a:t>
            </a:r>
            <a:r>
              <a:rPr sz="1200" b="0" dirty="0">
                <a:latin typeface="+mn-lt"/>
                <a:cs typeface="Lucida Sans Unicode"/>
              </a:rPr>
              <a:t>een</a:t>
            </a:r>
            <a:r>
              <a:rPr sz="1200" b="0" spc="-65" dirty="0">
                <a:latin typeface="+mn-lt"/>
                <a:cs typeface="Lucida Sans Unicode"/>
              </a:rPr>
              <a:t> </a:t>
            </a:r>
            <a:r>
              <a:rPr sz="1200" b="0" spc="-10" dirty="0">
                <a:latin typeface="+mn-lt"/>
                <a:cs typeface="Lucida Sans Unicode"/>
              </a:rPr>
              <a:t>d</a:t>
            </a:r>
            <a:r>
              <a:rPr sz="1200" b="0" spc="-15" dirty="0">
                <a:latin typeface="+mn-lt"/>
                <a:cs typeface="Lucida Sans Unicode"/>
              </a:rPr>
              <a:t>e</a:t>
            </a:r>
            <a:r>
              <a:rPr sz="1200" b="0" spc="-45" dirty="0">
                <a:latin typeface="+mn-lt"/>
                <a:cs typeface="Lucida Sans Unicode"/>
              </a:rPr>
              <a:t>signe</a:t>
            </a:r>
            <a:r>
              <a:rPr sz="1200" b="0" spc="-20" dirty="0">
                <a:latin typeface="+mn-lt"/>
                <a:cs typeface="Lucida Sans Unicode"/>
              </a:rPr>
              <a:t>d</a:t>
            </a:r>
            <a:r>
              <a:rPr sz="1200" b="0" spc="-50" dirty="0">
                <a:latin typeface="+mn-lt"/>
                <a:cs typeface="Lucida Sans Unicode"/>
              </a:rPr>
              <a:t> </a:t>
            </a:r>
            <a:r>
              <a:rPr sz="1200" b="0" spc="-15" dirty="0">
                <a:latin typeface="+mn-lt"/>
                <a:cs typeface="Lucida Sans Unicode"/>
              </a:rPr>
              <a:t>for  t</a:t>
            </a:r>
            <a:r>
              <a:rPr sz="1200" b="0" spc="-35" dirty="0">
                <a:latin typeface="+mn-lt"/>
                <a:cs typeface="Lucida Sans Unicode"/>
              </a:rPr>
              <a:t>h</a:t>
            </a:r>
            <a:r>
              <a:rPr sz="1200" b="0" spc="-45" dirty="0">
                <a:latin typeface="+mn-lt"/>
                <a:cs typeface="Lucida Sans Unicode"/>
              </a:rPr>
              <a:t>is</a:t>
            </a:r>
            <a:r>
              <a:rPr sz="1200" b="0" spc="-60" dirty="0">
                <a:latin typeface="+mn-lt"/>
                <a:cs typeface="Lucida Sans Unicode"/>
              </a:rPr>
              <a:t> </a:t>
            </a:r>
            <a:r>
              <a:rPr sz="1200" b="0" spc="-15" dirty="0">
                <a:latin typeface="+mn-lt"/>
                <a:cs typeface="Lucida Sans Unicode"/>
              </a:rPr>
              <a:t>p</a:t>
            </a:r>
            <a:r>
              <a:rPr sz="1200" b="0" spc="-25" dirty="0">
                <a:latin typeface="+mn-lt"/>
                <a:cs typeface="Lucida Sans Unicode"/>
              </a:rPr>
              <a:t>u</a:t>
            </a:r>
            <a:r>
              <a:rPr sz="1200" b="0" spc="-20" dirty="0">
                <a:latin typeface="+mn-lt"/>
                <a:cs typeface="Lucida Sans Unicode"/>
              </a:rPr>
              <a:t>rp</a:t>
            </a:r>
            <a:r>
              <a:rPr sz="1200" b="0" spc="-25" dirty="0">
                <a:latin typeface="+mn-lt"/>
                <a:cs typeface="Lucida Sans Unicode"/>
              </a:rPr>
              <a:t>o</a:t>
            </a:r>
            <a:r>
              <a:rPr sz="1200" b="0" spc="-45" dirty="0">
                <a:latin typeface="+mn-lt"/>
                <a:cs typeface="Lucida Sans Unicode"/>
              </a:rPr>
              <a:t>se</a:t>
            </a:r>
            <a:r>
              <a:rPr sz="1200" b="0" spc="-25" dirty="0">
                <a:latin typeface="+mn-lt"/>
                <a:cs typeface="Lucida Sans Unicode"/>
              </a:rPr>
              <a:t>.</a:t>
            </a:r>
            <a:r>
              <a:rPr sz="1200" b="0" spc="-40" dirty="0">
                <a:latin typeface="+mn-lt"/>
                <a:cs typeface="Lucida Sans Unicode"/>
              </a:rPr>
              <a:t> </a:t>
            </a:r>
            <a:r>
              <a:rPr sz="1200" b="0" spc="15" dirty="0">
                <a:latin typeface="+mn-lt"/>
                <a:cs typeface="Lucida Sans Unicode"/>
              </a:rPr>
              <a:t>E</a:t>
            </a:r>
            <a:r>
              <a:rPr sz="1200" b="0" dirty="0">
                <a:latin typeface="+mn-lt"/>
                <a:cs typeface="Lucida Sans Unicode"/>
              </a:rPr>
              <a:t>a</a:t>
            </a:r>
            <a:r>
              <a:rPr sz="1200" b="0" spc="-45" dirty="0">
                <a:latin typeface="+mn-lt"/>
                <a:cs typeface="Lucida Sans Unicode"/>
              </a:rPr>
              <a:t>c</a:t>
            </a:r>
            <a:r>
              <a:rPr sz="1200" b="0" spc="-10" dirty="0">
                <a:latin typeface="+mn-lt"/>
                <a:cs typeface="Lucida Sans Unicode"/>
              </a:rPr>
              <a:t>h</a:t>
            </a:r>
            <a:r>
              <a:rPr sz="1200" b="0" spc="-100" dirty="0">
                <a:latin typeface="+mn-lt"/>
                <a:cs typeface="Lucida Sans Unicode"/>
              </a:rPr>
              <a:t> </a:t>
            </a:r>
            <a:r>
              <a:rPr sz="1200" b="0" spc="-15" dirty="0">
                <a:latin typeface="+mn-lt"/>
                <a:cs typeface="Lucida Sans Unicode"/>
              </a:rPr>
              <a:t>form</a:t>
            </a:r>
            <a:r>
              <a:rPr sz="1200" b="0" spc="-60" dirty="0">
                <a:latin typeface="+mn-lt"/>
                <a:cs typeface="Lucida Sans Unicode"/>
              </a:rPr>
              <a:t> </a:t>
            </a:r>
            <a:r>
              <a:rPr sz="1200" b="0" spc="-45" dirty="0">
                <a:latin typeface="+mn-lt"/>
                <a:cs typeface="Lucida Sans Unicode"/>
              </a:rPr>
              <a:t>is</a:t>
            </a:r>
            <a:r>
              <a:rPr sz="1200" b="0" spc="-70" dirty="0">
                <a:latin typeface="+mn-lt"/>
                <a:cs typeface="Lucida Sans Unicode"/>
              </a:rPr>
              <a:t> </a:t>
            </a:r>
            <a:r>
              <a:rPr sz="1200" b="0" spc="-15" dirty="0">
                <a:latin typeface="+mn-lt"/>
                <a:cs typeface="Lucida Sans Unicode"/>
              </a:rPr>
              <a:t>u</a:t>
            </a:r>
            <a:r>
              <a:rPr sz="1200" b="0" spc="-25" dirty="0">
                <a:latin typeface="+mn-lt"/>
                <a:cs typeface="Lucida Sans Unicode"/>
              </a:rPr>
              <a:t>sed</a:t>
            </a:r>
            <a:r>
              <a:rPr sz="1200" b="0" spc="-60" dirty="0">
                <a:latin typeface="+mn-lt"/>
                <a:cs typeface="Lucida Sans Unicode"/>
              </a:rPr>
              <a:t> </a:t>
            </a:r>
            <a:r>
              <a:rPr sz="1200" b="0" spc="-15" dirty="0">
                <a:latin typeface="+mn-lt"/>
                <a:cs typeface="Lucida Sans Unicode"/>
              </a:rPr>
              <a:t>for  separate </a:t>
            </a:r>
            <a:r>
              <a:rPr sz="1200" b="0" spc="-30" dirty="0">
                <a:latin typeface="+mn-lt"/>
                <a:cs typeface="Lucida Sans Unicode"/>
              </a:rPr>
              <a:t>purposes. </a:t>
            </a:r>
            <a:r>
              <a:rPr sz="1200" b="0" spc="15" dirty="0">
                <a:latin typeface="+mn-lt"/>
                <a:cs typeface="Lucida Sans Unicode"/>
              </a:rPr>
              <a:t>But </a:t>
            </a:r>
            <a:r>
              <a:rPr sz="1200" b="0" spc="-30" dirty="0">
                <a:latin typeface="+mn-lt"/>
                <a:cs typeface="Lucida Sans Unicode"/>
              </a:rPr>
              <a:t>entring </a:t>
            </a:r>
            <a:r>
              <a:rPr sz="1200" b="0" spc="-10" dirty="0">
                <a:latin typeface="+mn-lt"/>
                <a:cs typeface="Lucida Sans Unicode"/>
              </a:rPr>
              <a:t>data </a:t>
            </a:r>
            <a:r>
              <a:rPr sz="1200" b="0" spc="-30" dirty="0">
                <a:latin typeface="+mn-lt"/>
                <a:cs typeface="Lucida Sans Unicode"/>
              </a:rPr>
              <a:t>in </a:t>
            </a:r>
            <a:r>
              <a:rPr sz="1200" b="0" spc="-25" dirty="0">
                <a:latin typeface="+mn-lt"/>
                <a:cs typeface="Lucida Sans Unicode"/>
              </a:rPr>
              <a:t> </a:t>
            </a:r>
            <a:r>
              <a:rPr sz="1200" b="0" spc="-15" dirty="0">
                <a:latin typeface="+mn-lt"/>
                <a:cs typeface="Lucida Sans Unicode"/>
              </a:rPr>
              <a:t>t</a:t>
            </a:r>
            <a:r>
              <a:rPr sz="1200" b="0" spc="-35" dirty="0">
                <a:latin typeface="+mn-lt"/>
                <a:cs typeface="Lucida Sans Unicode"/>
              </a:rPr>
              <a:t>h</a:t>
            </a:r>
            <a:r>
              <a:rPr sz="1200" b="0" spc="-5" dirty="0">
                <a:latin typeface="+mn-lt"/>
                <a:cs typeface="Lucida Sans Unicode"/>
              </a:rPr>
              <a:t>e</a:t>
            </a:r>
            <a:r>
              <a:rPr sz="1200" b="0" dirty="0">
                <a:latin typeface="+mn-lt"/>
                <a:cs typeface="Lucida Sans Unicode"/>
              </a:rPr>
              <a:t>m</a:t>
            </a:r>
            <a:r>
              <a:rPr sz="1200" b="0" spc="-60" dirty="0">
                <a:latin typeface="+mn-lt"/>
                <a:cs typeface="Lucida Sans Unicode"/>
              </a:rPr>
              <a:t> </a:t>
            </a:r>
            <a:r>
              <a:rPr sz="1200" b="0" spc="-45" dirty="0">
                <a:latin typeface="+mn-lt"/>
                <a:cs typeface="Lucida Sans Unicode"/>
              </a:rPr>
              <a:t>is</a:t>
            </a:r>
            <a:r>
              <a:rPr sz="1200" b="0" spc="-70" dirty="0">
                <a:latin typeface="+mn-lt"/>
                <a:cs typeface="Lucida Sans Unicode"/>
              </a:rPr>
              <a:t> </a:t>
            </a:r>
            <a:r>
              <a:rPr sz="1200" b="0" dirty="0">
                <a:latin typeface="+mn-lt"/>
                <a:cs typeface="Lucida Sans Unicode"/>
              </a:rPr>
              <a:t>ea</a:t>
            </a:r>
            <a:r>
              <a:rPr sz="1200" b="0" spc="-40" dirty="0">
                <a:latin typeface="+mn-lt"/>
                <a:cs typeface="Lucida Sans Unicode"/>
              </a:rPr>
              <a:t>s</a:t>
            </a:r>
            <a:r>
              <a:rPr sz="1200" b="0" spc="-35" dirty="0">
                <a:latin typeface="+mn-lt"/>
                <a:cs typeface="Lucida Sans Unicode"/>
              </a:rPr>
              <a:t>y</a:t>
            </a:r>
            <a:r>
              <a:rPr sz="1200" b="0" spc="-85" dirty="0">
                <a:latin typeface="+mn-lt"/>
                <a:cs typeface="Lucida Sans Unicode"/>
              </a:rPr>
              <a:t> </a:t>
            </a:r>
            <a:r>
              <a:rPr sz="1200" b="0" dirty="0">
                <a:latin typeface="+mn-lt"/>
                <a:cs typeface="Lucida Sans Unicode"/>
              </a:rPr>
              <a:t>a</a:t>
            </a:r>
            <a:r>
              <a:rPr sz="1200" b="0" spc="-15" dirty="0">
                <a:latin typeface="+mn-lt"/>
                <a:cs typeface="Lucida Sans Unicode"/>
              </a:rPr>
              <a:t>n</a:t>
            </a:r>
            <a:r>
              <a:rPr sz="1200" b="0" spc="-20" dirty="0">
                <a:latin typeface="+mn-lt"/>
                <a:cs typeface="Lucida Sans Unicode"/>
              </a:rPr>
              <a:t>d</a:t>
            </a:r>
            <a:r>
              <a:rPr sz="1200" b="0" spc="-70" dirty="0">
                <a:latin typeface="+mn-lt"/>
                <a:cs typeface="Lucida Sans Unicode"/>
              </a:rPr>
              <a:t> </a:t>
            </a:r>
            <a:r>
              <a:rPr sz="1200" b="0" spc="-5" dirty="0">
                <a:latin typeface="+mn-lt"/>
                <a:cs typeface="Lucida Sans Unicode"/>
              </a:rPr>
              <a:t>e</a:t>
            </a:r>
            <a:r>
              <a:rPr sz="1200" b="0" spc="-25" dirty="0">
                <a:latin typeface="+mn-lt"/>
                <a:cs typeface="Lucida Sans Unicode"/>
              </a:rPr>
              <a:t>ffort</a:t>
            </a:r>
            <a:r>
              <a:rPr sz="1200" b="0" spc="-15" dirty="0">
                <a:latin typeface="+mn-lt"/>
                <a:cs typeface="Lucida Sans Unicode"/>
              </a:rPr>
              <a:t>l</a:t>
            </a:r>
            <a:r>
              <a:rPr sz="1200" b="0" spc="-35" dirty="0">
                <a:latin typeface="+mn-lt"/>
                <a:cs typeface="Lucida Sans Unicode"/>
              </a:rPr>
              <a:t>e</a:t>
            </a:r>
            <a:r>
              <a:rPr sz="1200" b="0" spc="-45" dirty="0">
                <a:latin typeface="+mn-lt"/>
                <a:cs typeface="Lucida Sans Unicode"/>
              </a:rPr>
              <a:t>s</a:t>
            </a:r>
            <a:r>
              <a:rPr sz="1200" b="0" spc="-35" dirty="0">
                <a:latin typeface="+mn-lt"/>
                <a:cs typeface="Lucida Sans Unicode"/>
              </a:rPr>
              <a:t>s</a:t>
            </a:r>
            <a:r>
              <a:rPr sz="1200" b="0" spc="-65" dirty="0">
                <a:latin typeface="+mn-lt"/>
                <a:cs typeface="Lucida Sans Unicode"/>
              </a:rPr>
              <a:t>.</a:t>
            </a:r>
            <a:r>
              <a:rPr sz="1200" b="0" spc="-45" dirty="0">
                <a:latin typeface="+mn-lt"/>
                <a:cs typeface="Lucida Sans Unicode"/>
              </a:rPr>
              <a:t> </a:t>
            </a:r>
            <a:r>
              <a:rPr sz="1200" b="0" spc="-60" dirty="0">
                <a:latin typeface="+mn-lt"/>
                <a:cs typeface="Lucida Sans Unicode"/>
              </a:rPr>
              <a:t>T</a:t>
            </a:r>
            <a:r>
              <a:rPr sz="1200" b="0" spc="-65" dirty="0">
                <a:latin typeface="+mn-lt"/>
                <a:cs typeface="Lucida Sans Unicode"/>
              </a:rPr>
              <a:t>h</a:t>
            </a:r>
            <a:r>
              <a:rPr sz="1200" b="0" dirty="0">
                <a:latin typeface="+mn-lt"/>
                <a:cs typeface="Lucida Sans Unicode"/>
              </a:rPr>
              <a:t>e</a:t>
            </a:r>
            <a:r>
              <a:rPr sz="1200" b="0" spc="-60" dirty="0">
                <a:latin typeface="+mn-lt"/>
                <a:cs typeface="Lucida Sans Unicode"/>
              </a:rPr>
              <a:t> </a:t>
            </a:r>
            <a:r>
              <a:rPr sz="1200" b="0" spc="-15" dirty="0">
                <a:latin typeface="+mn-lt"/>
                <a:cs typeface="Lucida Sans Unicode"/>
              </a:rPr>
              <a:t>u</a:t>
            </a:r>
            <a:r>
              <a:rPr sz="1200" b="0" spc="-20" dirty="0">
                <a:latin typeface="+mn-lt"/>
                <a:cs typeface="Lucida Sans Unicode"/>
              </a:rPr>
              <a:t>se</a:t>
            </a:r>
            <a:r>
              <a:rPr sz="1200" b="0" spc="-10" dirty="0">
                <a:latin typeface="+mn-lt"/>
                <a:cs typeface="Lucida Sans Unicode"/>
              </a:rPr>
              <a:t>r</a:t>
            </a:r>
            <a:r>
              <a:rPr sz="1200" b="0" spc="-65" dirty="0">
                <a:latin typeface="+mn-lt"/>
                <a:cs typeface="Lucida Sans Unicode"/>
              </a:rPr>
              <a:t> </a:t>
            </a:r>
            <a:r>
              <a:rPr sz="1200" b="0" spc="-35" dirty="0">
                <a:latin typeface="+mn-lt"/>
                <a:cs typeface="Lucida Sans Unicode"/>
              </a:rPr>
              <a:t>wi</a:t>
            </a:r>
            <a:r>
              <a:rPr sz="1200" b="0" spc="-25" dirty="0">
                <a:latin typeface="+mn-lt"/>
                <a:cs typeface="Lucida Sans Unicode"/>
              </a:rPr>
              <a:t>l</a:t>
            </a:r>
            <a:r>
              <a:rPr sz="1200" b="0" spc="-50" dirty="0">
                <a:latin typeface="+mn-lt"/>
                <a:cs typeface="Lucida Sans Unicode"/>
              </a:rPr>
              <a:t>l  </a:t>
            </a:r>
            <a:r>
              <a:rPr sz="1200" b="0" spc="-15" dirty="0">
                <a:latin typeface="+mn-lt"/>
                <a:cs typeface="Lucida Sans Unicode"/>
              </a:rPr>
              <a:t>n</a:t>
            </a:r>
            <a:r>
              <a:rPr sz="1200" b="0" spc="-5" dirty="0">
                <a:latin typeface="+mn-lt"/>
                <a:cs typeface="Lucida Sans Unicode"/>
              </a:rPr>
              <a:t>eed</a:t>
            </a:r>
            <a:r>
              <a:rPr sz="1200" b="0" spc="-65" dirty="0">
                <a:latin typeface="+mn-lt"/>
                <a:cs typeface="Lucida Sans Unicode"/>
              </a:rPr>
              <a:t> </a:t>
            </a:r>
            <a:r>
              <a:rPr sz="1200" b="0" spc="-20" dirty="0">
                <a:latin typeface="+mn-lt"/>
                <a:cs typeface="Lucida Sans Unicode"/>
              </a:rPr>
              <a:t>to</a:t>
            </a:r>
            <a:r>
              <a:rPr sz="1200" b="0" spc="-70" dirty="0">
                <a:latin typeface="+mn-lt"/>
                <a:cs typeface="Lucida Sans Unicode"/>
              </a:rPr>
              <a:t> </a:t>
            </a:r>
            <a:r>
              <a:rPr sz="1200" b="0" spc="-50" dirty="0">
                <a:latin typeface="+mn-lt"/>
                <a:cs typeface="Lucida Sans Unicode"/>
              </a:rPr>
              <a:t>e</a:t>
            </a:r>
            <a:r>
              <a:rPr sz="1200" b="0" spc="-65" dirty="0">
                <a:latin typeface="+mn-lt"/>
                <a:cs typeface="Lucida Sans Unicode"/>
              </a:rPr>
              <a:t>x</a:t>
            </a:r>
            <a:r>
              <a:rPr sz="1200" b="0" spc="-10" dirty="0">
                <a:latin typeface="+mn-lt"/>
                <a:cs typeface="Lucida Sans Unicode"/>
              </a:rPr>
              <a:t>t</a:t>
            </a:r>
            <a:r>
              <a:rPr sz="1200" b="0" spc="-20" dirty="0">
                <a:latin typeface="+mn-lt"/>
                <a:cs typeface="Lucida Sans Unicode"/>
              </a:rPr>
              <a:t>e</a:t>
            </a:r>
            <a:r>
              <a:rPr sz="1200" b="0" spc="-15" dirty="0">
                <a:latin typeface="+mn-lt"/>
                <a:cs typeface="Lucida Sans Unicode"/>
              </a:rPr>
              <a:t>n</a:t>
            </a:r>
            <a:r>
              <a:rPr sz="1200" b="0" spc="-30" dirty="0">
                <a:latin typeface="+mn-lt"/>
                <a:cs typeface="Lucida Sans Unicode"/>
              </a:rPr>
              <a:t>sive</a:t>
            </a:r>
            <a:r>
              <a:rPr sz="1200" b="0" spc="-50" dirty="0">
                <a:latin typeface="+mn-lt"/>
                <a:cs typeface="Lucida Sans Unicode"/>
              </a:rPr>
              <a:t> </a:t>
            </a:r>
            <a:r>
              <a:rPr sz="1200" b="0" spc="-10" dirty="0">
                <a:latin typeface="+mn-lt"/>
                <a:cs typeface="Lucida Sans Unicode"/>
              </a:rPr>
              <a:t>tra</a:t>
            </a:r>
            <a:r>
              <a:rPr sz="1200" b="0" spc="-20" dirty="0">
                <a:latin typeface="+mn-lt"/>
                <a:cs typeface="Lucida Sans Unicode"/>
              </a:rPr>
              <a:t>i</a:t>
            </a:r>
            <a:r>
              <a:rPr sz="1200" b="0" spc="-50" dirty="0">
                <a:latin typeface="+mn-lt"/>
                <a:cs typeface="Lucida Sans Unicode"/>
              </a:rPr>
              <a:t>n</a:t>
            </a:r>
            <a:r>
              <a:rPr sz="1200" b="0" spc="-20" dirty="0">
                <a:latin typeface="+mn-lt"/>
                <a:cs typeface="Lucida Sans Unicode"/>
              </a:rPr>
              <a:t>i</a:t>
            </a:r>
            <a:r>
              <a:rPr sz="1200" b="0" spc="-50" dirty="0">
                <a:latin typeface="+mn-lt"/>
                <a:cs typeface="Lucida Sans Unicode"/>
              </a:rPr>
              <a:t>n</a:t>
            </a:r>
            <a:r>
              <a:rPr sz="1200" b="0" spc="-95" dirty="0">
                <a:latin typeface="+mn-lt"/>
                <a:cs typeface="Lucida Sans Unicode"/>
              </a:rPr>
              <a:t>g</a:t>
            </a:r>
            <a:r>
              <a:rPr sz="1200" b="0" spc="-70" dirty="0">
                <a:latin typeface="+mn-lt"/>
                <a:cs typeface="Lucida Sans Unicode"/>
              </a:rPr>
              <a:t> </a:t>
            </a:r>
            <a:r>
              <a:rPr sz="1200" b="0" spc="-20" dirty="0">
                <a:latin typeface="+mn-lt"/>
                <a:cs typeface="Lucida Sans Unicode"/>
              </a:rPr>
              <a:t>to</a:t>
            </a:r>
            <a:r>
              <a:rPr sz="1200" b="0" spc="-65" dirty="0">
                <a:latin typeface="+mn-lt"/>
                <a:cs typeface="Lucida Sans Unicode"/>
              </a:rPr>
              <a:t> </a:t>
            </a:r>
            <a:r>
              <a:rPr sz="1200" b="0" spc="-15" dirty="0">
                <a:latin typeface="+mn-lt"/>
                <a:cs typeface="Lucida Sans Unicode"/>
              </a:rPr>
              <a:t>u</a:t>
            </a:r>
            <a:r>
              <a:rPr sz="1200" b="0" spc="-25" dirty="0">
                <a:latin typeface="+mn-lt"/>
                <a:cs typeface="Lucida Sans Unicode"/>
              </a:rPr>
              <a:t>s</a:t>
            </a:r>
            <a:r>
              <a:rPr sz="1200" b="0" spc="-20" dirty="0">
                <a:latin typeface="+mn-lt"/>
                <a:cs typeface="Lucida Sans Unicode"/>
              </a:rPr>
              <a:t>e</a:t>
            </a:r>
            <a:r>
              <a:rPr sz="1200" b="0" spc="-55" dirty="0">
                <a:latin typeface="+mn-lt"/>
                <a:cs typeface="Lucida Sans Unicode"/>
              </a:rPr>
              <a:t> </a:t>
            </a:r>
            <a:r>
              <a:rPr sz="1200" b="0" spc="-15" dirty="0">
                <a:latin typeface="+mn-lt"/>
                <a:cs typeface="Lucida Sans Unicode"/>
              </a:rPr>
              <a:t>t</a:t>
            </a:r>
            <a:r>
              <a:rPr sz="1200" b="0" spc="-35" dirty="0">
                <a:latin typeface="+mn-lt"/>
                <a:cs typeface="Lucida Sans Unicode"/>
              </a:rPr>
              <a:t>h</a:t>
            </a:r>
            <a:r>
              <a:rPr sz="1200" b="0" spc="-20" dirty="0">
                <a:latin typeface="+mn-lt"/>
                <a:cs typeface="Lucida Sans Unicode"/>
              </a:rPr>
              <a:t>em.</a:t>
            </a:r>
            <a:endParaRPr sz="1200" dirty="0">
              <a:latin typeface="+mn-lt"/>
              <a:cs typeface="Lucida Sans Unicode"/>
            </a:endParaRPr>
          </a:p>
        </p:txBody>
      </p:sp>
      <p:sp>
        <p:nvSpPr>
          <p:cNvPr id="46" name="object 46"/>
          <p:cNvSpPr txBox="1">
            <a:spLocks noGrp="1"/>
          </p:cNvSpPr>
          <p:nvPr>
            <p:ph type="title"/>
          </p:nvPr>
        </p:nvSpPr>
        <p:spPr>
          <a:xfrm>
            <a:off x="3692436" y="287498"/>
            <a:ext cx="1812289" cy="505267"/>
          </a:xfrm>
          <a:prstGeom prst="rect">
            <a:avLst/>
          </a:prstGeom>
        </p:spPr>
        <p:txBody>
          <a:bodyPr vert="horz" wrap="square" lIns="0" tIns="12700" rIns="0" bIns="0" rtlCol="0">
            <a:spAutoFit/>
          </a:bodyPr>
          <a:lstStyle/>
          <a:p>
            <a:pPr marL="12700" algn="ctr">
              <a:lnSpc>
                <a:spcPct val="100000"/>
              </a:lnSpc>
              <a:spcBef>
                <a:spcPts val="100"/>
              </a:spcBef>
            </a:pPr>
            <a:r>
              <a:rPr sz="3200" spc="-50" dirty="0">
                <a:latin typeface="+mn-lt"/>
              </a:rPr>
              <a:t>F</a:t>
            </a:r>
            <a:r>
              <a:rPr sz="3200" spc="-45" dirty="0">
                <a:latin typeface="+mn-lt"/>
              </a:rPr>
              <a:t>e</a:t>
            </a:r>
            <a:r>
              <a:rPr sz="3200" spc="-85" dirty="0">
                <a:latin typeface="+mn-lt"/>
              </a:rPr>
              <a:t>atur</a:t>
            </a:r>
            <a:r>
              <a:rPr sz="3200" spc="-95" dirty="0">
                <a:latin typeface="+mn-lt"/>
              </a:rPr>
              <a:t>e</a:t>
            </a:r>
            <a:r>
              <a:rPr sz="3200" spc="-140" dirty="0">
                <a:latin typeface="+mn-lt"/>
              </a:rPr>
              <a:t>s</a:t>
            </a:r>
          </a:p>
        </p:txBody>
      </p:sp>
      <p:sp>
        <p:nvSpPr>
          <p:cNvPr id="48" name="TextBox 47">
            <a:extLst>
              <a:ext uri="{FF2B5EF4-FFF2-40B4-BE49-F238E27FC236}">
                <a16:creationId xmlns:a16="http://schemas.microsoft.com/office/drawing/2014/main" id="{E6AC2722-AB2F-69B1-1829-A676995139A5}"/>
              </a:ext>
            </a:extLst>
          </p:cNvPr>
          <p:cNvSpPr txBox="1"/>
          <p:nvPr/>
        </p:nvSpPr>
        <p:spPr>
          <a:xfrm>
            <a:off x="1048936" y="2668943"/>
            <a:ext cx="3108960" cy="1554480"/>
          </a:xfrm>
          <a:prstGeom prst="rect">
            <a:avLst/>
          </a:prstGeom>
          <a:noFill/>
        </p:spPr>
        <p:txBody>
          <a:bodyPr wrap="square">
            <a:spAutoFit/>
          </a:bodyPr>
          <a:lstStyle/>
          <a:p>
            <a:pPr algn="ctr"/>
            <a:r>
              <a:rPr lang="en-US" sz="2000" b="1" dirty="0"/>
              <a:t>Automatic Updates</a:t>
            </a:r>
          </a:p>
          <a:p>
            <a:pPr algn="ctr"/>
            <a:r>
              <a:rPr lang="en-US" sz="1200" dirty="0"/>
              <a:t>The updates are also automatic. After  entering new data, the user does not have  to go through some complicated steps to  update the analysis according to the new  data. All they will need to do is to click on a  refresh button and the analysis will be  updated.</a:t>
            </a:r>
          </a:p>
        </p:txBody>
      </p:sp>
      <p:sp>
        <p:nvSpPr>
          <p:cNvPr id="50" name="TextBox 49">
            <a:extLst>
              <a:ext uri="{FF2B5EF4-FFF2-40B4-BE49-F238E27FC236}">
                <a16:creationId xmlns:a16="http://schemas.microsoft.com/office/drawing/2014/main" id="{5E1D8C87-5BD5-CF3B-1671-B9DEF8BF54A5}"/>
              </a:ext>
            </a:extLst>
          </p:cNvPr>
          <p:cNvSpPr txBox="1"/>
          <p:nvPr/>
        </p:nvSpPr>
        <p:spPr>
          <a:xfrm>
            <a:off x="5056808" y="2668943"/>
            <a:ext cx="3108960" cy="1554480"/>
          </a:xfrm>
          <a:prstGeom prst="rect">
            <a:avLst/>
          </a:prstGeom>
          <a:noFill/>
        </p:spPr>
        <p:txBody>
          <a:bodyPr wrap="square">
            <a:spAutoFit/>
          </a:bodyPr>
          <a:lstStyle/>
          <a:p>
            <a:pPr algn="ctr"/>
            <a:r>
              <a:rPr lang="en-US" sz="2000" b="1" dirty="0"/>
              <a:t>Easy Filtering</a:t>
            </a:r>
          </a:p>
          <a:p>
            <a:pPr algn="ctr"/>
            <a:r>
              <a:rPr lang="en-US" sz="1200" dirty="0"/>
              <a:t>The tool has an easy filtration process. The  analysis can be filtered according to date  and shift as needed. And for ease of use,  sidebars and dropped down menus have  been added in the report of the analysis so  check for filtered analysis in an instant.</a:t>
            </a:r>
          </a:p>
        </p:txBody>
      </p:sp>
      <p:sp>
        <p:nvSpPr>
          <p:cNvPr id="4" name="Slide Number Placeholder 3">
            <a:extLst>
              <a:ext uri="{FF2B5EF4-FFF2-40B4-BE49-F238E27FC236}">
                <a16:creationId xmlns:a16="http://schemas.microsoft.com/office/drawing/2014/main" id="{AED2627D-019B-7BD7-AD88-35F19439867F}"/>
              </a:ext>
            </a:extLst>
          </p:cNvPr>
          <p:cNvSpPr>
            <a:spLocks noGrp="1"/>
          </p:cNvSpPr>
          <p:nvPr>
            <p:ph type="sldNum" sz="quarter" idx="7"/>
          </p:nvPr>
        </p:nvSpPr>
        <p:spPr/>
        <p:txBody>
          <a:bodyPr/>
          <a:lstStyle/>
          <a:p>
            <a:fld id="{B6F15528-21DE-4FAA-801E-634DDDAF4B2B}"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6" name="object 6"/>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7" name="object 7"/>
          <p:cNvSpPr/>
          <p:nvPr/>
        </p:nvSpPr>
        <p:spPr>
          <a:xfrm>
            <a:off x="7344156" y="0"/>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52" name="object 2">
            <a:extLst>
              <a:ext uri="{FF2B5EF4-FFF2-40B4-BE49-F238E27FC236}">
                <a16:creationId xmlns:a16="http://schemas.microsoft.com/office/drawing/2014/main" id="{B07143A2-E1ED-9319-F536-2555D6FC45C8}"/>
              </a:ext>
            </a:extLst>
          </p:cNvPr>
          <p:cNvSpPr txBox="1">
            <a:spLocks noGrp="1"/>
          </p:cNvSpPr>
          <p:nvPr>
            <p:ph type="title"/>
          </p:nvPr>
        </p:nvSpPr>
        <p:spPr>
          <a:xfrm>
            <a:off x="436558" y="257439"/>
            <a:ext cx="6195822" cy="505267"/>
          </a:xfrm>
          <a:prstGeom prst="rect">
            <a:avLst/>
          </a:prstGeom>
        </p:spPr>
        <p:txBody>
          <a:bodyPr vert="horz" wrap="square" lIns="0" tIns="12700" rIns="0" bIns="0" rtlCol="0">
            <a:spAutoFit/>
          </a:bodyPr>
          <a:lstStyle/>
          <a:p>
            <a:pPr marL="12700" algn="l">
              <a:lnSpc>
                <a:spcPct val="100000"/>
              </a:lnSpc>
              <a:spcBef>
                <a:spcPts val="100"/>
              </a:spcBef>
            </a:pPr>
            <a:r>
              <a:rPr lang="en-US" sz="3200" spc="-100" dirty="0">
                <a:latin typeface="+mj-lt"/>
                <a:ea typeface="Verdana" panose="020B0604030504040204" pitchFamily="34" charset="0"/>
              </a:rPr>
              <a:t>Features (</a:t>
            </a:r>
            <a:r>
              <a:rPr sz="3200" spc="-100" dirty="0">
                <a:latin typeface="+mj-lt"/>
                <a:ea typeface="Verdana" panose="020B0604030504040204" pitchFamily="34" charset="0"/>
              </a:rPr>
              <a:t>Easy</a:t>
            </a:r>
            <a:r>
              <a:rPr sz="3200" spc="-155" dirty="0">
                <a:latin typeface="+mj-lt"/>
                <a:ea typeface="Verdana" panose="020B0604030504040204" pitchFamily="34" charset="0"/>
              </a:rPr>
              <a:t> </a:t>
            </a:r>
            <a:r>
              <a:rPr sz="3200" spc="-10" dirty="0">
                <a:latin typeface="+mj-lt"/>
                <a:ea typeface="Verdana" panose="020B0604030504040204" pitchFamily="34" charset="0"/>
              </a:rPr>
              <a:t>D</a:t>
            </a:r>
            <a:r>
              <a:rPr sz="3200" spc="-90" dirty="0">
                <a:latin typeface="+mj-lt"/>
                <a:ea typeface="Verdana" panose="020B0604030504040204" pitchFamily="34" charset="0"/>
              </a:rPr>
              <a:t>ata</a:t>
            </a:r>
            <a:r>
              <a:rPr sz="3200" spc="-155" dirty="0">
                <a:latin typeface="+mj-lt"/>
                <a:ea typeface="Verdana" panose="020B0604030504040204" pitchFamily="34" charset="0"/>
              </a:rPr>
              <a:t> </a:t>
            </a:r>
            <a:r>
              <a:rPr sz="3200" spc="-75" dirty="0">
                <a:latin typeface="+mj-lt"/>
                <a:ea typeface="Verdana" panose="020B0604030504040204" pitchFamily="34" charset="0"/>
              </a:rPr>
              <a:t>Entry</a:t>
            </a:r>
            <a:r>
              <a:rPr lang="en-US" sz="3200" spc="-75" dirty="0">
                <a:latin typeface="+mj-lt"/>
                <a:ea typeface="Verdana" panose="020B0604030504040204" pitchFamily="34" charset="0"/>
              </a:rPr>
              <a:t>)</a:t>
            </a:r>
            <a:endParaRPr sz="3200" spc="-75" dirty="0">
              <a:latin typeface="+mj-lt"/>
              <a:ea typeface="Verdana" panose="020B0604030504040204" pitchFamily="34" charset="0"/>
            </a:endParaRPr>
          </a:p>
        </p:txBody>
      </p:sp>
      <p:pic>
        <p:nvPicPr>
          <p:cNvPr id="53" name="object 3">
            <a:extLst>
              <a:ext uri="{FF2B5EF4-FFF2-40B4-BE49-F238E27FC236}">
                <a16:creationId xmlns:a16="http://schemas.microsoft.com/office/drawing/2014/main" id="{1C88A99F-EE16-D0C3-29D9-BBF653049EA4}"/>
              </a:ext>
            </a:extLst>
          </p:cNvPr>
          <p:cNvPicPr/>
          <p:nvPr/>
        </p:nvPicPr>
        <p:blipFill>
          <a:blip r:embed="rId2" cstate="print"/>
          <a:stretch>
            <a:fillRect/>
          </a:stretch>
        </p:blipFill>
        <p:spPr>
          <a:xfrm>
            <a:off x="436558" y="934338"/>
            <a:ext cx="4235195" cy="3939540"/>
          </a:xfrm>
          <a:prstGeom prst="rect">
            <a:avLst/>
          </a:prstGeom>
          <a:ln>
            <a:noFill/>
          </a:ln>
          <a:effectLst>
            <a:outerShdw blurRad="292100" dist="139700" dir="2700000" algn="tl" rotWithShape="0">
              <a:srgbClr val="333333">
                <a:alpha val="65000"/>
              </a:srgbClr>
            </a:outerShdw>
          </a:effectLst>
        </p:spPr>
      </p:pic>
      <p:sp>
        <p:nvSpPr>
          <p:cNvPr id="54" name="object 4">
            <a:extLst>
              <a:ext uri="{FF2B5EF4-FFF2-40B4-BE49-F238E27FC236}">
                <a16:creationId xmlns:a16="http://schemas.microsoft.com/office/drawing/2014/main" id="{8819FFF5-0F96-AB1B-CB84-B71884B2ED14}"/>
              </a:ext>
            </a:extLst>
          </p:cNvPr>
          <p:cNvSpPr txBox="1"/>
          <p:nvPr/>
        </p:nvSpPr>
        <p:spPr>
          <a:xfrm>
            <a:off x="5174488" y="1061105"/>
            <a:ext cx="3912503" cy="3091231"/>
          </a:xfrm>
          <a:prstGeom prst="rect">
            <a:avLst/>
          </a:prstGeom>
        </p:spPr>
        <p:txBody>
          <a:bodyPr vert="horz" wrap="square" lIns="0" tIns="13335" rIns="0" bIns="0" rtlCol="0">
            <a:spAutoFit/>
          </a:bodyPr>
          <a:lstStyle/>
          <a:p>
            <a:pPr marL="12700" marR="340995">
              <a:lnSpc>
                <a:spcPct val="100000"/>
              </a:lnSpc>
              <a:spcBef>
                <a:spcPts val="105"/>
              </a:spcBef>
            </a:pPr>
            <a:r>
              <a:rPr sz="2000" spc="-5" dirty="0">
                <a:cs typeface="Arial MT"/>
              </a:rPr>
              <a:t>Columns</a:t>
            </a:r>
            <a:r>
              <a:rPr sz="2000" spc="-30" dirty="0">
                <a:cs typeface="Arial MT"/>
              </a:rPr>
              <a:t> </a:t>
            </a:r>
            <a:r>
              <a:rPr sz="2000" spc="-5" dirty="0">
                <a:cs typeface="Arial MT"/>
              </a:rPr>
              <a:t>of</a:t>
            </a:r>
            <a:r>
              <a:rPr sz="2000" spc="-25" dirty="0">
                <a:cs typeface="Arial MT"/>
              </a:rPr>
              <a:t> </a:t>
            </a:r>
            <a:r>
              <a:rPr sz="2000" dirty="0">
                <a:cs typeface="Arial MT"/>
              </a:rPr>
              <a:t>“</a:t>
            </a:r>
            <a:r>
              <a:rPr sz="2000" b="1" i="1" dirty="0">
                <a:cs typeface="Arial"/>
              </a:rPr>
              <a:t>Daily</a:t>
            </a:r>
            <a:r>
              <a:rPr sz="2000" b="1" i="1" spc="-45" dirty="0">
                <a:cs typeface="Arial"/>
              </a:rPr>
              <a:t> </a:t>
            </a:r>
            <a:r>
              <a:rPr sz="2000" b="1" i="1" spc="-5" dirty="0">
                <a:cs typeface="Arial"/>
              </a:rPr>
              <a:t>Data</a:t>
            </a:r>
            <a:r>
              <a:rPr sz="2000" b="1" i="1" spc="-30" dirty="0">
                <a:cs typeface="Arial"/>
              </a:rPr>
              <a:t> </a:t>
            </a:r>
            <a:r>
              <a:rPr sz="2000" b="1" i="1" dirty="0">
                <a:cs typeface="Arial"/>
              </a:rPr>
              <a:t>Entry</a:t>
            </a:r>
            <a:r>
              <a:rPr sz="2000" dirty="0">
                <a:cs typeface="Arial MT"/>
              </a:rPr>
              <a:t>” </a:t>
            </a:r>
            <a:r>
              <a:rPr sz="2000" spc="-375" dirty="0">
                <a:cs typeface="Arial MT"/>
              </a:rPr>
              <a:t> </a:t>
            </a:r>
            <a:r>
              <a:rPr sz="2000" spc="-5" dirty="0">
                <a:cs typeface="Arial MT"/>
              </a:rPr>
              <a:t>Form:</a:t>
            </a:r>
            <a:endParaRPr sz="2000" dirty="0">
              <a:cs typeface="Arial MT"/>
            </a:endParaRPr>
          </a:p>
          <a:p>
            <a:pPr marL="299085" indent="-287020">
              <a:lnSpc>
                <a:spcPct val="100000"/>
              </a:lnSpc>
              <a:buChar char="•"/>
              <a:tabLst>
                <a:tab pos="299085" algn="l"/>
                <a:tab pos="299720" algn="l"/>
              </a:tabLst>
            </a:pPr>
            <a:r>
              <a:rPr sz="2000" spc="-5" dirty="0">
                <a:cs typeface="Arial MT"/>
              </a:rPr>
              <a:t>Date:</a:t>
            </a:r>
            <a:r>
              <a:rPr sz="2000" spc="-35" dirty="0">
                <a:cs typeface="Arial MT"/>
              </a:rPr>
              <a:t> </a:t>
            </a:r>
            <a:r>
              <a:rPr sz="2000" spc="-5" dirty="0">
                <a:cs typeface="Arial MT"/>
              </a:rPr>
              <a:t>Date</a:t>
            </a:r>
            <a:r>
              <a:rPr sz="2000" spc="-15" dirty="0">
                <a:cs typeface="Arial MT"/>
              </a:rPr>
              <a:t> </a:t>
            </a:r>
            <a:r>
              <a:rPr sz="2000" dirty="0">
                <a:cs typeface="Arial MT"/>
              </a:rPr>
              <a:t>of</a:t>
            </a:r>
            <a:r>
              <a:rPr sz="2000" spc="-20" dirty="0">
                <a:cs typeface="Arial MT"/>
              </a:rPr>
              <a:t> </a:t>
            </a:r>
            <a:r>
              <a:rPr sz="2000" spc="-5" dirty="0">
                <a:cs typeface="Arial MT"/>
              </a:rPr>
              <a:t>experiment</a:t>
            </a:r>
            <a:endParaRPr sz="2000" dirty="0">
              <a:cs typeface="Arial MT"/>
            </a:endParaRPr>
          </a:p>
          <a:p>
            <a:pPr marL="299085" indent="-287020">
              <a:lnSpc>
                <a:spcPct val="100000"/>
              </a:lnSpc>
              <a:buChar char="•"/>
              <a:tabLst>
                <a:tab pos="299085" algn="l"/>
                <a:tab pos="299720" algn="l"/>
              </a:tabLst>
            </a:pPr>
            <a:r>
              <a:rPr sz="2000" dirty="0">
                <a:cs typeface="Arial MT"/>
              </a:rPr>
              <a:t>Shift:</a:t>
            </a:r>
            <a:r>
              <a:rPr sz="2000" spc="-40" dirty="0">
                <a:cs typeface="Arial MT"/>
              </a:rPr>
              <a:t> </a:t>
            </a:r>
            <a:r>
              <a:rPr sz="2000" dirty="0">
                <a:cs typeface="Arial MT"/>
              </a:rPr>
              <a:t>Shift</a:t>
            </a:r>
            <a:r>
              <a:rPr sz="2000" spc="-25" dirty="0">
                <a:cs typeface="Arial MT"/>
              </a:rPr>
              <a:t> </a:t>
            </a:r>
            <a:r>
              <a:rPr sz="2000" dirty="0">
                <a:cs typeface="Arial MT"/>
              </a:rPr>
              <a:t>name</a:t>
            </a:r>
            <a:r>
              <a:rPr sz="2000" spc="-45" dirty="0">
                <a:cs typeface="Arial MT"/>
              </a:rPr>
              <a:t> </a:t>
            </a:r>
            <a:r>
              <a:rPr sz="2000" dirty="0">
                <a:cs typeface="Arial MT"/>
              </a:rPr>
              <a:t>of</a:t>
            </a:r>
            <a:r>
              <a:rPr sz="2000" spc="-10" dirty="0">
                <a:cs typeface="Arial MT"/>
              </a:rPr>
              <a:t> </a:t>
            </a:r>
            <a:r>
              <a:rPr sz="2000" dirty="0">
                <a:cs typeface="Arial MT"/>
              </a:rPr>
              <a:t>the</a:t>
            </a:r>
            <a:r>
              <a:rPr sz="2000" spc="-45" dirty="0">
                <a:cs typeface="Arial MT"/>
              </a:rPr>
              <a:t> </a:t>
            </a:r>
            <a:r>
              <a:rPr sz="2000" dirty="0">
                <a:cs typeface="Arial MT"/>
              </a:rPr>
              <a:t>material</a:t>
            </a:r>
          </a:p>
          <a:p>
            <a:pPr marL="299085" indent="-287020">
              <a:lnSpc>
                <a:spcPct val="100000"/>
              </a:lnSpc>
              <a:buChar char="•"/>
              <a:tabLst>
                <a:tab pos="299085" algn="l"/>
                <a:tab pos="299720" algn="l"/>
              </a:tabLst>
            </a:pPr>
            <a:r>
              <a:rPr sz="2000" dirty="0">
                <a:cs typeface="Arial MT"/>
              </a:rPr>
              <a:t>M&amp;V:</a:t>
            </a:r>
            <a:r>
              <a:rPr sz="2000" spc="-25" dirty="0">
                <a:cs typeface="Arial MT"/>
              </a:rPr>
              <a:t> </a:t>
            </a:r>
            <a:r>
              <a:rPr sz="2000" dirty="0">
                <a:cs typeface="Arial MT"/>
              </a:rPr>
              <a:t>Moisture</a:t>
            </a:r>
            <a:r>
              <a:rPr sz="2000" spc="-65" dirty="0">
                <a:cs typeface="Arial MT"/>
              </a:rPr>
              <a:t> </a:t>
            </a:r>
            <a:r>
              <a:rPr sz="2000" dirty="0">
                <a:cs typeface="Arial MT"/>
              </a:rPr>
              <a:t>and</a:t>
            </a:r>
            <a:r>
              <a:rPr sz="2000" spc="-35" dirty="0">
                <a:cs typeface="Arial MT"/>
              </a:rPr>
              <a:t> </a:t>
            </a:r>
            <a:r>
              <a:rPr sz="2000" dirty="0">
                <a:cs typeface="Arial MT"/>
              </a:rPr>
              <a:t>Volatile</a:t>
            </a:r>
          </a:p>
          <a:p>
            <a:pPr marL="299085" indent="-287020">
              <a:lnSpc>
                <a:spcPct val="100000"/>
              </a:lnSpc>
              <a:spcBef>
                <a:spcPts val="5"/>
              </a:spcBef>
              <a:buChar char="•"/>
              <a:tabLst>
                <a:tab pos="299085" algn="l"/>
                <a:tab pos="299720" algn="l"/>
              </a:tabLst>
            </a:pPr>
            <a:r>
              <a:rPr sz="2000" spc="-5" dirty="0">
                <a:cs typeface="Arial MT"/>
              </a:rPr>
              <a:t>FA:</a:t>
            </a:r>
            <a:r>
              <a:rPr sz="2000" spc="-25" dirty="0">
                <a:cs typeface="Arial MT"/>
              </a:rPr>
              <a:t> </a:t>
            </a:r>
            <a:r>
              <a:rPr sz="2000" spc="-5" dirty="0">
                <a:cs typeface="Arial MT"/>
              </a:rPr>
              <a:t>Fatty</a:t>
            </a:r>
            <a:r>
              <a:rPr sz="2000" spc="-55" dirty="0">
                <a:cs typeface="Arial MT"/>
              </a:rPr>
              <a:t> </a:t>
            </a:r>
            <a:r>
              <a:rPr sz="2000" dirty="0">
                <a:cs typeface="Arial MT"/>
              </a:rPr>
              <a:t>Acid</a:t>
            </a:r>
          </a:p>
          <a:p>
            <a:pPr marL="299085" indent="-287020">
              <a:lnSpc>
                <a:spcPct val="100000"/>
              </a:lnSpc>
              <a:spcBef>
                <a:spcPts val="5"/>
              </a:spcBef>
              <a:buChar char="•"/>
              <a:tabLst>
                <a:tab pos="299085" algn="l"/>
                <a:tab pos="299720" algn="l"/>
              </a:tabLst>
            </a:pPr>
            <a:r>
              <a:rPr sz="2000" spc="-5" dirty="0">
                <a:cs typeface="Arial MT"/>
              </a:rPr>
              <a:t>NACL:</a:t>
            </a:r>
            <a:r>
              <a:rPr sz="2000" spc="-15" dirty="0">
                <a:cs typeface="Arial MT"/>
              </a:rPr>
              <a:t> </a:t>
            </a:r>
            <a:r>
              <a:rPr sz="2000" dirty="0">
                <a:cs typeface="Arial MT"/>
              </a:rPr>
              <a:t>Salt</a:t>
            </a:r>
            <a:r>
              <a:rPr sz="2000" spc="-20" dirty="0">
                <a:cs typeface="Arial MT"/>
              </a:rPr>
              <a:t> </a:t>
            </a:r>
            <a:r>
              <a:rPr sz="2000" spc="-5" dirty="0">
                <a:cs typeface="Arial MT"/>
              </a:rPr>
              <a:t>concentration</a:t>
            </a:r>
            <a:endParaRPr sz="2000" dirty="0">
              <a:cs typeface="Arial MT"/>
            </a:endParaRPr>
          </a:p>
          <a:p>
            <a:pPr marL="299085" indent="-287020">
              <a:lnSpc>
                <a:spcPct val="100000"/>
              </a:lnSpc>
              <a:buChar char="•"/>
              <a:tabLst>
                <a:tab pos="299085" algn="l"/>
                <a:tab pos="299720" algn="l"/>
              </a:tabLst>
            </a:pPr>
            <a:r>
              <a:rPr sz="2000" spc="-5" dirty="0">
                <a:cs typeface="Arial MT"/>
              </a:rPr>
              <a:t>TFM:</a:t>
            </a:r>
            <a:r>
              <a:rPr sz="2000" spc="-35" dirty="0">
                <a:cs typeface="Arial MT"/>
              </a:rPr>
              <a:t> </a:t>
            </a:r>
            <a:r>
              <a:rPr sz="2000" spc="-5" dirty="0">
                <a:cs typeface="Arial MT"/>
              </a:rPr>
              <a:t>Total</a:t>
            </a:r>
            <a:r>
              <a:rPr sz="2000" spc="-35" dirty="0">
                <a:cs typeface="Arial MT"/>
              </a:rPr>
              <a:t> </a:t>
            </a:r>
            <a:r>
              <a:rPr sz="2000" spc="-5" dirty="0">
                <a:cs typeface="Arial MT"/>
              </a:rPr>
              <a:t>Fatty</a:t>
            </a:r>
            <a:r>
              <a:rPr sz="2000" spc="-55" dirty="0">
                <a:cs typeface="Arial MT"/>
              </a:rPr>
              <a:t> </a:t>
            </a:r>
            <a:r>
              <a:rPr sz="2000" dirty="0">
                <a:cs typeface="Arial MT"/>
              </a:rPr>
              <a:t>Material</a:t>
            </a:r>
          </a:p>
          <a:p>
            <a:pPr marL="299085" indent="-287020">
              <a:lnSpc>
                <a:spcPct val="100000"/>
              </a:lnSpc>
              <a:buChar char="•"/>
              <a:tabLst>
                <a:tab pos="299085" algn="l"/>
                <a:tab pos="299720" algn="l"/>
              </a:tabLst>
            </a:pPr>
            <a:r>
              <a:rPr sz="2000" spc="-5" dirty="0">
                <a:cs typeface="Arial MT"/>
              </a:rPr>
              <a:t>Net</a:t>
            </a:r>
            <a:r>
              <a:rPr sz="2000" spc="-10" dirty="0">
                <a:cs typeface="Arial MT"/>
              </a:rPr>
              <a:t> </a:t>
            </a:r>
            <a:r>
              <a:rPr sz="2000" dirty="0">
                <a:cs typeface="Arial MT"/>
              </a:rPr>
              <a:t>Weight:</a:t>
            </a:r>
            <a:r>
              <a:rPr sz="2000" spc="-45" dirty="0">
                <a:cs typeface="Arial MT"/>
              </a:rPr>
              <a:t> </a:t>
            </a:r>
            <a:r>
              <a:rPr sz="2000" dirty="0">
                <a:cs typeface="Arial MT"/>
              </a:rPr>
              <a:t>Total</a:t>
            </a:r>
            <a:r>
              <a:rPr sz="2000" spc="-35" dirty="0">
                <a:cs typeface="Arial MT"/>
              </a:rPr>
              <a:t> </a:t>
            </a:r>
            <a:r>
              <a:rPr sz="2000" spc="-5" dirty="0">
                <a:cs typeface="Arial MT"/>
              </a:rPr>
              <a:t>weight</a:t>
            </a:r>
            <a:r>
              <a:rPr sz="2000" spc="-10" dirty="0">
                <a:cs typeface="Arial MT"/>
              </a:rPr>
              <a:t> </a:t>
            </a:r>
            <a:r>
              <a:rPr sz="2000" dirty="0">
                <a:cs typeface="Arial MT"/>
              </a:rPr>
              <a:t>of</a:t>
            </a:r>
            <a:r>
              <a:rPr sz="2000" spc="-25" dirty="0">
                <a:cs typeface="Arial MT"/>
              </a:rPr>
              <a:t> </a:t>
            </a:r>
            <a:r>
              <a:rPr sz="2000" dirty="0">
                <a:cs typeface="Arial MT"/>
              </a:rPr>
              <a:t>the</a:t>
            </a:r>
          </a:p>
          <a:p>
            <a:pPr marL="299085">
              <a:lnSpc>
                <a:spcPct val="100000"/>
              </a:lnSpc>
            </a:pPr>
            <a:r>
              <a:rPr sz="2000" dirty="0">
                <a:cs typeface="Arial MT"/>
              </a:rPr>
              <a:t>soup</a:t>
            </a:r>
          </a:p>
        </p:txBody>
      </p:sp>
      <p:sp>
        <p:nvSpPr>
          <p:cNvPr id="2" name="Slide Number Placeholder 1">
            <a:extLst>
              <a:ext uri="{FF2B5EF4-FFF2-40B4-BE49-F238E27FC236}">
                <a16:creationId xmlns:a16="http://schemas.microsoft.com/office/drawing/2014/main" id="{8DD57797-0A70-6B57-654B-CC46FD2FE08B}"/>
              </a:ext>
            </a:extLst>
          </p:cNvPr>
          <p:cNvSpPr>
            <a:spLocks noGrp="1"/>
          </p:cNvSpPr>
          <p:nvPr>
            <p:ph type="sldNum" sz="quarter" idx="7"/>
          </p:nvPr>
        </p:nvSpPr>
        <p:spPr/>
        <p:txBody>
          <a:bodyPr/>
          <a:lstStyle/>
          <a:p>
            <a:fld id="{B6F15528-21DE-4FAA-801E-634DDDAF4B2B}" type="slidenum">
              <a:rPr lang="en-US" smtClean="0"/>
              <a:t>45</a:t>
            </a:fld>
            <a:endParaRPr lang="en-US"/>
          </a:p>
        </p:txBody>
      </p:sp>
    </p:spTree>
    <p:extLst>
      <p:ext uri="{BB962C8B-B14F-4D97-AF65-F5344CB8AC3E}">
        <p14:creationId xmlns:p14="http://schemas.microsoft.com/office/powerpoint/2010/main" val="22244332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6" name="object 6"/>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7" name="object 7"/>
          <p:cNvSpPr/>
          <p:nvPr/>
        </p:nvSpPr>
        <p:spPr>
          <a:xfrm>
            <a:off x="7344156" y="0"/>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endParaRPr/>
          </a:p>
        </p:txBody>
      </p:sp>
      <p:sp>
        <p:nvSpPr>
          <p:cNvPr id="4" name="object 2">
            <a:extLst>
              <a:ext uri="{FF2B5EF4-FFF2-40B4-BE49-F238E27FC236}">
                <a16:creationId xmlns:a16="http://schemas.microsoft.com/office/drawing/2014/main" id="{BAD78B3B-2803-49CF-A8D5-8C82BFEE7445}"/>
              </a:ext>
            </a:extLst>
          </p:cNvPr>
          <p:cNvSpPr txBox="1">
            <a:spLocks noGrp="1"/>
          </p:cNvSpPr>
          <p:nvPr>
            <p:ph type="title"/>
          </p:nvPr>
        </p:nvSpPr>
        <p:spPr>
          <a:xfrm>
            <a:off x="676825" y="217807"/>
            <a:ext cx="5947495" cy="566822"/>
          </a:xfrm>
          <a:prstGeom prst="rect">
            <a:avLst/>
          </a:prstGeom>
        </p:spPr>
        <p:txBody>
          <a:bodyPr vert="horz" wrap="square" lIns="0" tIns="12700" rIns="0" bIns="0" rtlCol="0">
            <a:spAutoFit/>
          </a:bodyPr>
          <a:lstStyle/>
          <a:p>
            <a:pPr marL="12700" algn="l">
              <a:lnSpc>
                <a:spcPct val="100000"/>
              </a:lnSpc>
              <a:spcBef>
                <a:spcPts val="100"/>
              </a:spcBef>
            </a:pPr>
            <a:r>
              <a:rPr lang="en-US" sz="3200" spc="-100" dirty="0">
                <a:latin typeface="+mj-lt"/>
                <a:ea typeface="Verdana" panose="020B0604030504040204" pitchFamily="34" charset="0"/>
              </a:rPr>
              <a:t>Features (</a:t>
            </a:r>
            <a:r>
              <a:rPr sz="3200" spc="-100" dirty="0">
                <a:latin typeface="+mj-lt"/>
                <a:ea typeface="Verdana" panose="020B0604030504040204" pitchFamily="34" charset="0"/>
              </a:rPr>
              <a:t>Easy</a:t>
            </a:r>
            <a:r>
              <a:rPr sz="3200" spc="-155" dirty="0">
                <a:latin typeface="+mj-lt"/>
                <a:ea typeface="Verdana" panose="020B0604030504040204" pitchFamily="34" charset="0"/>
              </a:rPr>
              <a:t> </a:t>
            </a:r>
            <a:r>
              <a:rPr sz="3200" spc="-10" dirty="0">
                <a:latin typeface="+mj-lt"/>
                <a:ea typeface="Verdana" panose="020B0604030504040204" pitchFamily="34" charset="0"/>
              </a:rPr>
              <a:t>D</a:t>
            </a:r>
            <a:r>
              <a:rPr sz="3200" spc="-90" dirty="0">
                <a:latin typeface="+mj-lt"/>
                <a:ea typeface="Verdana" panose="020B0604030504040204" pitchFamily="34" charset="0"/>
              </a:rPr>
              <a:t>ata</a:t>
            </a:r>
            <a:r>
              <a:rPr sz="3200" spc="-155" dirty="0">
                <a:latin typeface="+mj-lt"/>
                <a:ea typeface="Verdana" panose="020B0604030504040204" pitchFamily="34" charset="0"/>
              </a:rPr>
              <a:t> </a:t>
            </a:r>
            <a:r>
              <a:rPr sz="3200" spc="-75" dirty="0">
                <a:latin typeface="+mj-lt"/>
                <a:ea typeface="Verdana" panose="020B0604030504040204" pitchFamily="34" charset="0"/>
              </a:rPr>
              <a:t>Entry</a:t>
            </a:r>
            <a:r>
              <a:rPr lang="en-US" sz="3600" spc="-75" dirty="0">
                <a:latin typeface="+mj-lt"/>
                <a:ea typeface="Verdana" panose="020B0604030504040204" pitchFamily="34" charset="0"/>
              </a:rPr>
              <a:t>)</a:t>
            </a:r>
            <a:endParaRPr sz="3600" spc="-75" dirty="0">
              <a:latin typeface="+mj-lt"/>
              <a:ea typeface="Verdana" panose="020B0604030504040204" pitchFamily="34" charset="0"/>
            </a:endParaRPr>
          </a:p>
        </p:txBody>
      </p:sp>
      <p:sp>
        <p:nvSpPr>
          <p:cNvPr id="8" name="object 3">
            <a:extLst>
              <a:ext uri="{FF2B5EF4-FFF2-40B4-BE49-F238E27FC236}">
                <a16:creationId xmlns:a16="http://schemas.microsoft.com/office/drawing/2014/main" id="{9612B74B-1D8A-7A3B-A493-5931E2B1E77B}"/>
              </a:ext>
            </a:extLst>
          </p:cNvPr>
          <p:cNvSpPr txBox="1"/>
          <p:nvPr/>
        </p:nvSpPr>
        <p:spPr>
          <a:xfrm>
            <a:off x="5105400" y="1416564"/>
            <a:ext cx="3833368" cy="2783454"/>
          </a:xfrm>
          <a:prstGeom prst="rect">
            <a:avLst/>
          </a:prstGeom>
        </p:spPr>
        <p:txBody>
          <a:bodyPr vert="horz" wrap="square" lIns="0" tIns="13335" rIns="0" bIns="0" rtlCol="0">
            <a:spAutoFit/>
          </a:bodyPr>
          <a:lstStyle/>
          <a:p>
            <a:pPr marL="12700">
              <a:lnSpc>
                <a:spcPct val="100000"/>
              </a:lnSpc>
              <a:spcBef>
                <a:spcPts val="105"/>
              </a:spcBef>
            </a:pPr>
            <a:r>
              <a:rPr sz="2000" spc="-5" dirty="0">
                <a:cs typeface="Arial MT"/>
              </a:rPr>
              <a:t>Columns</a:t>
            </a:r>
            <a:r>
              <a:rPr sz="2000" spc="-25" dirty="0">
                <a:cs typeface="Arial MT"/>
              </a:rPr>
              <a:t> </a:t>
            </a:r>
            <a:r>
              <a:rPr sz="2000" spc="-5" dirty="0">
                <a:cs typeface="Arial MT"/>
              </a:rPr>
              <a:t>of</a:t>
            </a:r>
            <a:r>
              <a:rPr sz="2000" spc="-25" dirty="0">
                <a:cs typeface="Arial MT"/>
              </a:rPr>
              <a:t> </a:t>
            </a:r>
            <a:r>
              <a:rPr sz="2000" spc="-5" dirty="0">
                <a:cs typeface="Arial MT"/>
              </a:rPr>
              <a:t>“</a:t>
            </a:r>
            <a:r>
              <a:rPr sz="2000" b="1" i="1" spc="-5" dirty="0">
                <a:cs typeface="Arial"/>
              </a:rPr>
              <a:t>CUSUM”</a:t>
            </a:r>
            <a:r>
              <a:rPr sz="2000" b="1" i="1" spc="-10" dirty="0">
                <a:cs typeface="Arial"/>
              </a:rPr>
              <a:t> </a:t>
            </a:r>
            <a:r>
              <a:rPr sz="2000" spc="-5" dirty="0">
                <a:cs typeface="Arial MT"/>
              </a:rPr>
              <a:t>form:</a:t>
            </a:r>
            <a:endParaRPr sz="2000" dirty="0">
              <a:cs typeface="Arial MT"/>
            </a:endParaRPr>
          </a:p>
          <a:p>
            <a:pPr marL="299085" indent="-287020">
              <a:lnSpc>
                <a:spcPct val="100000"/>
              </a:lnSpc>
              <a:buChar char="•"/>
              <a:tabLst>
                <a:tab pos="299085" algn="l"/>
                <a:tab pos="299720" algn="l"/>
              </a:tabLst>
            </a:pPr>
            <a:r>
              <a:rPr sz="2000" spc="-5" dirty="0">
                <a:cs typeface="Arial MT"/>
              </a:rPr>
              <a:t>Date:</a:t>
            </a:r>
            <a:r>
              <a:rPr sz="2000" spc="-35" dirty="0">
                <a:cs typeface="Arial MT"/>
              </a:rPr>
              <a:t> </a:t>
            </a:r>
            <a:r>
              <a:rPr sz="2000" spc="-5" dirty="0">
                <a:cs typeface="Arial MT"/>
              </a:rPr>
              <a:t>Date</a:t>
            </a:r>
            <a:r>
              <a:rPr sz="2000" spc="-15" dirty="0">
                <a:cs typeface="Arial MT"/>
              </a:rPr>
              <a:t> </a:t>
            </a:r>
            <a:r>
              <a:rPr sz="2000" dirty="0">
                <a:cs typeface="Arial MT"/>
              </a:rPr>
              <a:t>of</a:t>
            </a:r>
            <a:r>
              <a:rPr sz="2000" spc="-20" dirty="0">
                <a:cs typeface="Arial MT"/>
              </a:rPr>
              <a:t> </a:t>
            </a:r>
            <a:r>
              <a:rPr sz="2000" spc="-5" dirty="0">
                <a:cs typeface="Arial MT"/>
              </a:rPr>
              <a:t>experiment</a:t>
            </a:r>
            <a:endParaRPr sz="2000" dirty="0">
              <a:cs typeface="Arial MT"/>
            </a:endParaRPr>
          </a:p>
          <a:p>
            <a:pPr marL="299085" indent="-287020">
              <a:lnSpc>
                <a:spcPct val="100000"/>
              </a:lnSpc>
              <a:buChar char="•"/>
              <a:tabLst>
                <a:tab pos="299085" algn="l"/>
                <a:tab pos="299720" algn="l"/>
              </a:tabLst>
            </a:pPr>
            <a:r>
              <a:rPr sz="2000" dirty="0">
                <a:cs typeface="Arial MT"/>
              </a:rPr>
              <a:t>Shift:</a:t>
            </a:r>
            <a:r>
              <a:rPr sz="2000" spc="-40" dirty="0">
                <a:cs typeface="Arial MT"/>
              </a:rPr>
              <a:t> </a:t>
            </a:r>
            <a:r>
              <a:rPr sz="2000" dirty="0">
                <a:cs typeface="Arial MT"/>
              </a:rPr>
              <a:t>Shift</a:t>
            </a:r>
            <a:r>
              <a:rPr sz="2000" spc="-25" dirty="0">
                <a:cs typeface="Arial MT"/>
              </a:rPr>
              <a:t> </a:t>
            </a:r>
            <a:r>
              <a:rPr sz="2000" spc="-5" dirty="0">
                <a:cs typeface="Arial MT"/>
              </a:rPr>
              <a:t>name</a:t>
            </a:r>
            <a:r>
              <a:rPr sz="2000" spc="-40" dirty="0">
                <a:cs typeface="Arial MT"/>
              </a:rPr>
              <a:t> </a:t>
            </a:r>
            <a:r>
              <a:rPr sz="2000" dirty="0">
                <a:cs typeface="Arial MT"/>
              </a:rPr>
              <a:t>of</a:t>
            </a:r>
            <a:r>
              <a:rPr sz="2000" spc="-15" dirty="0">
                <a:cs typeface="Arial MT"/>
              </a:rPr>
              <a:t> </a:t>
            </a:r>
            <a:r>
              <a:rPr sz="2000" dirty="0">
                <a:cs typeface="Arial MT"/>
              </a:rPr>
              <a:t>the</a:t>
            </a:r>
            <a:r>
              <a:rPr sz="2000" spc="-40" dirty="0">
                <a:cs typeface="Arial MT"/>
              </a:rPr>
              <a:t> </a:t>
            </a:r>
            <a:r>
              <a:rPr sz="2000" dirty="0">
                <a:cs typeface="Arial MT"/>
              </a:rPr>
              <a:t>material</a:t>
            </a:r>
          </a:p>
          <a:p>
            <a:pPr marL="299085" indent="-287020">
              <a:lnSpc>
                <a:spcPct val="100000"/>
              </a:lnSpc>
              <a:buChar char="•"/>
              <a:tabLst>
                <a:tab pos="299085" algn="l"/>
                <a:tab pos="299720" algn="l"/>
              </a:tabLst>
            </a:pPr>
            <a:r>
              <a:rPr sz="2000" dirty="0">
                <a:cs typeface="Arial MT"/>
              </a:rPr>
              <a:t>M&amp;V:</a:t>
            </a:r>
            <a:r>
              <a:rPr sz="2000" spc="-25" dirty="0">
                <a:cs typeface="Arial MT"/>
              </a:rPr>
              <a:t> </a:t>
            </a:r>
            <a:r>
              <a:rPr sz="2000" dirty="0">
                <a:cs typeface="Arial MT"/>
              </a:rPr>
              <a:t>Moisture</a:t>
            </a:r>
            <a:r>
              <a:rPr sz="2000" spc="-65" dirty="0">
                <a:cs typeface="Arial MT"/>
              </a:rPr>
              <a:t> </a:t>
            </a:r>
            <a:r>
              <a:rPr sz="2000" dirty="0">
                <a:cs typeface="Arial MT"/>
              </a:rPr>
              <a:t>and</a:t>
            </a:r>
            <a:r>
              <a:rPr sz="2000" spc="-35" dirty="0">
                <a:cs typeface="Arial MT"/>
              </a:rPr>
              <a:t> </a:t>
            </a:r>
            <a:r>
              <a:rPr sz="2000" dirty="0">
                <a:cs typeface="Arial MT"/>
              </a:rPr>
              <a:t>Volatile</a:t>
            </a:r>
          </a:p>
          <a:p>
            <a:pPr marL="299085" indent="-287020">
              <a:lnSpc>
                <a:spcPct val="100000"/>
              </a:lnSpc>
              <a:spcBef>
                <a:spcPts val="5"/>
              </a:spcBef>
              <a:buChar char="•"/>
              <a:tabLst>
                <a:tab pos="299085" algn="l"/>
                <a:tab pos="299720" algn="l"/>
              </a:tabLst>
            </a:pPr>
            <a:r>
              <a:rPr sz="2000" spc="-5" dirty="0">
                <a:cs typeface="Arial MT"/>
              </a:rPr>
              <a:t>FA:</a:t>
            </a:r>
            <a:r>
              <a:rPr sz="2000" spc="-25" dirty="0">
                <a:cs typeface="Arial MT"/>
              </a:rPr>
              <a:t> </a:t>
            </a:r>
            <a:r>
              <a:rPr sz="2000" spc="-5" dirty="0">
                <a:cs typeface="Arial MT"/>
              </a:rPr>
              <a:t>Fatty</a:t>
            </a:r>
            <a:r>
              <a:rPr sz="2000" spc="-55" dirty="0">
                <a:cs typeface="Arial MT"/>
              </a:rPr>
              <a:t> </a:t>
            </a:r>
            <a:r>
              <a:rPr sz="2000" dirty="0">
                <a:cs typeface="Arial MT"/>
              </a:rPr>
              <a:t>Acid</a:t>
            </a:r>
          </a:p>
          <a:p>
            <a:pPr marL="299085" indent="-287020">
              <a:lnSpc>
                <a:spcPct val="100000"/>
              </a:lnSpc>
              <a:buChar char="•"/>
              <a:tabLst>
                <a:tab pos="299085" algn="l"/>
                <a:tab pos="299720" algn="l"/>
              </a:tabLst>
            </a:pPr>
            <a:r>
              <a:rPr sz="2000" spc="-5" dirty="0">
                <a:cs typeface="Arial MT"/>
              </a:rPr>
              <a:t>NACL:</a:t>
            </a:r>
            <a:r>
              <a:rPr sz="2000" spc="-30" dirty="0">
                <a:cs typeface="Arial MT"/>
              </a:rPr>
              <a:t> </a:t>
            </a:r>
            <a:r>
              <a:rPr sz="2000" dirty="0">
                <a:cs typeface="Arial MT"/>
              </a:rPr>
              <a:t>Salt</a:t>
            </a:r>
            <a:r>
              <a:rPr sz="2000" spc="-45" dirty="0">
                <a:cs typeface="Arial MT"/>
              </a:rPr>
              <a:t> </a:t>
            </a:r>
            <a:r>
              <a:rPr sz="2000" dirty="0">
                <a:cs typeface="Arial MT"/>
              </a:rPr>
              <a:t>concentration</a:t>
            </a:r>
          </a:p>
          <a:p>
            <a:pPr marL="299085" indent="-287020">
              <a:lnSpc>
                <a:spcPct val="100000"/>
              </a:lnSpc>
              <a:buChar char="•"/>
              <a:tabLst>
                <a:tab pos="299085" algn="l"/>
                <a:tab pos="299720" algn="l"/>
              </a:tabLst>
            </a:pPr>
            <a:r>
              <a:rPr sz="2000" spc="-5" dirty="0">
                <a:cs typeface="Arial MT"/>
              </a:rPr>
              <a:t>TFM:</a:t>
            </a:r>
            <a:r>
              <a:rPr sz="2000" spc="-35" dirty="0">
                <a:cs typeface="Arial MT"/>
              </a:rPr>
              <a:t> </a:t>
            </a:r>
            <a:r>
              <a:rPr sz="2000" spc="-5" dirty="0">
                <a:cs typeface="Arial MT"/>
              </a:rPr>
              <a:t>Total</a:t>
            </a:r>
            <a:r>
              <a:rPr sz="2000" spc="-35" dirty="0">
                <a:cs typeface="Arial MT"/>
              </a:rPr>
              <a:t> </a:t>
            </a:r>
            <a:r>
              <a:rPr sz="2000" spc="-5" dirty="0">
                <a:cs typeface="Arial MT"/>
              </a:rPr>
              <a:t>Fatty</a:t>
            </a:r>
            <a:r>
              <a:rPr sz="2000" spc="-55" dirty="0">
                <a:cs typeface="Arial MT"/>
              </a:rPr>
              <a:t> </a:t>
            </a:r>
            <a:r>
              <a:rPr sz="2000" dirty="0">
                <a:cs typeface="Arial MT"/>
              </a:rPr>
              <a:t>Material</a:t>
            </a:r>
          </a:p>
          <a:p>
            <a:pPr marL="299085" indent="-287020">
              <a:lnSpc>
                <a:spcPct val="100000"/>
              </a:lnSpc>
              <a:spcBef>
                <a:spcPts val="5"/>
              </a:spcBef>
              <a:buChar char="•"/>
              <a:tabLst>
                <a:tab pos="299085" algn="l"/>
                <a:tab pos="299720" algn="l"/>
              </a:tabLst>
            </a:pPr>
            <a:r>
              <a:rPr sz="2000" spc="-5" dirty="0">
                <a:cs typeface="Arial MT"/>
              </a:rPr>
              <a:t>Net</a:t>
            </a:r>
            <a:r>
              <a:rPr sz="2000" spc="-10" dirty="0">
                <a:cs typeface="Arial MT"/>
              </a:rPr>
              <a:t> </a:t>
            </a:r>
            <a:r>
              <a:rPr sz="2000" dirty="0">
                <a:cs typeface="Arial MT"/>
              </a:rPr>
              <a:t>Weight:</a:t>
            </a:r>
            <a:r>
              <a:rPr sz="2000" spc="-45" dirty="0">
                <a:cs typeface="Arial MT"/>
              </a:rPr>
              <a:t> </a:t>
            </a:r>
            <a:r>
              <a:rPr sz="2000" spc="-5" dirty="0">
                <a:cs typeface="Arial MT"/>
              </a:rPr>
              <a:t>Total</a:t>
            </a:r>
            <a:r>
              <a:rPr sz="2000" spc="-30" dirty="0">
                <a:cs typeface="Arial MT"/>
              </a:rPr>
              <a:t> </a:t>
            </a:r>
            <a:r>
              <a:rPr sz="2000" spc="-5" dirty="0">
                <a:cs typeface="Arial MT"/>
              </a:rPr>
              <a:t>weight </a:t>
            </a:r>
            <a:r>
              <a:rPr sz="2000" dirty="0">
                <a:cs typeface="Arial MT"/>
              </a:rPr>
              <a:t>of</a:t>
            </a:r>
            <a:r>
              <a:rPr sz="2000" spc="-15" dirty="0">
                <a:cs typeface="Arial MT"/>
              </a:rPr>
              <a:t> </a:t>
            </a:r>
            <a:r>
              <a:rPr sz="2000" dirty="0">
                <a:cs typeface="Arial MT"/>
              </a:rPr>
              <a:t>the</a:t>
            </a:r>
          </a:p>
          <a:p>
            <a:pPr marL="299085">
              <a:lnSpc>
                <a:spcPct val="100000"/>
              </a:lnSpc>
            </a:pPr>
            <a:r>
              <a:rPr sz="2000" dirty="0">
                <a:cs typeface="Arial MT"/>
              </a:rPr>
              <a:t>soup</a:t>
            </a:r>
          </a:p>
        </p:txBody>
      </p:sp>
      <p:pic>
        <p:nvPicPr>
          <p:cNvPr id="12" name="object 4">
            <a:extLst>
              <a:ext uri="{FF2B5EF4-FFF2-40B4-BE49-F238E27FC236}">
                <a16:creationId xmlns:a16="http://schemas.microsoft.com/office/drawing/2014/main" id="{D078679B-D8D6-AE58-E8C2-8990B9AF6925}"/>
              </a:ext>
            </a:extLst>
          </p:cNvPr>
          <p:cNvPicPr/>
          <p:nvPr/>
        </p:nvPicPr>
        <p:blipFill>
          <a:blip r:embed="rId2" cstate="print"/>
          <a:stretch>
            <a:fillRect/>
          </a:stretch>
        </p:blipFill>
        <p:spPr>
          <a:xfrm>
            <a:off x="591187" y="937697"/>
            <a:ext cx="4072382" cy="399910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A92C838-9502-E74D-14C4-4FECB9FEA21F}"/>
              </a:ext>
            </a:extLst>
          </p:cNvPr>
          <p:cNvSpPr>
            <a:spLocks noGrp="1"/>
          </p:cNvSpPr>
          <p:nvPr>
            <p:ph type="sldNum" sz="quarter" idx="7"/>
          </p:nvPr>
        </p:nvSpPr>
        <p:spPr/>
        <p:txBody>
          <a:bodyPr/>
          <a:lstStyle/>
          <a:p>
            <a:fld id="{B6F15528-21DE-4FAA-801E-634DDDAF4B2B}" type="slidenum">
              <a:rPr lang="en-US" smtClean="0"/>
              <a:t>46</a:t>
            </a:fld>
            <a:endParaRPr lang="en-US"/>
          </a:p>
        </p:txBody>
      </p:sp>
    </p:spTree>
    <p:extLst>
      <p:ext uri="{BB962C8B-B14F-4D97-AF65-F5344CB8AC3E}">
        <p14:creationId xmlns:p14="http://schemas.microsoft.com/office/powerpoint/2010/main" val="800608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790700" cy="5143500"/>
            <a:chOff x="0" y="0"/>
            <a:chExt cx="1790700" cy="5143500"/>
          </a:xfrm>
        </p:grpSpPr>
        <p:sp>
          <p:nvSpPr>
            <p:cNvPr id="3" name="object 3"/>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4" name="object 4"/>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grpSp>
        <p:nvGrpSpPr>
          <p:cNvPr id="5" name="object 5"/>
          <p:cNvGrpSpPr/>
          <p:nvPr/>
        </p:nvGrpSpPr>
        <p:grpSpPr>
          <a:xfrm>
            <a:off x="8510014" y="0"/>
            <a:ext cx="647700" cy="5119658"/>
            <a:chOff x="8496299" y="269747"/>
            <a:chExt cx="647700" cy="4874260"/>
          </a:xfrm>
        </p:grpSpPr>
        <p:sp>
          <p:nvSpPr>
            <p:cNvPr id="6" name="object 6"/>
            <p:cNvSpPr/>
            <p:nvPr/>
          </p:nvSpPr>
          <p:spPr>
            <a:xfrm>
              <a:off x="8496299" y="269747"/>
              <a:ext cx="647700" cy="4874260"/>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7" name="object 7"/>
            <p:cNvSpPr/>
            <p:nvPr/>
          </p:nvSpPr>
          <p:spPr>
            <a:xfrm>
              <a:off x="8639556" y="3127247"/>
              <a:ext cx="360045" cy="1477010"/>
            </a:xfrm>
            <a:custGeom>
              <a:avLst/>
              <a:gdLst/>
              <a:ahLst/>
              <a:cxnLst/>
              <a:rect l="l" t="t" r="r" b="b"/>
              <a:pathLst>
                <a:path w="360045" h="1477010">
                  <a:moveTo>
                    <a:pt x="36576" y="1458468"/>
                  </a:moveTo>
                  <a:lnTo>
                    <a:pt x="35140" y="1451356"/>
                  </a:lnTo>
                  <a:lnTo>
                    <a:pt x="31242" y="1445539"/>
                  </a:lnTo>
                  <a:lnTo>
                    <a:pt x="25425" y="1441627"/>
                  </a:lnTo>
                  <a:lnTo>
                    <a:pt x="18288" y="1440180"/>
                  </a:lnTo>
                  <a:lnTo>
                    <a:pt x="11137" y="1441627"/>
                  </a:lnTo>
                  <a:lnTo>
                    <a:pt x="5321" y="1445539"/>
                  </a:lnTo>
                  <a:lnTo>
                    <a:pt x="1422" y="1451356"/>
                  </a:lnTo>
                  <a:lnTo>
                    <a:pt x="0" y="1458468"/>
                  </a:lnTo>
                  <a:lnTo>
                    <a:pt x="1422" y="1465592"/>
                  </a:lnTo>
                  <a:lnTo>
                    <a:pt x="5334" y="1471409"/>
                  </a:lnTo>
                  <a:lnTo>
                    <a:pt x="11137" y="1475320"/>
                  </a:lnTo>
                  <a:lnTo>
                    <a:pt x="18288" y="1476756"/>
                  </a:lnTo>
                  <a:lnTo>
                    <a:pt x="25425" y="1475320"/>
                  </a:lnTo>
                  <a:lnTo>
                    <a:pt x="31242" y="1471409"/>
                  </a:lnTo>
                  <a:lnTo>
                    <a:pt x="35140" y="1465592"/>
                  </a:lnTo>
                  <a:lnTo>
                    <a:pt x="36576" y="1458468"/>
                  </a:lnTo>
                  <a:close/>
                </a:path>
                <a:path w="360045" h="1477010">
                  <a:moveTo>
                    <a:pt x="36576" y="1098804"/>
                  </a:moveTo>
                  <a:lnTo>
                    <a:pt x="35140" y="1091692"/>
                  </a:lnTo>
                  <a:lnTo>
                    <a:pt x="31242" y="1085875"/>
                  </a:lnTo>
                  <a:lnTo>
                    <a:pt x="25425" y="1081963"/>
                  </a:lnTo>
                  <a:lnTo>
                    <a:pt x="18288" y="1080516"/>
                  </a:lnTo>
                  <a:lnTo>
                    <a:pt x="11137" y="1081963"/>
                  </a:lnTo>
                  <a:lnTo>
                    <a:pt x="5321" y="1085875"/>
                  </a:lnTo>
                  <a:lnTo>
                    <a:pt x="1422" y="1091692"/>
                  </a:lnTo>
                  <a:lnTo>
                    <a:pt x="0" y="1098804"/>
                  </a:lnTo>
                  <a:lnTo>
                    <a:pt x="1422" y="1105928"/>
                  </a:lnTo>
                  <a:lnTo>
                    <a:pt x="5334" y="1111745"/>
                  </a:lnTo>
                  <a:lnTo>
                    <a:pt x="11137" y="1115656"/>
                  </a:lnTo>
                  <a:lnTo>
                    <a:pt x="18288" y="1117092"/>
                  </a:lnTo>
                  <a:lnTo>
                    <a:pt x="25425" y="1115656"/>
                  </a:lnTo>
                  <a:lnTo>
                    <a:pt x="31242" y="1111745"/>
                  </a:lnTo>
                  <a:lnTo>
                    <a:pt x="35140" y="1105928"/>
                  </a:lnTo>
                  <a:lnTo>
                    <a:pt x="36576" y="1098804"/>
                  </a:lnTo>
                  <a:close/>
                </a:path>
                <a:path w="360045" h="1477010">
                  <a:moveTo>
                    <a:pt x="36576" y="739140"/>
                  </a:moveTo>
                  <a:lnTo>
                    <a:pt x="35140" y="732002"/>
                  </a:lnTo>
                  <a:lnTo>
                    <a:pt x="31242" y="726186"/>
                  </a:lnTo>
                  <a:lnTo>
                    <a:pt x="25425" y="722287"/>
                  </a:lnTo>
                  <a:lnTo>
                    <a:pt x="18288" y="720852"/>
                  </a:lnTo>
                  <a:lnTo>
                    <a:pt x="11137" y="722287"/>
                  </a:lnTo>
                  <a:lnTo>
                    <a:pt x="5321" y="726186"/>
                  </a:lnTo>
                  <a:lnTo>
                    <a:pt x="1422" y="732002"/>
                  </a:lnTo>
                  <a:lnTo>
                    <a:pt x="0" y="739140"/>
                  </a:lnTo>
                  <a:lnTo>
                    <a:pt x="1422" y="746264"/>
                  </a:lnTo>
                  <a:lnTo>
                    <a:pt x="5334" y="752081"/>
                  </a:lnTo>
                  <a:lnTo>
                    <a:pt x="11137" y="755992"/>
                  </a:lnTo>
                  <a:lnTo>
                    <a:pt x="18288" y="757428"/>
                  </a:lnTo>
                  <a:lnTo>
                    <a:pt x="25425" y="755992"/>
                  </a:lnTo>
                  <a:lnTo>
                    <a:pt x="31242" y="752081"/>
                  </a:lnTo>
                  <a:lnTo>
                    <a:pt x="35140" y="746264"/>
                  </a:lnTo>
                  <a:lnTo>
                    <a:pt x="36576" y="739140"/>
                  </a:lnTo>
                  <a:close/>
                </a:path>
                <a:path w="360045" h="1477010">
                  <a:moveTo>
                    <a:pt x="36576" y="369074"/>
                  </a:moveTo>
                  <a:lnTo>
                    <a:pt x="28448" y="361188"/>
                  </a:lnTo>
                  <a:lnTo>
                    <a:pt x="8128" y="361188"/>
                  </a:lnTo>
                  <a:lnTo>
                    <a:pt x="0" y="369074"/>
                  </a:lnTo>
                  <a:lnTo>
                    <a:pt x="0" y="378714"/>
                  </a:lnTo>
                  <a:lnTo>
                    <a:pt x="0" y="388366"/>
                  </a:lnTo>
                  <a:lnTo>
                    <a:pt x="8128" y="396240"/>
                  </a:lnTo>
                  <a:lnTo>
                    <a:pt x="28448" y="396240"/>
                  </a:lnTo>
                  <a:lnTo>
                    <a:pt x="36576" y="388366"/>
                  </a:lnTo>
                  <a:lnTo>
                    <a:pt x="36576" y="369074"/>
                  </a:lnTo>
                  <a:close/>
                </a:path>
                <a:path w="360045" h="1477010">
                  <a:moveTo>
                    <a:pt x="36576" y="18288"/>
                  </a:moveTo>
                  <a:lnTo>
                    <a:pt x="35140" y="11150"/>
                  </a:lnTo>
                  <a:lnTo>
                    <a:pt x="31242" y="5346"/>
                  </a:lnTo>
                  <a:lnTo>
                    <a:pt x="25425" y="1435"/>
                  </a:lnTo>
                  <a:lnTo>
                    <a:pt x="18288" y="0"/>
                  </a:lnTo>
                  <a:lnTo>
                    <a:pt x="11137" y="1435"/>
                  </a:lnTo>
                  <a:lnTo>
                    <a:pt x="5321" y="5334"/>
                  </a:lnTo>
                  <a:lnTo>
                    <a:pt x="1422" y="11150"/>
                  </a:lnTo>
                  <a:lnTo>
                    <a:pt x="0" y="18288"/>
                  </a:lnTo>
                  <a:lnTo>
                    <a:pt x="1422" y="25438"/>
                  </a:lnTo>
                  <a:lnTo>
                    <a:pt x="5334" y="31242"/>
                  </a:lnTo>
                  <a:lnTo>
                    <a:pt x="11137" y="35153"/>
                  </a:lnTo>
                  <a:lnTo>
                    <a:pt x="18288" y="36576"/>
                  </a:lnTo>
                  <a:lnTo>
                    <a:pt x="25425" y="35153"/>
                  </a:lnTo>
                  <a:lnTo>
                    <a:pt x="31242" y="31254"/>
                  </a:lnTo>
                  <a:lnTo>
                    <a:pt x="35140" y="25438"/>
                  </a:lnTo>
                  <a:lnTo>
                    <a:pt x="36576" y="18288"/>
                  </a:lnTo>
                  <a:close/>
                </a:path>
                <a:path w="360045" h="1477010">
                  <a:moveTo>
                    <a:pt x="359664" y="1448371"/>
                  </a:moveTo>
                  <a:lnTo>
                    <a:pt x="351790" y="1440180"/>
                  </a:lnTo>
                  <a:lnTo>
                    <a:pt x="332486" y="1440180"/>
                  </a:lnTo>
                  <a:lnTo>
                    <a:pt x="324612" y="1448371"/>
                  </a:lnTo>
                  <a:lnTo>
                    <a:pt x="324612" y="1458468"/>
                  </a:lnTo>
                  <a:lnTo>
                    <a:pt x="324612" y="1468564"/>
                  </a:lnTo>
                  <a:lnTo>
                    <a:pt x="332486" y="1476756"/>
                  </a:lnTo>
                  <a:lnTo>
                    <a:pt x="351790" y="1476756"/>
                  </a:lnTo>
                  <a:lnTo>
                    <a:pt x="359664" y="1468564"/>
                  </a:lnTo>
                  <a:lnTo>
                    <a:pt x="359664" y="1448371"/>
                  </a:lnTo>
                  <a:close/>
                </a:path>
                <a:path w="360045" h="1477010">
                  <a:moveTo>
                    <a:pt x="359664" y="1088707"/>
                  </a:moveTo>
                  <a:lnTo>
                    <a:pt x="351790" y="1080516"/>
                  </a:lnTo>
                  <a:lnTo>
                    <a:pt x="332486" y="1080516"/>
                  </a:lnTo>
                  <a:lnTo>
                    <a:pt x="324612" y="1088707"/>
                  </a:lnTo>
                  <a:lnTo>
                    <a:pt x="324612" y="1098804"/>
                  </a:lnTo>
                  <a:lnTo>
                    <a:pt x="324612" y="1108900"/>
                  </a:lnTo>
                  <a:lnTo>
                    <a:pt x="332486" y="1117092"/>
                  </a:lnTo>
                  <a:lnTo>
                    <a:pt x="351790" y="1117092"/>
                  </a:lnTo>
                  <a:lnTo>
                    <a:pt x="359664" y="1108900"/>
                  </a:lnTo>
                  <a:lnTo>
                    <a:pt x="359664" y="1088707"/>
                  </a:lnTo>
                  <a:close/>
                </a:path>
                <a:path w="360045" h="1477010">
                  <a:moveTo>
                    <a:pt x="359664" y="728980"/>
                  </a:moveTo>
                  <a:lnTo>
                    <a:pt x="351790" y="720852"/>
                  </a:lnTo>
                  <a:lnTo>
                    <a:pt x="332486" y="720852"/>
                  </a:lnTo>
                  <a:lnTo>
                    <a:pt x="324612" y="728980"/>
                  </a:lnTo>
                  <a:lnTo>
                    <a:pt x="324612" y="739140"/>
                  </a:lnTo>
                  <a:lnTo>
                    <a:pt x="324612" y="749236"/>
                  </a:lnTo>
                  <a:lnTo>
                    <a:pt x="332486" y="757428"/>
                  </a:lnTo>
                  <a:lnTo>
                    <a:pt x="351790" y="757428"/>
                  </a:lnTo>
                  <a:lnTo>
                    <a:pt x="359664" y="749236"/>
                  </a:lnTo>
                  <a:lnTo>
                    <a:pt x="359664" y="728980"/>
                  </a:lnTo>
                  <a:close/>
                </a:path>
                <a:path w="360045" h="1477010">
                  <a:moveTo>
                    <a:pt x="359664" y="369074"/>
                  </a:moveTo>
                  <a:lnTo>
                    <a:pt x="351790" y="361188"/>
                  </a:lnTo>
                  <a:lnTo>
                    <a:pt x="332486" y="361188"/>
                  </a:lnTo>
                  <a:lnTo>
                    <a:pt x="324612" y="369074"/>
                  </a:lnTo>
                  <a:lnTo>
                    <a:pt x="324612" y="378714"/>
                  </a:lnTo>
                  <a:lnTo>
                    <a:pt x="324612" y="388366"/>
                  </a:lnTo>
                  <a:lnTo>
                    <a:pt x="332486" y="396240"/>
                  </a:lnTo>
                  <a:lnTo>
                    <a:pt x="351790" y="396240"/>
                  </a:lnTo>
                  <a:lnTo>
                    <a:pt x="359664" y="388366"/>
                  </a:lnTo>
                  <a:lnTo>
                    <a:pt x="359664" y="369074"/>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grpSp>
      <p:sp>
        <p:nvSpPr>
          <p:cNvPr id="14" name="object 14"/>
          <p:cNvSpPr txBox="1">
            <a:spLocks noGrp="1"/>
          </p:cNvSpPr>
          <p:nvPr>
            <p:ph type="title"/>
          </p:nvPr>
        </p:nvSpPr>
        <p:spPr>
          <a:xfrm>
            <a:off x="1790700" y="158216"/>
            <a:ext cx="5943600" cy="505267"/>
          </a:xfrm>
          <a:prstGeom prst="rect">
            <a:avLst/>
          </a:prstGeom>
        </p:spPr>
        <p:txBody>
          <a:bodyPr vert="horz" wrap="square" lIns="0" tIns="12700" rIns="0" bIns="0" rtlCol="0">
            <a:spAutoFit/>
          </a:bodyPr>
          <a:lstStyle/>
          <a:p>
            <a:pPr marL="12700" algn="ctr">
              <a:lnSpc>
                <a:spcPct val="100000"/>
              </a:lnSpc>
              <a:spcBef>
                <a:spcPts val="100"/>
              </a:spcBef>
            </a:pPr>
            <a:r>
              <a:rPr lang="en-US" sz="3200" spc="-100" dirty="0">
                <a:latin typeface="+mj-lt"/>
                <a:ea typeface="Verdana" panose="020B0604030504040204" pitchFamily="34" charset="0"/>
              </a:rPr>
              <a:t>Features (</a:t>
            </a:r>
            <a:r>
              <a:rPr sz="3200" spc="-100" dirty="0">
                <a:latin typeface="+mj-lt"/>
                <a:ea typeface="Verdana" panose="020B0604030504040204" pitchFamily="34" charset="0"/>
              </a:rPr>
              <a:t>Easy</a:t>
            </a:r>
            <a:r>
              <a:rPr sz="3200" spc="-155" dirty="0">
                <a:latin typeface="+mj-lt"/>
                <a:ea typeface="Verdana" panose="020B0604030504040204" pitchFamily="34" charset="0"/>
              </a:rPr>
              <a:t> </a:t>
            </a:r>
            <a:r>
              <a:rPr sz="3200" spc="-10" dirty="0">
                <a:latin typeface="+mj-lt"/>
                <a:ea typeface="Verdana" panose="020B0604030504040204" pitchFamily="34" charset="0"/>
              </a:rPr>
              <a:t>D</a:t>
            </a:r>
            <a:r>
              <a:rPr sz="3200" spc="-90" dirty="0">
                <a:latin typeface="+mj-lt"/>
                <a:ea typeface="Verdana" panose="020B0604030504040204" pitchFamily="34" charset="0"/>
              </a:rPr>
              <a:t>ata</a:t>
            </a:r>
            <a:r>
              <a:rPr sz="3200" spc="-155" dirty="0">
                <a:latin typeface="+mj-lt"/>
                <a:ea typeface="Verdana" panose="020B0604030504040204" pitchFamily="34" charset="0"/>
              </a:rPr>
              <a:t> </a:t>
            </a:r>
            <a:r>
              <a:rPr sz="3200" spc="-75" dirty="0">
                <a:latin typeface="+mj-lt"/>
                <a:ea typeface="Verdana" panose="020B0604030504040204" pitchFamily="34" charset="0"/>
              </a:rPr>
              <a:t>Entry</a:t>
            </a:r>
            <a:r>
              <a:rPr lang="en-US" sz="3200" spc="-75" dirty="0">
                <a:latin typeface="+mj-lt"/>
                <a:ea typeface="Verdana" panose="020B0604030504040204" pitchFamily="34" charset="0"/>
              </a:rPr>
              <a:t>)</a:t>
            </a:r>
            <a:endParaRPr sz="3200" spc="-75" dirty="0">
              <a:latin typeface="+mj-lt"/>
              <a:ea typeface="Verdana" panose="020B0604030504040204" pitchFamily="34" charset="0"/>
            </a:endParaRPr>
          </a:p>
        </p:txBody>
      </p:sp>
      <p:pic>
        <p:nvPicPr>
          <p:cNvPr id="15" name="object 15"/>
          <p:cNvPicPr/>
          <p:nvPr/>
        </p:nvPicPr>
        <p:blipFill>
          <a:blip r:embed="rId2" cstate="print"/>
          <a:stretch>
            <a:fillRect/>
          </a:stretch>
        </p:blipFill>
        <p:spPr>
          <a:xfrm>
            <a:off x="762000" y="898765"/>
            <a:ext cx="5942076" cy="1822704"/>
          </a:xfrm>
          <a:prstGeom prst="rect">
            <a:avLst/>
          </a:prstGeom>
          <a:ln>
            <a:noFill/>
          </a:ln>
          <a:effectLst>
            <a:outerShdw blurRad="292100" dist="139700" dir="2700000" algn="tl" rotWithShape="0">
              <a:srgbClr val="333333">
                <a:alpha val="65000"/>
              </a:srgbClr>
            </a:outerShdw>
          </a:effectLst>
        </p:spPr>
      </p:pic>
      <p:pic>
        <p:nvPicPr>
          <p:cNvPr id="16" name="object 16"/>
          <p:cNvPicPr/>
          <p:nvPr/>
        </p:nvPicPr>
        <p:blipFill>
          <a:blip r:embed="rId3" cstate="print"/>
          <a:stretch>
            <a:fillRect/>
          </a:stretch>
        </p:blipFill>
        <p:spPr>
          <a:xfrm>
            <a:off x="2494786" y="2722316"/>
            <a:ext cx="5943600" cy="2302764"/>
          </a:xfrm>
          <a:prstGeom prst="rect">
            <a:avLst/>
          </a:prstGeom>
          <a:ln>
            <a:noFill/>
          </a:ln>
          <a:effectLst>
            <a:outerShdw blurRad="292100" dist="139700" dir="2700000" algn="tl" rotWithShape="0">
              <a:srgbClr val="333333">
                <a:alpha val="65000"/>
              </a:srgbClr>
            </a:outerShdw>
          </a:effectLst>
        </p:spPr>
      </p:pic>
      <p:sp>
        <p:nvSpPr>
          <p:cNvPr id="8" name="Slide Number Placeholder 7">
            <a:extLst>
              <a:ext uri="{FF2B5EF4-FFF2-40B4-BE49-F238E27FC236}">
                <a16:creationId xmlns:a16="http://schemas.microsoft.com/office/drawing/2014/main" id="{0BE9DC32-A485-5322-8690-7227EC40FB24}"/>
              </a:ext>
            </a:extLst>
          </p:cNvPr>
          <p:cNvSpPr>
            <a:spLocks noGrp="1"/>
          </p:cNvSpPr>
          <p:nvPr>
            <p:ph type="sldNum" sz="quarter" idx="7"/>
          </p:nvPr>
        </p:nvSpPr>
        <p:spPr/>
        <p:txBody>
          <a:bodyPr/>
          <a:lstStyle/>
          <a:p>
            <a:fld id="{B6F15528-21DE-4FAA-801E-634DDDAF4B2B}"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p:nvPr/>
        </p:nvSpPr>
        <p:spPr>
          <a:xfrm>
            <a:off x="7344156" y="0"/>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3"/>
          <p:cNvSpPr/>
          <p:nvPr/>
        </p:nvSpPr>
        <p:spPr>
          <a:xfrm>
            <a:off x="719327" y="4873751"/>
            <a:ext cx="1801495" cy="269875"/>
          </a:xfrm>
          <a:custGeom>
            <a:avLst/>
            <a:gdLst/>
            <a:ahLst/>
            <a:cxnLst/>
            <a:rect l="l" t="t" r="r" b="b"/>
            <a:pathLst>
              <a:path w="1801495" h="269875">
                <a:moveTo>
                  <a:pt x="1801368" y="0"/>
                </a:moveTo>
                <a:lnTo>
                  <a:pt x="0" y="0"/>
                </a:lnTo>
                <a:lnTo>
                  <a:pt x="0" y="269748"/>
                </a:lnTo>
                <a:lnTo>
                  <a:pt x="1801368" y="269748"/>
                </a:lnTo>
                <a:lnTo>
                  <a:pt x="1801368"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object 2">
            <a:extLst>
              <a:ext uri="{FF2B5EF4-FFF2-40B4-BE49-F238E27FC236}">
                <a16:creationId xmlns:a16="http://schemas.microsoft.com/office/drawing/2014/main" id="{27B98ABE-32A8-681E-1995-2E68DDACE796}"/>
              </a:ext>
            </a:extLst>
          </p:cNvPr>
          <p:cNvSpPr txBox="1">
            <a:spLocks noGrp="1"/>
          </p:cNvSpPr>
          <p:nvPr>
            <p:ph type="title"/>
          </p:nvPr>
        </p:nvSpPr>
        <p:spPr>
          <a:xfrm>
            <a:off x="945803" y="331751"/>
            <a:ext cx="6749474" cy="505267"/>
          </a:xfrm>
          <a:prstGeom prst="rect">
            <a:avLst/>
          </a:prstGeom>
        </p:spPr>
        <p:txBody>
          <a:bodyPr vert="horz" wrap="square" lIns="0" tIns="12700" rIns="0" bIns="0" rtlCol="0">
            <a:spAutoFit/>
          </a:bodyPr>
          <a:lstStyle/>
          <a:p>
            <a:pPr marL="12700" algn="ctr">
              <a:lnSpc>
                <a:spcPct val="100000"/>
              </a:lnSpc>
              <a:spcBef>
                <a:spcPts val="100"/>
              </a:spcBef>
            </a:pPr>
            <a:r>
              <a:rPr lang="en-US" sz="3200" spc="-40" dirty="0">
                <a:latin typeface="+mj-lt"/>
                <a:ea typeface="Verdana" panose="020B0604030504040204" pitchFamily="34" charset="0"/>
              </a:rPr>
              <a:t>Features (Automatic</a:t>
            </a:r>
            <a:r>
              <a:rPr lang="en-US" sz="3200" spc="-210" dirty="0">
                <a:latin typeface="+mj-lt"/>
                <a:ea typeface="Verdana" panose="020B0604030504040204" pitchFamily="34" charset="0"/>
              </a:rPr>
              <a:t> </a:t>
            </a:r>
            <a:r>
              <a:rPr lang="en-US" sz="3200" spc="-50" dirty="0">
                <a:latin typeface="+mj-lt"/>
                <a:ea typeface="Verdana" panose="020B0604030504040204" pitchFamily="34" charset="0"/>
              </a:rPr>
              <a:t>Outputs)</a:t>
            </a:r>
            <a:endParaRPr sz="3200" spc="-50" dirty="0">
              <a:latin typeface="+mj-lt"/>
              <a:ea typeface="Verdana" panose="020B0604030504040204" pitchFamily="34" charset="0"/>
            </a:endParaRPr>
          </a:p>
        </p:txBody>
      </p:sp>
      <p:sp>
        <p:nvSpPr>
          <p:cNvPr id="49" name="object 6">
            <a:extLst>
              <a:ext uri="{FF2B5EF4-FFF2-40B4-BE49-F238E27FC236}">
                <a16:creationId xmlns:a16="http://schemas.microsoft.com/office/drawing/2014/main" id="{DDE30E12-9D85-AF92-5B0D-7ED27BCD90D4}"/>
              </a:ext>
            </a:extLst>
          </p:cNvPr>
          <p:cNvSpPr txBox="1"/>
          <p:nvPr/>
        </p:nvSpPr>
        <p:spPr>
          <a:xfrm>
            <a:off x="6243034" y="1663870"/>
            <a:ext cx="2670353" cy="1860125"/>
          </a:xfrm>
          <a:prstGeom prst="rect">
            <a:avLst/>
          </a:prstGeom>
        </p:spPr>
        <p:txBody>
          <a:bodyPr vert="horz" wrap="square" lIns="0" tIns="13335" rIns="0" bIns="0" rtlCol="0">
            <a:spAutoFit/>
          </a:bodyPr>
          <a:lstStyle/>
          <a:p>
            <a:pPr marL="299085" indent="-287020">
              <a:lnSpc>
                <a:spcPct val="100000"/>
              </a:lnSpc>
              <a:spcBef>
                <a:spcPts val="105"/>
              </a:spcBef>
              <a:buChar char="•"/>
              <a:tabLst>
                <a:tab pos="299085" algn="l"/>
                <a:tab pos="299720" algn="l"/>
              </a:tabLst>
            </a:pPr>
            <a:r>
              <a:rPr sz="2000" spc="-5" dirty="0">
                <a:cs typeface="Arial MT"/>
              </a:rPr>
              <a:t>Average</a:t>
            </a:r>
            <a:r>
              <a:rPr sz="2000" spc="-35" dirty="0">
                <a:cs typeface="Arial MT"/>
              </a:rPr>
              <a:t> </a:t>
            </a:r>
            <a:r>
              <a:rPr sz="2000" spc="-5" dirty="0">
                <a:cs typeface="Arial MT"/>
              </a:rPr>
              <a:t>value</a:t>
            </a:r>
            <a:endParaRPr sz="2000" dirty="0">
              <a:cs typeface="Arial MT"/>
            </a:endParaRPr>
          </a:p>
          <a:p>
            <a:pPr marL="299085" indent="-287020">
              <a:lnSpc>
                <a:spcPct val="100000"/>
              </a:lnSpc>
              <a:buChar char="•"/>
              <a:tabLst>
                <a:tab pos="299085" algn="l"/>
                <a:tab pos="299720" algn="l"/>
              </a:tabLst>
            </a:pPr>
            <a:r>
              <a:rPr sz="2000" spc="-10" dirty="0">
                <a:cs typeface="Arial MT"/>
              </a:rPr>
              <a:t>Max,</a:t>
            </a:r>
            <a:r>
              <a:rPr sz="2000" spc="-25" dirty="0">
                <a:cs typeface="Arial MT"/>
              </a:rPr>
              <a:t> </a:t>
            </a:r>
            <a:r>
              <a:rPr sz="2000" spc="-5" dirty="0">
                <a:cs typeface="Arial MT"/>
              </a:rPr>
              <a:t>Min</a:t>
            </a:r>
            <a:r>
              <a:rPr sz="2000" spc="-25" dirty="0">
                <a:cs typeface="Arial MT"/>
              </a:rPr>
              <a:t> </a:t>
            </a:r>
            <a:r>
              <a:rPr sz="2000" spc="-5" dirty="0">
                <a:cs typeface="Arial MT"/>
              </a:rPr>
              <a:t>values</a:t>
            </a:r>
            <a:endParaRPr sz="2000" dirty="0">
              <a:cs typeface="Arial MT"/>
            </a:endParaRPr>
          </a:p>
          <a:p>
            <a:pPr marL="299085" indent="-287020">
              <a:lnSpc>
                <a:spcPct val="100000"/>
              </a:lnSpc>
              <a:buChar char="•"/>
              <a:tabLst>
                <a:tab pos="299085" algn="l"/>
                <a:tab pos="299720" algn="l"/>
              </a:tabLst>
            </a:pPr>
            <a:r>
              <a:rPr sz="2000" dirty="0">
                <a:cs typeface="Arial MT"/>
              </a:rPr>
              <a:t>Standard</a:t>
            </a:r>
            <a:r>
              <a:rPr sz="2000" spc="-90" dirty="0">
                <a:cs typeface="Arial MT"/>
              </a:rPr>
              <a:t> </a:t>
            </a:r>
            <a:r>
              <a:rPr sz="2000" spc="-5" dirty="0">
                <a:cs typeface="Arial MT"/>
              </a:rPr>
              <a:t>Deviation</a:t>
            </a:r>
            <a:endParaRPr sz="2000" dirty="0">
              <a:cs typeface="Arial MT"/>
            </a:endParaRPr>
          </a:p>
          <a:p>
            <a:pPr marL="299085" indent="-287020">
              <a:lnSpc>
                <a:spcPct val="100000"/>
              </a:lnSpc>
              <a:buChar char="•"/>
              <a:tabLst>
                <a:tab pos="299085" algn="l"/>
                <a:tab pos="299720" algn="l"/>
              </a:tabLst>
            </a:pPr>
            <a:r>
              <a:rPr sz="2000" spc="-5" dirty="0">
                <a:cs typeface="Arial MT"/>
              </a:rPr>
              <a:t>MR</a:t>
            </a:r>
            <a:r>
              <a:rPr sz="2000" spc="-40" dirty="0">
                <a:cs typeface="Arial MT"/>
              </a:rPr>
              <a:t> </a:t>
            </a:r>
            <a:r>
              <a:rPr sz="2000" spc="-5" dirty="0">
                <a:cs typeface="Arial MT"/>
              </a:rPr>
              <a:t>Chart</a:t>
            </a:r>
            <a:endParaRPr sz="2000" dirty="0">
              <a:cs typeface="Arial MT"/>
            </a:endParaRPr>
          </a:p>
          <a:p>
            <a:pPr marL="299085" indent="-287020">
              <a:lnSpc>
                <a:spcPct val="100000"/>
              </a:lnSpc>
              <a:buChar char="•"/>
              <a:tabLst>
                <a:tab pos="299085" algn="l"/>
                <a:tab pos="299720" algn="l"/>
              </a:tabLst>
            </a:pPr>
            <a:r>
              <a:rPr sz="2000" dirty="0">
                <a:cs typeface="Arial MT"/>
              </a:rPr>
              <a:t>IM</a:t>
            </a:r>
            <a:r>
              <a:rPr sz="2000" spc="-65" dirty="0">
                <a:cs typeface="Arial MT"/>
              </a:rPr>
              <a:t> </a:t>
            </a:r>
            <a:r>
              <a:rPr sz="2000" dirty="0">
                <a:cs typeface="Arial MT"/>
              </a:rPr>
              <a:t>chart</a:t>
            </a:r>
          </a:p>
          <a:p>
            <a:pPr marL="299085" indent="-287020">
              <a:lnSpc>
                <a:spcPct val="100000"/>
              </a:lnSpc>
              <a:buChar char="•"/>
              <a:tabLst>
                <a:tab pos="299085" algn="l"/>
                <a:tab pos="299720" algn="l"/>
              </a:tabLst>
            </a:pPr>
            <a:r>
              <a:rPr sz="2000" spc="-5" dirty="0">
                <a:cs typeface="Arial MT"/>
              </a:rPr>
              <a:t>CUSUM</a:t>
            </a:r>
            <a:r>
              <a:rPr sz="2000" spc="-45" dirty="0">
                <a:cs typeface="Arial MT"/>
              </a:rPr>
              <a:t> </a:t>
            </a:r>
            <a:r>
              <a:rPr sz="2000" dirty="0">
                <a:cs typeface="Arial MT"/>
              </a:rPr>
              <a:t>Chart</a:t>
            </a:r>
          </a:p>
        </p:txBody>
      </p:sp>
      <p:pic>
        <p:nvPicPr>
          <p:cNvPr id="51" name="Picture 50">
            <a:extLst>
              <a:ext uri="{FF2B5EF4-FFF2-40B4-BE49-F238E27FC236}">
                <a16:creationId xmlns:a16="http://schemas.microsoft.com/office/drawing/2014/main" id="{DE7769C8-700E-4111-322E-CCDC07716A0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375" t="19108" r="26503" b="7230"/>
          <a:stretch/>
        </p:blipFill>
        <p:spPr>
          <a:xfrm>
            <a:off x="651454" y="1091261"/>
            <a:ext cx="5428955" cy="3314877"/>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BC4E0889-5543-116D-865E-A6AD88E7EF82}"/>
              </a:ext>
            </a:extLst>
          </p:cNvPr>
          <p:cNvSpPr>
            <a:spLocks noGrp="1"/>
          </p:cNvSpPr>
          <p:nvPr>
            <p:ph type="sldNum" sz="quarter" idx="7"/>
          </p:nvPr>
        </p:nvSpPr>
        <p:spPr/>
        <p:txBody>
          <a:bodyPr/>
          <a:lstStyle/>
          <a:p>
            <a:fld id="{B6F15528-21DE-4FAA-801E-634DDDAF4B2B}" type="slidenum">
              <a:rPr lang="en-US" smtClean="0"/>
              <a:t>48</a:t>
            </a:fld>
            <a:endParaRPr lang="en-US"/>
          </a:p>
        </p:txBody>
      </p:sp>
    </p:spTree>
    <p:extLst>
      <p:ext uri="{BB962C8B-B14F-4D97-AF65-F5344CB8AC3E}">
        <p14:creationId xmlns:p14="http://schemas.microsoft.com/office/powerpoint/2010/main" val="36613446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p:nvPr/>
        </p:nvSpPr>
        <p:spPr>
          <a:xfrm>
            <a:off x="7344156" y="0"/>
            <a:ext cx="1800225" cy="269875"/>
          </a:xfrm>
          <a:custGeom>
            <a:avLst/>
            <a:gdLst/>
            <a:ahLst/>
            <a:cxnLst/>
            <a:rect l="l" t="t" r="r" b="b"/>
            <a:pathLst>
              <a:path w="1800225" h="269875">
                <a:moveTo>
                  <a:pt x="1799844" y="0"/>
                </a:moveTo>
                <a:lnTo>
                  <a:pt x="0" y="0"/>
                </a:lnTo>
                <a:lnTo>
                  <a:pt x="0" y="269748"/>
                </a:lnTo>
                <a:lnTo>
                  <a:pt x="1799844" y="269748"/>
                </a:lnTo>
                <a:lnTo>
                  <a:pt x="1799844"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3"/>
          <p:cNvSpPr/>
          <p:nvPr/>
        </p:nvSpPr>
        <p:spPr>
          <a:xfrm>
            <a:off x="719327" y="4873751"/>
            <a:ext cx="1801495" cy="269875"/>
          </a:xfrm>
          <a:custGeom>
            <a:avLst/>
            <a:gdLst/>
            <a:ahLst/>
            <a:cxnLst/>
            <a:rect l="l" t="t" r="r" b="b"/>
            <a:pathLst>
              <a:path w="1801495" h="269875">
                <a:moveTo>
                  <a:pt x="1801368" y="0"/>
                </a:moveTo>
                <a:lnTo>
                  <a:pt x="0" y="0"/>
                </a:lnTo>
                <a:lnTo>
                  <a:pt x="0" y="269748"/>
                </a:lnTo>
                <a:lnTo>
                  <a:pt x="1801368" y="269748"/>
                </a:lnTo>
                <a:lnTo>
                  <a:pt x="1801368"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object 2">
            <a:extLst>
              <a:ext uri="{FF2B5EF4-FFF2-40B4-BE49-F238E27FC236}">
                <a16:creationId xmlns:a16="http://schemas.microsoft.com/office/drawing/2014/main" id="{FE673086-91A0-E9FF-955D-5A6868F5FC87}"/>
              </a:ext>
            </a:extLst>
          </p:cNvPr>
          <p:cNvSpPr txBox="1">
            <a:spLocks noGrp="1"/>
          </p:cNvSpPr>
          <p:nvPr>
            <p:ph type="title"/>
          </p:nvPr>
        </p:nvSpPr>
        <p:spPr>
          <a:xfrm>
            <a:off x="1263762" y="329499"/>
            <a:ext cx="6973418" cy="505267"/>
          </a:xfrm>
          <a:prstGeom prst="rect">
            <a:avLst/>
          </a:prstGeom>
        </p:spPr>
        <p:txBody>
          <a:bodyPr vert="horz" wrap="square" lIns="0" tIns="12700" rIns="0" bIns="0" rtlCol="0">
            <a:spAutoFit/>
          </a:bodyPr>
          <a:lstStyle/>
          <a:p>
            <a:pPr marL="12700" algn="ctr">
              <a:lnSpc>
                <a:spcPct val="100000"/>
              </a:lnSpc>
              <a:spcBef>
                <a:spcPts val="100"/>
              </a:spcBef>
            </a:pPr>
            <a:r>
              <a:rPr lang="en-US" sz="3200" spc="-40" dirty="0">
                <a:latin typeface="+mj-lt"/>
                <a:ea typeface="Verdana" panose="020B0604030504040204" pitchFamily="34" charset="0"/>
              </a:rPr>
              <a:t>Features (</a:t>
            </a:r>
            <a:r>
              <a:rPr sz="3200" spc="-40" dirty="0">
                <a:latin typeface="+mj-lt"/>
                <a:ea typeface="Verdana" panose="020B0604030504040204" pitchFamily="34" charset="0"/>
              </a:rPr>
              <a:t>Automatic</a:t>
            </a:r>
            <a:r>
              <a:rPr sz="3200" spc="-210" dirty="0">
                <a:latin typeface="+mj-lt"/>
                <a:ea typeface="Verdana" panose="020B0604030504040204" pitchFamily="34" charset="0"/>
              </a:rPr>
              <a:t> </a:t>
            </a:r>
            <a:r>
              <a:rPr sz="3200" spc="-50" dirty="0">
                <a:latin typeface="+mj-lt"/>
                <a:ea typeface="Verdana" panose="020B0604030504040204" pitchFamily="34" charset="0"/>
              </a:rPr>
              <a:t>Outputs</a:t>
            </a:r>
            <a:r>
              <a:rPr lang="en-US" sz="3200" spc="-50" dirty="0">
                <a:latin typeface="+mj-lt"/>
                <a:ea typeface="Verdana" panose="020B0604030504040204" pitchFamily="34" charset="0"/>
              </a:rPr>
              <a:t>)</a:t>
            </a:r>
            <a:endParaRPr sz="3200" spc="-50" dirty="0">
              <a:latin typeface="+mj-lt"/>
              <a:ea typeface="Verdana" panose="020B0604030504040204" pitchFamily="34" charset="0"/>
            </a:endParaRPr>
          </a:p>
        </p:txBody>
      </p:sp>
      <p:sp>
        <p:nvSpPr>
          <p:cNvPr id="49" name="object 7">
            <a:extLst>
              <a:ext uri="{FF2B5EF4-FFF2-40B4-BE49-F238E27FC236}">
                <a16:creationId xmlns:a16="http://schemas.microsoft.com/office/drawing/2014/main" id="{69BD8C1D-77D0-C03E-713F-D2897EDAF7CF}"/>
              </a:ext>
            </a:extLst>
          </p:cNvPr>
          <p:cNvSpPr txBox="1"/>
          <p:nvPr/>
        </p:nvSpPr>
        <p:spPr>
          <a:xfrm>
            <a:off x="5477256" y="1646388"/>
            <a:ext cx="3733800" cy="1860125"/>
          </a:xfrm>
          <a:prstGeom prst="rect">
            <a:avLst/>
          </a:prstGeom>
        </p:spPr>
        <p:txBody>
          <a:bodyPr vert="horz" wrap="square" lIns="0" tIns="13335" rIns="0" bIns="0" rtlCol="0">
            <a:spAutoFit/>
          </a:bodyPr>
          <a:lstStyle/>
          <a:p>
            <a:pPr marL="299085" indent="-287020">
              <a:lnSpc>
                <a:spcPct val="100000"/>
              </a:lnSpc>
              <a:spcBef>
                <a:spcPts val="105"/>
              </a:spcBef>
              <a:buChar char="•"/>
              <a:tabLst>
                <a:tab pos="299085" algn="l"/>
                <a:tab pos="299720" algn="l"/>
              </a:tabLst>
            </a:pPr>
            <a:r>
              <a:rPr sz="2000" spc="-5" dirty="0">
                <a:cs typeface="Arial MT"/>
              </a:rPr>
              <a:t>Normal</a:t>
            </a:r>
            <a:r>
              <a:rPr sz="2000" spc="-35" dirty="0">
                <a:cs typeface="Arial MT"/>
              </a:rPr>
              <a:t> </a:t>
            </a:r>
            <a:r>
              <a:rPr sz="2000" dirty="0">
                <a:cs typeface="Arial MT"/>
              </a:rPr>
              <a:t>distribution</a:t>
            </a:r>
            <a:r>
              <a:rPr sz="2000" spc="-55" dirty="0">
                <a:cs typeface="Arial MT"/>
              </a:rPr>
              <a:t> </a:t>
            </a:r>
            <a:r>
              <a:rPr sz="2000" spc="-5" dirty="0">
                <a:cs typeface="Arial MT"/>
              </a:rPr>
              <a:t>curve</a:t>
            </a:r>
            <a:endParaRPr sz="2000" dirty="0">
              <a:cs typeface="Arial MT"/>
            </a:endParaRPr>
          </a:p>
          <a:p>
            <a:pPr marL="299085" indent="-287020">
              <a:lnSpc>
                <a:spcPct val="100000"/>
              </a:lnSpc>
              <a:buChar char="•"/>
              <a:tabLst>
                <a:tab pos="299085" algn="l"/>
                <a:tab pos="299720" algn="l"/>
              </a:tabLst>
            </a:pPr>
            <a:r>
              <a:rPr sz="2000" spc="-5" dirty="0">
                <a:cs typeface="Arial MT"/>
              </a:rPr>
              <a:t>Average</a:t>
            </a:r>
            <a:r>
              <a:rPr sz="2000" spc="-20" dirty="0">
                <a:cs typeface="Arial MT"/>
              </a:rPr>
              <a:t> </a:t>
            </a:r>
            <a:r>
              <a:rPr sz="2000" dirty="0">
                <a:cs typeface="Arial MT"/>
              </a:rPr>
              <a:t>and</a:t>
            </a:r>
            <a:r>
              <a:rPr sz="2000" spc="-30" dirty="0">
                <a:cs typeface="Arial MT"/>
              </a:rPr>
              <a:t> </a:t>
            </a:r>
            <a:r>
              <a:rPr sz="2000" dirty="0">
                <a:cs typeface="Arial MT"/>
              </a:rPr>
              <a:t>standard</a:t>
            </a:r>
            <a:r>
              <a:rPr sz="2000" spc="-50" dirty="0">
                <a:cs typeface="Arial MT"/>
              </a:rPr>
              <a:t> </a:t>
            </a:r>
            <a:r>
              <a:rPr sz="2000" spc="-5" dirty="0">
                <a:cs typeface="Arial MT"/>
              </a:rPr>
              <a:t>deviation</a:t>
            </a:r>
            <a:endParaRPr sz="2000" dirty="0">
              <a:cs typeface="Arial MT"/>
            </a:endParaRPr>
          </a:p>
          <a:p>
            <a:pPr marL="299085" indent="-287020">
              <a:lnSpc>
                <a:spcPct val="100000"/>
              </a:lnSpc>
              <a:buChar char="•"/>
              <a:tabLst>
                <a:tab pos="299085" algn="l"/>
                <a:tab pos="299720" algn="l"/>
              </a:tabLst>
            </a:pPr>
            <a:r>
              <a:rPr sz="2000" dirty="0">
                <a:cs typeface="Arial MT"/>
              </a:rPr>
              <a:t>Upper</a:t>
            </a:r>
            <a:r>
              <a:rPr sz="2000" spc="-55" dirty="0">
                <a:cs typeface="Arial MT"/>
              </a:rPr>
              <a:t> </a:t>
            </a:r>
            <a:r>
              <a:rPr sz="2000" dirty="0">
                <a:cs typeface="Arial MT"/>
              </a:rPr>
              <a:t>Specification</a:t>
            </a:r>
            <a:r>
              <a:rPr sz="2000" spc="-80" dirty="0">
                <a:cs typeface="Arial MT"/>
              </a:rPr>
              <a:t> </a:t>
            </a:r>
            <a:r>
              <a:rPr sz="2000" spc="-5" dirty="0">
                <a:cs typeface="Arial MT"/>
              </a:rPr>
              <a:t>Limit</a:t>
            </a:r>
            <a:endParaRPr sz="2000" dirty="0">
              <a:cs typeface="Arial MT"/>
            </a:endParaRPr>
          </a:p>
          <a:p>
            <a:pPr marL="299085" indent="-287020">
              <a:lnSpc>
                <a:spcPct val="100000"/>
              </a:lnSpc>
              <a:buChar char="•"/>
              <a:tabLst>
                <a:tab pos="299085" algn="l"/>
                <a:tab pos="299720" algn="l"/>
              </a:tabLst>
            </a:pPr>
            <a:r>
              <a:rPr sz="2000" spc="-5" dirty="0">
                <a:cs typeface="Arial MT"/>
              </a:rPr>
              <a:t>Lower</a:t>
            </a:r>
            <a:r>
              <a:rPr sz="2000" spc="-40" dirty="0">
                <a:cs typeface="Arial MT"/>
              </a:rPr>
              <a:t> </a:t>
            </a:r>
            <a:r>
              <a:rPr sz="2000" dirty="0">
                <a:cs typeface="Arial MT"/>
              </a:rPr>
              <a:t>Specification</a:t>
            </a:r>
            <a:r>
              <a:rPr sz="2000" spc="-70" dirty="0">
                <a:cs typeface="Arial MT"/>
              </a:rPr>
              <a:t> </a:t>
            </a:r>
            <a:r>
              <a:rPr sz="2000" spc="-5" dirty="0">
                <a:cs typeface="Arial MT"/>
              </a:rPr>
              <a:t>Limit</a:t>
            </a:r>
            <a:endParaRPr sz="2000" dirty="0">
              <a:cs typeface="Arial MT"/>
            </a:endParaRPr>
          </a:p>
          <a:p>
            <a:pPr marL="299085" indent="-287020">
              <a:lnSpc>
                <a:spcPct val="100000"/>
              </a:lnSpc>
              <a:buChar char="•"/>
              <a:tabLst>
                <a:tab pos="299085" algn="l"/>
                <a:tab pos="299720" algn="l"/>
              </a:tabLst>
            </a:pPr>
            <a:r>
              <a:rPr sz="2000" dirty="0">
                <a:cs typeface="Arial MT"/>
              </a:rPr>
              <a:t>Process</a:t>
            </a:r>
            <a:r>
              <a:rPr sz="2000" spc="-60" dirty="0">
                <a:cs typeface="Arial MT"/>
              </a:rPr>
              <a:t> </a:t>
            </a:r>
            <a:r>
              <a:rPr sz="2000" dirty="0">
                <a:cs typeface="Arial MT"/>
              </a:rPr>
              <a:t>Centering</a:t>
            </a:r>
            <a:r>
              <a:rPr sz="2000" spc="-45" dirty="0">
                <a:cs typeface="Arial MT"/>
              </a:rPr>
              <a:t> </a:t>
            </a:r>
            <a:r>
              <a:rPr sz="2000" spc="-5" dirty="0">
                <a:cs typeface="Arial MT"/>
              </a:rPr>
              <a:t>Indexes</a:t>
            </a:r>
            <a:endParaRPr sz="2000" dirty="0">
              <a:cs typeface="Arial MT"/>
            </a:endParaRPr>
          </a:p>
          <a:p>
            <a:pPr marL="299085" indent="-287020">
              <a:lnSpc>
                <a:spcPct val="100000"/>
              </a:lnSpc>
              <a:buChar char="•"/>
              <a:tabLst>
                <a:tab pos="299085" algn="l"/>
                <a:tab pos="299720" algn="l"/>
              </a:tabLst>
            </a:pPr>
            <a:r>
              <a:rPr sz="2000" dirty="0">
                <a:cs typeface="Arial MT"/>
              </a:rPr>
              <a:t>Process</a:t>
            </a:r>
            <a:r>
              <a:rPr sz="2000" spc="-60" dirty="0">
                <a:cs typeface="Arial MT"/>
              </a:rPr>
              <a:t> </a:t>
            </a:r>
            <a:r>
              <a:rPr sz="2000" dirty="0">
                <a:cs typeface="Arial MT"/>
              </a:rPr>
              <a:t>Potential</a:t>
            </a:r>
            <a:r>
              <a:rPr sz="2000" spc="-45" dirty="0">
                <a:cs typeface="Arial MT"/>
              </a:rPr>
              <a:t> </a:t>
            </a:r>
            <a:r>
              <a:rPr sz="2000" dirty="0">
                <a:cs typeface="Arial MT"/>
              </a:rPr>
              <a:t>Index</a:t>
            </a:r>
          </a:p>
        </p:txBody>
      </p:sp>
      <p:pic>
        <p:nvPicPr>
          <p:cNvPr id="51" name="Picture 50">
            <a:extLst>
              <a:ext uri="{FF2B5EF4-FFF2-40B4-BE49-F238E27FC236}">
                <a16:creationId xmlns:a16="http://schemas.microsoft.com/office/drawing/2014/main" id="{0256266A-CE09-DE43-219A-CE9BCCB72D6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652" t="19560" r="27103" b="6794"/>
          <a:stretch/>
        </p:blipFill>
        <p:spPr>
          <a:xfrm>
            <a:off x="232158" y="1175836"/>
            <a:ext cx="5106394" cy="319249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AC7B007-F795-2B65-3554-D613EA6B2D88}"/>
              </a:ext>
            </a:extLst>
          </p:cNvPr>
          <p:cNvSpPr>
            <a:spLocks noGrp="1"/>
          </p:cNvSpPr>
          <p:nvPr>
            <p:ph type="sldNum" sz="quarter" idx="7"/>
          </p:nvPr>
        </p:nvSpPr>
        <p:spPr/>
        <p:txBody>
          <a:bodyPr/>
          <a:lstStyle/>
          <a:p>
            <a:fld id="{B6F15528-21DE-4FAA-801E-634DDDAF4B2B}" type="slidenum">
              <a:rPr lang="en-US" smtClean="0"/>
              <a:t>49</a:t>
            </a:fld>
            <a:endParaRPr lang="en-US"/>
          </a:p>
        </p:txBody>
      </p:sp>
    </p:spTree>
    <p:extLst>
      <p:ext uri="{BB962C8B-B14F-4D97-AF65-F5344CB8AC3E}">
        <p14:creationId xmlns:p14="http://schemas.microsoft.com/office/powerpoint/2010/main" val="9729267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object 13"/>
          <p:cNvSpPr/>
          <p:nvPr/>
        </p:nvSpPr>
        <p:spPr>
          <a:xfrm>
            <a:off x="719327" y="4873751"/>
            <a:ext cx="1801495" cy="269875"/>
          </a:xfrm>
          <a:custGeom>
            <a:avLst/>
            <a:gdLst/>
            <a:ahLst/>
            <a:cxnLst/>
            <a:rect l="l" t="t" r="r" b="b"/>
            <a:pathLst>
              <a:path w="1801495" h="269875">
                <a:moveTo>
                  <a:pt x="1801368" y="0"/>
                </a:moveTo>
                <a:lnTo>
                  <a:pt x="0" y="0"/>
                </a:lnTo>
                <a:lnTo>
                  <a:pt x="0" y="269748"/>
                </a:lnTo>
                <a:lnTo>
                  <a:pt x="1801368" y="269748"/>
                </a:lnTo>
                <a:lnTo>
                  <a:pt x="1801368"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Google Shape;955;p32">
            <a:extLst>
              <a:ext uri="{FF2B5EF4-FFF2-40B4-BE49-F238E27FC236}">
                <a16:creationId xmlns:a16="http://schemas.microsoft.com/office/drawing/2014/main" id="{FF69FE03-BF94-A66C-5207-CE41D3F629F9}"/>
              </a:ext>
            </a:extLst>
          </p:cNvPr>
          <p:cNvSpPr txBox="1">
            <a:spLocks noGrp="1"/>
          </p:cNvSpPr>
          <p:nvPr>
            <p:ph type="title"/>
          </p:nvPr>
        </p:nvSpPr>
        <p:spPr>
          <a:xfrm>
            <a:off x="929176" y="132898"/>
            <a:ext cx="7704000" cy="64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mj-lt"/>
                <a:ea typeface="Verdana" panose="020B0604030504040204" pitchFamily="34" charset="0"/>
              </a:rPr>
              <a:t>Features (Automatic Updates)</a:t>
            </a:r>
            <a:endParaRPr sz="3200" dirty="0">
              <a:latin typeface="+mj-lt"/>
              <a:ea typeface="Verdana" panose="020B0604030504040204" pitchFamily="34" charset="0"/>
            </a:endParaRPr>
          </a:p>
        </p:txBody>
      </p:sp>
      <p:pic>
        <p:nvPicPr>
          <p:cNvPr id="53" name="Picture 52">
            <a:extLst>
              <a:ext uri="{FF2B5EF4-FFF2-40B4-BE49-F238E27FC236}">
                <a16:creationId xmlns:a16="http://schemas.microsoft.com/office/drawing/2014/main" id="{A0E21F7D-C9D6-9116-D8A0-E41460AAA6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3919" y="917575"/>
            <a:ext cx="5273040" cy="2830830"/>
          </a:xfrm>
          <a:prstGeom prst="rect">
            <a:avLst/>
          </a:prstGeom>
        </p:spPr>
      </p:pic>
      <p:pic>
        <p:nvPicPr>
          <p:cNvPr id="54" name="Picture 53">
            <a:extLst>
              <a:ext uri="{FF2B5EF4-FFF2-40B4-BE49-F238E27FC236}">
                <a16:creationId xmlns:a16="http://schemas.microsoft.com/office/drawing/2014/main" id="{E99BB17A-E941-C7E6-553A-6378F2F40F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616" t="19241" r="25972" b="6875"/>
          <a:stretch/>
        </p:blipFill>
        <p:spPr>
          <a:xfrm>
            <a:off x="4610878" y="2849507"/>
            <a:ext cx="3771014" cy="2091070"/>
          </a:xfrm>
          <a:prstGeom prst="rect">
            <a:avLst/>
          </a:prstGeom>
        </p:spPr>
      </p:pic>
      <p:sp>
        <p:nvSpPr>
          <p:cNvPr id="55" name="Rectangle 54">
            <a:extLst>
              <a:ext uri="{FF2B5EF4-FFF2-40B4-BE49-F238E27FC236}">
                <a16:creationId xmlns:a16="http://schemas.microsoft.com/office/drawing/2014/main" id="{A85E95B5-DA23-1B7B-AD00-09FBB47A4C9A}"/>
              </a:ext>
            </a:extLst>
          </p:cNvPr>
          <p:cNvSpPr/>
          <p:nvPr/>
        </p:nvSpPr>
        <p:spPr>
          <a:xfrm>
            <a:off x="5068185" y="4352666"/>
            <a:ext cx="637954" cy="50995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AA8300C-6E4B-3D1F-419C-CCEDC9978A22}"/>
              </a:ext>
            </a:extLst>
          </p:cNvPr>
          <p:cNvSpPr/>
          <p:nvPr/>
        </p:nvSpPr>
        <p:spPr>
          <a:xfrm>
            <a:off x="5776669" y="4352665"/>
            <a:ext cx="637954" cy="50995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DF73DA2-BA26-5CA7-80AD-68365C278E25}"/>
              </a:ext>
            </a:extLst>
          </p:cNvPr>
          <p:cNvSpPr/>
          <p:nvPr/>
        </p:nvSpPr>
        <p:spPr>
          <a:xfrm>
            <a:off x="7683440" y="3218121"/>
            <a:ext cx="637954" cy="88604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57">
            <a:extLst>
              <a:ext uri="{FF2B5EF4-FFF2-40B4-BE49-F238E27FC236}">
                <a16:creationId xmlns:a16="http://schemas.microsoft.com/office/drawing/2014/main" id="{52939D04-4E63-592E-D26C-FE0981C12AD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9044" t="7312" r="57192" b="83352"/>
          <a:stretch/>
        </p:blipFill>
        <p:spPr>
          <a:xfrm>
            <a:off x="6592973" y="790835"/>
            <a:ext cx="1084875" cy="1444570"/>
          </a:xfrm>
          <a:prstGeom prst="rect">
            <a:avLst/>
          </a:prstGeom>
        </p:spPr>
      </p:pic>
      <p:sp>
        <p:nvSpPr>
          <p:cNvPr id="59" name="Arrow: Right 58">
            <a:extLst>
              <a:ext uri="{FF2B5EF4-FFF2-40B4-BE49-F238E27FC236}">
                <a16:creationId xmlns:a16="http://schemas.microsoft.com/office/drawing/2014/main" id="{C760EA9A-AFF2-237E-69DE-183E4B2A422D}"/>
              </a:ext>
            </a:extLst>
          </p:cNvPr>
          <p:cNvSpPr/>
          <p:nvPr/>
        </p:nvSpPr>
        <p:spPr>
          <a:xfrm>
            <a:off x="3083441" y="1070344"/>
            <a:ext cx="3509531" cy="134679"/>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5B7A78D7-272C-3B8B-E2E1-B98A2502F711}"/>
              </a:ext>
            </a:extLst>
          </p:cNvPr>
          <p:cNvSpPr txBox="1"/>
          <p:nvPr/>
        </p:nvSpPr>
        <p:spPr>
          <a:xfrm>
            <a:off x="744101" y="3884930"/>
            <a:ext cx="3771014" cy="707886"/>
          </a:xfrm>
          <a:prstGeom prst="rect">
            <a:avLst/>
          </a:prstGeom>
          <a:noFill/>
        </p:spPr>
        <p:txBody>
          <a:bodyPr wrap="square" rtlCol="0">
            <a:spAutoFit/>
          </a:bodyPr>
          <a:lstStyle/>
          <a:p>
            <a:r>
              <a:rPr lang="en-US" sz="2000" dirty="0"/>
              <a:t>With a click in the </a:t>
            </a:r>
            <a:r>
              <a:rPr lang="en-US" sz="2000" b="1" i="1" dirty="0"/>
              <a:t>Refresh </a:t>
            </a:r>
            <a:r>
              <a:rPr lang="en-US" sz="2000" dirty="0"/>
              <a:t> button everything gets updated.</a:t>
            </a:r>
          </a:p>
        </p:txBody>
      </p:sp>
      <p:sp>
        <p:nvSpPr>
          <p:cNvPr id="2" name="Slide Number Placeholder 1">
            <a:extLst>
              <a:ext uri="{FF2B5EF4-FFF2-40B4-BE49-F238E27FC236}">
                <a16:creationId xmlns:a16="http://schemas.microsoft.com/office/drawing/2014/main" id="{99006845-D1C1-6A4C-BAB1-2EEFD6B54C96}"/>
              </a:ext>
            </a:extLst>
          </p:cNvPr>
          <p:cNvSpPr>
            <a:spLocks noGrp="1"/>
          </p:cNvSpPr>
          <p:nvPr>
            <p:ph type="sldNum" sz="quarter" idx="7"/>
          </p:nvPr>
        </p:nvSpPr>
        <p:spPr/>
        <p:txBody>
          <a:bodyPr/>
          <a:lstStyle/>
          <a:p>
            <a:fld id="{B6F15528-21DE-4FAA-801E-634DDDAF4B2B}" type="slidenum">
              <a:rPr lang="en-US" smtClean="0"/>
              <a:t>50</a:t>
            </a:fld>
            <a:endParaRPr lang="en-US"/>
          </a:p>
        </p:txBody>
      </p:sp>
    </p:spTree>
    <p:extLst>
      <p:ext uri="{BB962C8B-B14F-4D97-AF65-F5344CB8AC3E}">
        <p14:creationId xmlns:p14="http://schemas.microsoft.com/office/powerpoint/2010/main" val="1002554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790700" cy="5143500"/>
            <a:chOff x="0" y="0"/>
            <a:chExt cx="1790700" cy="5143500"/>
          </a:xfrm>
        </p:grpSpPr>
        <p:sp>
          <p:nvSpPr>
            <p:cNvPr id="3" name="object 3"/>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4" name="object 4"/>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grpSp>
        <p:nvGrpSpPr>
          <p:cNvPr id="5" name="object 5"/>
          <p:cNvGrpSpPr/>
          <p:nvPr/>
        </p:nvGrpSpPr>
        <p:grpSpPr>
          <a:xfrm>
            <a:off x="8510014" y="0"/>
            <a:ext cx="647700" cy="5119658"/>
            <a:chOff x="8496299" y="269747"/>
            <a:chExt cx="647700" cy="4874260"/>
          </a:xfrm>
        </p:grpSpPr>
        <p:sp>
          <p:nvSpPr>
            <p:cNvPr id="6" name="object 6"/>
            <p:cNvSpPr/>
            <p:nvPr/>
          </p:nvSpPr>
          <p:spPr>
            <a:xfrm>
              <a:off x="8496299" y="269747"/>
              <a:ext cx="647700" cy="4874260"/>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7" name="object 7"/>
            <p:cNvSpPr/>
            <p:nvPr/>
          </p:nvSpPr>
          <p:spPr>
            <a:xfrm>
              <a:off x="8639556" y="3127247"/>
              <a:ext cx="360045" cy="1477010"/>
            </a:xfrm>
            <a:custGeom>
              <a:avLst/>
              <a:gdLst/>
              <a:ahLst/>
              <a:cxnLst/>
              <a:rect l="l" t="t" r="r" b="b"/>
              <a:pathLst>
                <a:path w="360045" h="1477010">
                  <a:moveTo>
                    <a:pt x="36576" y="1458468"/>
                  </a:moveTo>
                  <a:lnTo>
                    <a:pt x="35140" y="1451356"/>
                  </a:lnTo>
                  <a:lnTo>
                    <a:pt x="31242" y="1445539"/>
                  </a:lnTo>
                  <a:lnTo>
                    <a:pt x="25425" y="1441627"/>
                  </a:lnTo>
                  <a:lnTo>
                    <a:pt x="18288" y="1440180"/>
                  </a:lnTo>
                  <a:lnTo>
                    <a:pt x="11137" y="1441627"/>
                  </a:lnTo>
                  <a:lnTo>
                    <a:pt x="5321" y="1445539"/>
                  </a:lnTo>
                  <a:lnTo>
                    <a:pt x="1422" y="1451356"/>
                  </a:lnTo>
                  <a:lnTo>
                    <a:pt x="0" y="1458468"/>
                  </a:lnTo>
                  <a:lnTo>
                    <a:pt x="1422" y="1465592"/>
                  </a:lnTo>
                  <a:lnTo>
                    <a:pt x="5334" y="1471409"/>
                  </a:lnTo>
                  <a:lnTo>
                    <a:pt x="11137" y="1475320"/>
                  </a:lnTo>
                  <a:lnTo>
                    <a:pt x="18288" y="1476756"/>
                  </a:lnTo>
                  <a:lnTo>
                    <a:pt x="25425" y="1475320"/>
                  </a:lnTo>
                  <a:lnTo>
                    <a:pt x="31242" y="1471409"/>
                  </a:lnTo>
                  <a:lnTo>
                    <a:pt x="35140" y="1465592"/>
                  </a:lnTo>
                  <a:lnTo>
                    <a:pt x="36576" y="1458468"/>
                  </a:lnTo>
                  <a:close/>
                </a:path>
                <a:path w="360045" h="1477010">
                  <a:moveTo>
                    <a:pt x="36576" y="1098804"/>
                  </a:moveTo>
                  <a:lnTo>
                    <a:pt x="35140" y="1091692"/>
                  </a:lnTo>
                  <a:lnTo>
                    <a:pt x="31242" y="1085875"/>
                  </a:lnTo>
                  <a:lnTo>
                    <a:pt x="25425" y="1081963"/>
                  </a:lnTo>
                  <a:lnTo>
                    <a:pt x="18288" y="1080516"/>
                  </a:lnTo>
                  <a:lnTo>
                    <a:pt x="11137" y="1081963"/>
                  </a:lnTo>
                  <a:lnTo>
                    <a:pt x="5321" y="1085875"/>
                  </a:lnTo>
                  <a:lnTo>
                    <a:pt x="1422" y="1091692"/>
                  </a:lnTo>
                  <a:lnTo>
                    <a:pt x="0" y="1098804"/>
                  </a:lnTo>
                  <a:lnTo>
                    <a:pt x="1422" y="1105928"/>
                  </a:lnTo>
                  <a:lnTo>
                    <a:pt x="5334" y="1111745"/>
                  </a:lnTo>
                  <a:lnTo>
                    <a:pt x="11137" y="1115656"/>
                  </a:lnTo>
                  <a:lnTo>
                    <a:pt x="18288" y="1117092"/>
                  </a:lnTo>
                  <a:lnTo>
                    <a:pt x="25425" y="1115656"/>
                  </a:lnTo>
                  <a:lnTo>
                    <a:pt x="31242" y="1111745"/>
                  </a:lnTo>
                  <a:lnTo>
                    <a:pt x="35140" y="1105928"/>
                  </a:lnTo>
                  <a:lnTo>
                    <a:pt x="36576" y="1098804"/>
                  </a:lnTo>
                  <a:close/>
                </a:path>
                <a:path w="360045" h="1477010">
                  <a:moveTo>
                    <a:pt x="36576" y="739140"/>
                  </a:moveTo>
                  <a:lnTo>
                    <a:pt x="35140" y="732002"/>
                  </a:lnTo>
                  <a:lnTo>
                    <a:pt x="31242" y="726186"/>
                  </a:lnTo>
                  <a:lnTo>
                    <a:pt x="25425" y="722287"/>
                  </a:lnTo>
                  <a:lnTo>
                    <a:pt x="18288" y="720852"/>
                  </a:lnTo>
                  <a:lnTo>
                    <a:pt x="11137" y="722287"/>
                  </a:lnTo>
                  <a:lnTo>
                    <a:pt x="5321" y="726186"/>
                  </a:lnTo>
                  <a:lnTo>
                    <a:pt x="1422" y="732002"/>
                  </a:lnTo>
                  <a:lnTo>
                    <a:pt x="0" y="739140"/>
                  </a:lnTo>
                  <a:lnTo>
                    <a:pt x="1422" y="746264"/>
                  </a:lnTo>
                  <a:lnTo>
                    <a:pt x="5334" y="752081"/>
                  </a:lnTo>
                  <a:lnTo>
                    <a:pt x="11137" y="755992"/>
                  </a:lnTo>
                  <a:lnTo>
                    <a:pt x="18288" y="757428"/>
                  </a:lnTo>
                  <a:lnTo>
                    <a:pt x="25425" y="755992"/>
                  </a:lnTo>
                  <a:lnTo>
                    <a:pt x="31242" y="752081"/>
                  </a:lnTo>
                  <a:lnTo>
                    <a:pt x="35140" y="746264"/>
                  </a:lnTo>
                  <a:lnTo>
                    <a:pt x="36576" y="739140"/>
                  </a:lnTo>
                  <a:close/>
                </a:path>
                <a:path w="360045" h="1477010">
                  <a:moveTo>
                    <a:pt x="36576" y="369074"/>
                  </a:moveTo>
                  <a:lnTo>
                    <a:pt x="28448" y="361188"/>
                  </a:lnTo>
                  <a:lnTo>
                    <a:pt x="8128" y="361188"/>
                  </a:lnTo>
                  <a:lnTo>
                    <a:pt x="0" y="369074"/>
                  </a:lnTo>
                  <a:lnTo>
                    <a:pt x="0" y="378714"/>
                  </a:lnTo>
                  <a:lnTo>
                    <a:pt x="0" y="388366"/>
                  </a:lnTo>
                  <a:lnTo>
                    <a:pt x="8128" y="396240"/>
                  </a:lnTo>
                  <a:lnTo>
                    <a:pt x="28448" y="396240"/>
                  </a:lnTo>
                  <a:lnTo>
                    <a:pt x="36576" y="388366"/>
                  </a:lnTo>
                  <a:lnTo>
                    <a:pt x="36576" y="369074"/>
                  </a:lnTo>
                  <a:close/>
                </a:path>
                <a:path w="360045" h="1477010">
                  <a:moveTo>
                    <a:pt x="36576" y="18288"/>
                  </a:moveTo>
                  <a:lnTo>
                    <a:pt x="35140" y="11150"/>
                  </a:lnTo>
                  <a:lnTo>
                    <a:pt x="31242" y="5346"/>
                  </a:lnTo>
                  <a:lnTo>
                    <a:pt x="25425" y="1435"/>
                  </a:lnTo>
                  <a:lnTo>
                    <a:pt x="18288" y="0"/>
                  </a:lnTo>
                  <a:lnTo>
                    <a:pt x="11137" y="1435"/>
                  </a:lnTo>
                  <a:lnTo>
                    <a:pt x="5321" y="5334"/>
                  </a:lnTo>
                  <a:lnTo>
                    <a:pt x="1422" y="11150"/>
                  </a:lnTo>
                  <a:lnTo>
                    <a:pt x="0" y="18288"/>
                  </a:lnTo>
                  <a:lnTo>
                    <a:pt x="1422" y="25438"/>
                  </a:lnTo>
                  <a:lnTo>
                    <a:pt x="5334" y="31242"/>
                  </a:lnTo>
                  <a:lnTo>
                    <a:pt x="11137" y="35153"/>
                  </a:lnTo>
                  <a:lnTo>
                    <a:pt x="18288" y="36576"/>
                  </a:lnTo>
                  <a:lnTo>
                    <a:pt x="25425" y="35153"/>
                  </a:lnTo>
                  <a:lnTo>
                    <a:pt x="31242" y="31254"/>
                  </a:lnTo>
                  <a:lnTo>
                    <a:pt x="35140" y="25438"/>
                  </a:lnTo>
                  <a:lnTo>
                    <a:pt x="36576" y="18288"/>
                  </a:lnTo>
                  <a:close/>
                </a:path>
                <a:path w="360045" h="1477010">
                  <a:moveTo>
                    <a:pt x="359664" y="1448371"/>
                  </a:moveTo>
                  <a:lnTo>
                    <a:pt x="351790" y="1440180"/>
                  </a:lnTo>
                  <a:lnTo>
                    <a:pt x="332486" y="1440180"/>
                  </a:lnTo>
                  <a:lnTo>
                    <a:pt x="324612" y="1448371"/>
                  </a:lnTo>
                  <a:lnTo>
                    <a:pt x="324612" y="1458468"/>
                  </a:lnTo>
                  <a:lnTo>
                    <a:pt x="324612" y="1468564"/>
                  </a:lnTo>
                  <a:lnTo>
                    <a:pt x="332486" y="1476756"/>
                  </a:lnTo>
                  <a:lnTo>
                    <a:pt x="351790" y="1476756"/>
                  </a:lnTo>
                  <a:lnTo>
                    <a:pt x="359664" y="1468564"/>
                  </a:lnTo>
                  <a:lnTo>
                    <a:pt x="359664" y="1448371"/>
                  </a:lnTo>
                  <a:close/>
                </a:path>
                <a:path w="360045" h="1477010">
                  <a:moveTo>
                    <a:pt x="359664" y="1088707"/>
                  </a:moveTo>
                  <a:lnTo>
                    <a:pt x="351790" y="1080516"/>
                  </a:lnTo>
                  <a:lnTo>
                    <a:pt x="332486" y="1080516"/>
                  </a:lnTo>
                  <a:lnTo>
                    <a:pt x="324612" y="1088707"/>
                  </a:lnTo>
                  <a:lnTo>
                    <a:pt x="324612" y="1098804"/>
                  </a:lnTo>
                  <a:lnTo>
                    <a:pt x="324612" y="1108900"/>
                  </a:lnTo>
                  <a:lnTo>
                    <a:pt x="332486" y="1117092"/>
                  </a:lnTo>
                  <a:lnTo>
                    <a:pt x="351790" y="1117092"/>
                  </a:lnTo>
                  <a:lnTo>
                    <a:pt x="359664" y="1108900"/>
                  </a:lnTo>
                  <a:lnTo>
                    <a:pt x="359664" y="1088707"/>
                  </a:lnTo>
                  <a:close/>
                </a:path>
                <a:path w="360045" h="1477010">
                  <a:moveTo>
                    <a:pt x="359664" y="728980"/>
                  </a:moveTo>
                  <a:lnTo>
                    <a:pt x="351790" y="720852"/>
                  </a:lnTo>
                  <a:lnTo>
                    <a:pt x="332486" y="720852"/>
                  </a:lnTo>
                  <a:lnTo>
                    <a:pt x="324612" y="728980"/>
                  </a:lnTo>
                  <a:lnTo>
                    <a:pt x="324612" y="739140"/>
                  </a:lnTo>
                  <a:lnTo>
                    <a:pt x="324612" y="749236"/>
                  </a:lnTo>
                  <a:lnTo>
                    <a:pt x="332486" y="757428"/>
                  </a:lnTo>
                  <a:lnTo>
                    <a:pt x="351790" y="757428"/>
                  </a:lnTo>
                  <a:lnTo>
                    <a:pt x="359664" y="749236"/>
                  </a:lnTo>
                  <a:lnTo>
                    <a:pt x="359664" y="728980"/>
                  </a:lnTo>
                  <a:close/>
                </a:path>
                <a:path w="360045" h="1477010">
                  <a:moveTo>
                    <a:pt x="359664" y="369074"/>
                  </a:moveTo>
                  <a:lnTo>
                    <a:pt x="351790" y="361188"/>
                  </a:lnTo>
                  <a:lnTo>
                    <a:pt x="332486" y="361188"/>
                  </a:lnTo>
                  <a:lnTo>
                    <a:pt x="324612" y="369074"/>
                  </a:lnTo>
                  <a:lnTo>
                    <a:pt x="324612" y="378714"/>
                  </a:lnTo>
                  <a:lnTo>
                    <a:pt x="324612" y="388366"/>
                  </a:lnTo>
                  <a:lnTo>
                    <a:pt x="332486" y="396240"/>
                  </a:lnTo>
                  <a:lnTo>
                    <a:pt x="351790" y="396240"/>
                  </a:lnTo>
                  <a:lnTo>
                    <a:pt x="359664" y="388366"/>
                  </a:lnTo>
                  <a:lnTo>
                    <a:pt x="359664" y="369074"/>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grpSp>
      <p:sp>
        <p:nvSpPr>
          <p:cNvPr id="10" name="Google Shape;955;p32">
            <a:extLst>
              <a:ext uri="{FF2B5EF4-FFF2-40B4-BE49-F238E27FC236}">
                <a16:creationId xmlns:a16="http://schemas.microsoft.com/office/drawing/2014/main" id="{984D71E4-9B76-83C2-6166-D58D64434E28}"/>
              </a:ext>
            </a:extLst>
          </p:cNvPr>
          <p:cNvSpPr txBox="1">
            <a:spLocks noGrp="1"/>
          </p:cNvSpPr>
          <p:nvPr>
            <p:ph type="title"/>
          </p:nvPr>
        </p:nvSpPr>
        <p:spPr>
          <a:xfrm>
            <a:off x="716138" y="178968"/>
            <a:ext cx="7704000" cy="64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mj-lt"/>
                <a:ea typeface="Verdana" panose="020B0604030504040204" pitchFamily="34" charset="0"/>
              </a:rPr>
              <a:t>Features (Easy Filtering) </a:t>
            </a:r>
            <a:endParaRPr sz="3200" dirty="0">
              <a:latin typeface="+mj-lt"/>
              <a:ea typeface="Verdana" panose="020B0604030504040204" pitchFamily="34" charset="0"/>
            </a:endParaRPr>
          </a:p>
        </p:txBody>
      </p:sp>
      <p:pic>
        <p:nvPicPr>
          <p:cNvPr id="11" name="Picture 10">
            <a:extLst>
              <a:ext uri="{FF2B5EF4-FFF2-40B4-BE49-F238E27FC236}">
                <a16:creationId xmlns:a16="http://schemas.microsoft.com/office/drawing/2014/main" id="{02EA9173-9A67-4D06-18BB-3251ABBC9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8917" y="1495030"/>
            <a:ext cx="2889222" cy="3321354"/>
          </a:xfrm>
          <a:prstGeom prst="rect">
            <a:avLst/>
          </a:prstGeom>
        </p:spPr>
      </p:pic>
      <p:pic>
        <p:nvPicPr>
          <p:cNvPr id="12" name="Picture 11">
            <a:extLst>
              <a:ext uri="{FF2B5EF4-FFF2-40B4-BE49-F238E27FC236}">
                <a16:creationId xmlns:a16="http://schemas.microsoft.com/office/drawing/2014/main" id="{5F6264DB-0779-92CE-3AD2-275BB54936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5410" y="1495030"/>
            <a:ext cx="2867333" cy="3321354"/>
          </a:xfrm>
          <a:prstGeom prst="rect">
            <a:avLst/>
          </a:prstGeom>
        </p:spPr>
      </p:pic>
      <p:sp>
        <p:nvSpPr>
          <p:cNvPr id="13" name="TextBox 12">
            <a:extLst>
              <a:ext uri="{FF2B5EF4-FFF2-40B4-BE49-F238E27FC236}">
                <a16:creationId xmlns:a16="http://schemas.microsoft.com/office/drawing/2014/main" id="{5FD4C216-C5FD-BBB8-087F-B0EDAB8516F8}"/>
              </a:ext>
            </a:extLst>
          </p:cNvPr>
          <p:cNvSpPr txBox="1"/>
          <p:nvPr/>
        </p:nvSpPr>
        <p:spPr>
          <a:xfrm>
            <a:off x="3296412" y="894585"/>
            <a:ext cx="2543453" cy="400110"/>
          </a:xfrm>
          <a:prstGeom prst="rect">
            <a:avLst/>
          </a:prstGeom>
          <a:noFill/>
        </p:spPr>
        <p:txBody>
          <a:bodyPr wrap="none" rtlCol="0">
            <a:spAutoFit/>
          </a:bodyPr>
          <a:lstStyle/>
          <a:p>
            <a:r>
              <a:rPr lang="en-US" sz="2000" dirty="0"/>
              <a:t>Filtration through date</a:t>
            </a:r>
          </a:p>
        </p:txBody>
      </p:sp>
      <p:sp>
        <p:nvSpPr>
          <p:cNvPr id="8" name="Slide Number Placeholder 7">
            <a:extLst>
              <a:ext uri="{FF2B5EF4-FFF2-40B4-BE49-F238E27FC236}">
                <a16:creationId xmlns:a16="http://schemas.microsoft.com/office/drawing/2014/main" id="{8CC98D13-A62D-35F7-FF5F-22DD43FF8EA0}"/>
              </a:ext>
            </a:extLst>
          </p:cNvPr>
          <p:cNvSpPr>
            <a:spLocks noGrp="1"/>
          </p:cNvSpPr>
          <p:nvPr>
            <p:ph type="sldNum" sz="quarter" idx="7"/>
          </p:nvPr>
        </p:nvSpPr>
        <p:spPr/>
        <p:txBody>
          <a:bodyPr/>
          <a:lstStyle/>
          <a:p>
            <a:fld id="{B6F15528-21DE-4FAA-801E-634DDDAF4B2B}" type="slidenum">
              <a:rPr lang="en-US" smtClean="0"/>
              <a:t>51</a:t>
            </a:fld>
            <a:endParaRPr lang="en-US"/>
          </a:p>
        </p:txBody>
      </p:sp>
    </p:spTree>
    <p:extLst>
      <p:ext uri="{BB962C8B-B14F-4D97-AF65-F5344CB8AC3E}">
        <p14:creationId xmlns:p14="http://schemas.microsoft.com/office/powerpoint/2010/main" val="25965610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790700" cy="5143500"/>
            <a:chOff x="0" y="0"/>
            <a:chExt cx="1790700" cy="5143500"/>
          </a:xfrm>
        </p:grpSpPr>
        <p:sp>
          <p:nvSpPr>
            <p:cNvPr id="3" name="object 3"/>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4" name="object 4"/>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grpSp>
        <p:nvGrpSpPr>
          <p:cNvPr id="5" name="object 5"/>
          <p:cNvGrpSpPr/>
          <p:nvPr/>
        </p:nvGrpSpPr>
        <p:grpSpPr>
          <a:xfrm>
            <a:off x="8510014" y="0"/>
            <a:ext cx="647700" cy="5119658"/>
            <a:chOff x="8496299" y="269747"/>
            <a:chExt cx="647700" cy="4874260"/>
          </a:xfrm>
        </p:grpSpPr>
        <p:sp>
          <p:nvSpPr>
            <p:cNvPr id="6" name="object 6"/>
            <p:cNvSpPr/>
            <p:nvPr/>
          </p:nvSpPr>
          <p:spPr>
            <a:xfrm>
              <a:off x="8496299" y="269747"/>
              <a:ext cx="647700" cy="4874260"/>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7" name="object 7"/>
            <p:cNvSpPr/>
            <p:nvPr/>
          </p:nvSpPr>
          <p:spPr>
            <a:xfrm>
              <a:off x="8639556" y="3127247"/>
              <a:ext cx="360045" cy="1477010"/>
            </a:xfrm>
            <a:custGeom>
              <a:avLst/>
              <a:gdLst/>
              <a:ahLst/>
              <a:cxnLst/>
              <a:rect l="l" t="t" r="r" b="b"/>
              <a:pathLst>
                <a:path w="360045" h="1477010">
                  <a:moveTo>
                    <a:pt x="36576" y="1458468"/>
                  </a:moveTo>
                  <a:lnTo>
                    <a:pt x="35140" y="1451356"/>
                  </a:lnTo>
                  <a:lnTo>
                    <a:pt x="31242" y="1445539"/>
                  </a:lnTo>
                  <a:lnTo>
                    <a:pt x="25425" y="1441627"/>
                  </a:lnTo>
                  <a:lnTo>
                    <a:pt x="18288" y="1440180"/>
                  </a:lnTo>
                  <a:lnTo>
                    <a:pt x="11137" y="1441627"/>
                  </a:lnTo>
                  <a:lnTo>
                    <a:pt x="5321" y="1445539"/>
                  </a:lnTo>
                  <a:lnTo>
                    <a:pt x="1422" y="1451356"/>
                  </a:lnTo>
                  <a:lnTo>
                    <a:pt x="0" y="1458468"/>
                  </a:lnTo>
                  <a:lnTo>
                    <a:pt x="1422" y="1465592"/>
                  </a:lnTo>
                  <a:lnTo>
                    <a:pt x="5334" y="1471409"/>
                  </a:lnTo>
                  <a:lnTo>
                    <a:pt x="11137" y="1475320"/>
                  </a:lnTo>
                  <a:lnTo>
                    <a:pt x="18288" y="1476756"/>
                  </a:lnTo>
                  <a:lnTo>
                    <a:pt x="25425" y="1475320"/>
                  </a:lnTo>
                  <a:lnTo>
                    <a:pt x="31242" y="1471409"/>
                  </a:lnTo>
                  <a:lnTo>
                    <a:pt x="35140" y="1465592"/>
                  </a:lnTo>
                  <a:lnTo>
                    <a:pt x="36576" y="1458468"/>
                  </a:lnTo>
                  <a:close/>
                </a:path>
                <a:path w="360045" h="1477010">
                  <a:moveTo>
                    <a:pt x="36576" y="1098804"/>
                  </a:moveTo>
                  <a:lnTo>
                    <a:pt x="35140" y="1091692"/>
                  </a:lnTo>
                  <a:lnTo>
                    <a:pt x="31242" y="1085875"/>
                  </a:lnTo>
                  <a:lnTo>
                    <a:pt x="25425" y="1081963"/>
                  </a:lnTo>
                  <a:lnTo>
                    <a:pt x="18288" y="1080516"/>
                  </a:lnTo>
                  <a:lnTo>
                    <a:pt x="11137" y="1081963"/>
                  </a:lnTo>
                  <a:lnTo>
                    <a:pt x="5321" y="1085875"/>
                  </a:lnTo>
                  <a:lnTo>
                    <a:pt x="1422" y="1091692"/>
                  </a:lnTo>
                  <a:lnTo>
                    <a:pt x="0" y="1098804"/>
                  </a:lnTo>
                  <a:lnTo>
                    <a:pt x="1422" y="1105928"/>
                  </a:lnTo>
                  <a:lnTo>
                    <a:pt x="5334" y="1111745"/>
                  </a:lnTo>
                  <a:lnTo>
                    <a:pt x="11137" y="1115656"/>
                  </a:lnTo>
                  <a:lnTo>
                    <a:pt x="18288" y="1117092"/>
                  </a:lnTo>
                  <a:lnTo>
                    <a:pt x="25425" y="1115656"/>
                  </a:lnTo>
                  <a:lnTo>
                    <a:pt x="31242" y="1111745"/>
                  </a:lnTo>
                  <a:lnTo>
                    <a:pt x="35140" y="1105928"/>
                  </a:lnTo>
                  <a:lnTo>
                    <a:pt x="36576" y="1098804"/>
                  </a:lnTo>
                  <a:close/>
                </a:path>
                <a:path w="360045" h="1477010">
                  <a:moveTo>
                    <a:pt x="36576" y="739140"/>
                  </a:moveTo>
                  <a:lnTo>
                    <a:pt x="35140" y="732002"/>
                  </a:lnTo>
                  <a:lnTo>
                    <a:pt x="31242" y="726186"/>
                  </a:lnTo>
                  <a:lnTo>
                    <a:pt x="25425" y="722287"/>
                  </a:lnTo>
                  <a:lnTo>
                    <a:pt x="18288" y="720852"/>
                  </a:lnTo>
                  <a:lnTo>
                    <a:pt x="11137" y="722287"/>
                  </a:lnTo>
                  <a:lnTo>
                    <a:pt x="5321" y="726186"/>
                  </a:lnTo>
                  <a:lnTo>
                    <a:pt x="1422" y="732002"/>
                  </a:lnTo>
                  <a:lnTo>
                    <a:pt x="0" y="739140"/>
                  </a:lnTo>
                  <a:lnTo>
                    <a:pt x="1422" y="746264"/>
                  </a:lnTo>
                  <a:lnTo>
                    <a:pt x="5334" y="752081"/>
                  </a:lnTo>
                  <a:lnTo>
                    <a:pt x="11137" y="755992"/>
                  </a:lnTo>
                  <a:lnTo>
                    <a:pt x="18288" y="757428"/>
                  </a:lnTo>
                  <a:lnTo>
                    <a:pt x="25425" y="755992"/>
                  </a:lnTo>
                  <a:lnTo>
                    <a:pt x="31242" y="752081"/>
                  </a:lnTo>
                  <a:lnTo>
                    <a:pt x="35140" y="746264"/>
                  </a:lnTo>
                  <a:lnTo>
                    <a:pt x="36576" y="739140"/>
                  </a:lnTo>
                  <a:close/>
                </a:path>
                <a:path w="360045" h="1477010">
                  <a:moveTo>
                    <a:pt x="36576" y="369074"/>
                  </a:moveTo>
                  <a:lnTo>
                    <a:pt x="28448" y="361188"/>
                  </a:lnTo>
                  <a:lnTo>
                    <a:pt x="8128" y="361188"/>
                  </a:lnTo>
                  <a:lnTo>
                    <a:pt x="0" y="369074"/>
                  </a:lnTo>
                  <a:lnTo>
                    <a:pt x="0" y="378714"/>
                  </a:lnTo>
                  <a:lnTo>
                    <a:pt x="0" y="388366"/>
                  </a:lnTo>
                  <a:lnTo>
                    <a:pt x="8128" y="396240"/>
                  </a:lnTo>
                  <a:lnTo>
                    <a:pt x="28448" y="396240"/>
                  </a:lnTo>
                  <a:lnTo>
                    <a:pt x="36576" y="388366"/>
                  </a:lnTo>
                  <a:lnTo>
                    <a:pt x="36576" y="369074"/>
                  </a:lnTo>
                  <a:close/>
                </a:path>
                <a:path w="360045" h="1477010">
                  <a:moveTo>
                    <a:pt x="36576" y="18288"/>
                  </a:moveTo>
                  <a:lnTo>
                    <a:pt x="35140" y="11150"/>
                  </a:lnTo>
                  <a:lnTo>
                    <a:pt x="31242" y="5346"/>
                  </a:lnTo>
                  <a:lnTo>
                    <a:pt x="25425" y="1435"/>
                  </a:lnTo>
                  <a:lnTo>
                    <a:pt x="18288" y="0"/>
                  </a:lnTo>
                  <a:lnTo>
                    <a:pt x="11137" y="1435"/>
                  </a:lnTo>
                  <a:lnTo>
                    <a:pt x="5321" y="5334"/>
                  </a:lnTo>
                  <a:lnTo>
                    <a:pt x="1422" y="11150"/>
                  </a:lnTo>
                  <a:lnTo>
                    <a:pt x="0" y="18288"/>
                  </a:lnTo>
                  <a:lnTo>
                    <a:pt x="1422" y="25438"/>
                  </a:lnTo>
                  <a:lnTo>
                    <a:pt x="5334" y="31242"/>
                  </a:lnTo>
                  <a:lnTo>
                    <a:pt x="11137" y="35153"/>
                  </a:lnTo>
                  <a:lnTo>
                    <a:pt x="18288" y="36576"/>
                  </a:lnTo>
                  <a:lnTo>
                    <a:pt x="25425" y="35153"/>
                  </a:lnTo>
                  <a:lnTo>
                    <a:pt x="31242" y="31254"/>
                  </a:lnTo>
                  <a:lnTo>
                    <a:pt x="35140" y="25438"/>
                  </a:lnTo>
                  <a:lnTo>
                    <a:pt x="36576" y="18288"/>
                  </a:lnTo>
                  <a:close/>
                </a:path>
                <a:path w="360045" h="1477010">
                  <a:moveTo>
                    <a:pt x="359664" y="1448371"/>
                  </a:moveTo>
                  <a:lnTo>
                    <a:pt x="351790" y="1440180"/>
                  </a:lnTo>
                  <a:lnTo>
                    <a:pt x="332486" y="1440180"/>
                  </a:lnTo>
                  <a:lnTo>
                    <a:pt x="324612" y="1448371"/>
                  </a:lnTo>
                  <a:lnTo>
                    <a:pt x="324612" y="1458468"/>
                  </a:lnTo>
                  <a:lnTo>
                    <a:pt x="324612" y="1468564"/>
                  </a:lnTo>
                  <a:lnTo>
                    <a:pt x="332486" y="1476756"/>
                  </a:lnTo>
                  <a:lnTo>
                    <a:pt x="351790" y="1476756"/>
                  </a:lnTo>
                  <a:lnTo>
                    <a:pt x="359664" y="1468564"/>
                  </a:lnTo>
                  <a:lnTo>
                    <a:pt x="359664" y="1448371"/>
                  </a:lnTo>
                  <a:close/>
                </a:path>
                <a:path w="360045" h="1477010">
                  <a:moveTo>
                    <a:pt x="359664" y="1088707"/>
                  </a:moveTo>
                  <a:lnTo>
                    <a:pt x="351790" y="1080516"/>
                  </a:lnTo>
                  <a:lnTo>
                    <a:pt x="332486" y="1080516"/>
                  </a:lnTo>
                  <a:lnTo>
                    <a:pt x="324612" y="1088707"/>
                  </a:lnTo>
                  <a:lnTo>
                    <a:pt x="324612" y="1098804"/>
                  </a:lnTo>
                  <a:lnTo>
                    <a:pt x="324612" y="1108900"/>
                  </a:lnTo>
                  <a:lnTo>
                    <a:pt x="332486" y="1117092"/>
                  </a:lnTo>
                  <a:lnTo>
                    <a:pt x="351790" y="1117092"/>
                  </a:lnTo>
                  <a:lnTo>
                    <a:pt x="359664" y="1108900"/>
                  </a:lnTo>
                  <a:lnTo>
                    <a:pt x="359664" y="1088707"/>
                  </a:lnTo>
                  <a:close/>
                </a:path>
                <a:path w="360045" h="1477010">
                  <a:moveTo>
                    <a:pt x="359664" y="728980"/>
                  </a:moveTo>
                  <a:lnTo>
                    <a:pt x="351790" y="720852"/>
                  </a:lnTo>
                  <a:lnTo>
                    <a:pt x="332486" y="720852"/>
                  </a:lnTo>
                  <a:lnTo>
                    <a:pt x="324612" y="728980"/>
                  </a:lnTo>
                  <a:lnTo>
                    <a:pt x="324612" y="739140"/>
                  </a:lnTo>
                  <a:lnTo>
                    <a:pt x="324612" y="749236"/>
                  </a:lnTo>
                  <a:lnTo>
                    <a:pt x="332486" y="757428"/>
                  </a:lnTo>
                  <a:lnTo>
                    <a:pt x="351790" y="757428"/>
                  </a:lnTo>
                  <a:lnTo>
                    <a:pt x="359664" y="749236"/>
                  </a:lnTo>
                  <a:lnTo>
                    <a:pt x="359664" y="728980"/>
                  </a:lnTo>
                  <a:close/>
                </a:path>
                <a:path w="360045" h="1477010">
                  <a:moveTo>
                    <a:pt x="359664" y="369074"/>
                  </a:moveTo>
                  <a:lnTo>
                    <a:pt x="351790" y="361188"/>
                  </a:lnTo>
                  <a:lnTo>
                    <a:pt x="332486" y="361188"/>
                  </a:lnTo>
                  <a:lnTo>
                    <a:pt x="324612" y="369074"/>
                  </a:lnTo>
                  <a:lnTo>
                    <a:pt x="324612" y="378714"/>
                  </a:lnTo>
                  <a:lnTo>
                    <a:pt x="324612" y="388366"/>
                  </a:lnTo>
                  <a:lnTo>
                    <a:pt x="332486" y="396240"/>
                  </a:lnTo>
                  <a:lnTo>
                    <a:pt x="351790" y="396240"/>
                  </a:lnTo>
                  <a:lnTo>
                    <a:pt x="359664" y="388366"/>
                  </a:lnTo>
                  <a:lnTo>
                    <a:pt x="359664" y="369074"/>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grpSp>
      <p:sp>
        <p:nvSpPr>
          <p:cNvPr id="10" name="TextBox 9">
            <a:extLst>
              <a:ext uri="{FF2B5EF4-FFF2-40B4-BE49-F238E27FC236}">
                <a16:creationId xmlns:a16="http://schemas.microsoft.com/office/drawing/2014/main" id="{9E4AC587-7C22-D993-C8F6-09B4F78874E2}"/>
              </a:ext>
            </a:extLst>
          </p:cNvPr>
          <p:cNvSpPr txBox="1"/>
          <p:nvPr/>
        </p:nvSpPr>
        <p:spPr>
          <a:xfrm>
            <a:off x="3505200" y="821392"/>
            <a:ext cx="2543453" cy="400110"/>
          </a:xfrm>
          <a:prstGeom prst="rect">
            <a:avLst/>
          </a:prstGeom>
          <a:noFill/>
        </p:spPr>
        <p:txBody>
          <a:bodyPr wrap="none" rtlCol="0">
            <a:spAutoFit/>
          </a:bodyPr>
          <a:lstStyle/>
          <a:p>
            <a:r>
              <a:rPr lang="en-US" sz="2000" dirty="0"/>
              <a:t>Filtration through date</a:t>
            </a:r>
          </a:p>
        </p:txBody>
      </p:sp>
      <p:pic>
        <p:nvPicPr>
          <p:cNvPr id="11" name="Picture 10">
            <a:extLst>
              <a:ext uri="{FF2B5EF4-FFF2-40B4-BE49-F238E27FC236}">
                <a16:creationId xmlns:a16="http://schemas.microsoft.com/office/drawing/2014/main" id="{179F0A4E-D42D-ACD3-00F8-EA7E5993F0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00" y="1253252"/>
            <a:ext cx="3854248" cy="2116542"/>
          </a:xfrm>
          <a:prstGeom prst="rect">
            <a:avLst/>
          </a:prstGeom>
        </p:spPr>
      </p:pic>
      <p:pic>
        <p:nvPicPr>
          <p:cNvPr id="12" name="Picture 11">
            <a:extLst>
              <a:ext uri="{FF2B5EF4-FFF2-40B4-BE49-F238E27FC236}">
                <a16:creationId xmlns:a16="http://schemas.microsoft.com/office/drawing/2014/main" id="{7B42A32D-50A6-56C4-3E47-127BA18648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1" y="2721317"/>
            <a:ext cx="3852000" cy="2116542"/>
          </a:xfrm>
          <a:prstGeom prst="rect">
            <a:avLst/>
          </a:prstGeom>
        </p:spPr>
      </p:pic>
      <p:sp>
        <p:nvSpPr>
          <p:cNvPr id="13" name="Google Shape;955;p32">
            <a:extLst>
              <a:ext uri="{FF2B5EF4-FFF2-40B4-BE49-F238E27FC236}">
                <a16:creationId xmlns:a16="http://schemas.microsoft.com/office/drawing/2014/main" id="{5BB258FD-73CD-A737-D240-2F8C80E3CCA8}"/>
              </a:ext>
            </a:extLst>
          </p:cNvPr>
          <p:cNvSpPr txBox="1">
            <a:spLocks noGrp="1"/>
          </p:cNvSpPr>
          <p:nvPr>
            <p:ph type="title"/>
          </p:nvPr>
        </p:nvSpPr>
        <p:spPr>
          <a:xfrm>
            <a:off x="763008" y="223172"/>
            <a:ext cx="7704000" cy="64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mj-lt"/>
                <a:ea typeface="Verdana" panose="020B0604030504040204" pitchFamily="34" charset="0"/>
              </a:rPr>
              <a:t>Features (Easy Filtering) </a:t>
            </a:r>
            <a:endParaRPr sz="3200" dirty="0">
              <a:latin typeface="+mj-lt"/>
              <a:ea typeface="Verdana" panose="020B0604030504040204" pitchFamily="34" charset="0"/>
            </a:endParaRPr>
          </a:p>
        </p:txBody>
      </p:sp>
      <p:sp>
        <p:nvSpPr>
          <p:cNvPr id="8" name="Slide Number Placeholder 7">
            <a:extLst>
              <a:ext uri="{FF2B5EF4-FFF2-40B4-BE49-F238E27FC236}">
                <a16:creationId xmlns:a16="http://schemas.microsoft.com/office/drawing/2014/main" id="{3E2D8AF2-5E0E-833F-70F3-26BE2E6527E7}"/>
              </a:ext>
            </a:extLst>
          </p:cNvPr>
          <p:cNvSpPr>
            <a:spLocks noGrp="1"/>
          </p:cNvSpPr>
          <p:nvPr>
            <p:ph type="sldNum" sz="quarter" idx="7"/>
          </p:nvPr>
        </p:nvSpPr>
        <p:spPr/>
        <p:txBody>
          <a:bodyPr/>
          <a:lstStyle/>
          <a:p>
            <a:fld id="{B6F15528-21DE-4FAA-801E-634DDDAF4B2B}" type="slidenum">
              <a:rPr lang="en-US" smtClean="0"/>
              <a:t>52</a:t>
            </a:fld>
            <a:endParaRPr lang="en-US"/>
          </a:p>
        </p:txBody>
      </p:sp>
    </p:spTree>
    <p:extLst>
      <p:ext uri="{BB962C8B-B14F-4D97-AF65-F5344CB8AC3E}">
        <p14:creationId xmlns:p14="http://schemas.microsoft.com/office/powerpoint/2010/main" val="3804221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790700" cy="5143500"/>
            <a:chOff x="0" y="0"/>
            <a:chExt cx="1790700" cy="5143500"/>
          </a:xfrm>
        </p:grpSpPr>
        <p:sp>
          <p:nvSpPr>
            <p:cNvPr id="3" name="object 3"/>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4" name="object 4"/>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grpSp>
        <p:nvGrpSpPr>
          <p:cNvPr id="5" name="object 5"/>
          <p:cNvGrpSpPr/>
          <p:nvPr/>
        </p:nvGrpSpPr>
        <p:grpSpPr>
          <a:xfrm>
            <a:off x="8510014" y="0"/>
            <a:ext cx="647700" cy="5119658"/>
            <a:chOff x="8496299" y="269747"/>
            <a:chExt cx="647700" cy="4874260"/>
          </a:xfrm>
        </p:grpSpPr>
        <p:sp>
          <p:nvSpPr>
            <p:cNvPr id="6" name="object 6"/>
            <p:cNvSpPr/>
            <p:nvPr/>
          </p:nvSpPr>
          <p:spPr>
            <a:xfrm>
              <a:off x="8496299" y="269747"/>
              <a:ext cx="647700" cy="4874260"/>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7" name="object 7"/>
            <p:cNvSpPr/>
            <p:nvPr/>
          </p:nvSpPr>
          <p:spPr>
            <a:xfrm>
              <a:off x="8639556" y="3127247"/>
              <a:ext cx="360045" cy="1477010"/>
            </a:xfrm>
            <a:custGeom>
              <a:avLst/>
              <a:gdLst/>
              <a:ahLst/>
              <a:cxnLst/>
              <a:rect l="l" t="t" r="r" b="b"/>
              <a:pathLst>
                <a:path w="360045" h="1477010">
                  <a:moveTo>
                    <a:pt x="36576" y="1458468"/>
                  </a:moveTo>
                  <a:lnTo>
                    <a:pt x="35140" y="1451356"/>
                  </a:lnTo>
                  <a:lnTo>
                    <a:pt x="31242" y="1445539"/>
                  </a:lnTo>
                  <a:lnTo>
                    <a:pt x="25425" y="1441627"/>
                  </a:lnTo>
                  <a:lnTo>
                    <a:pt x="18288" y="1440180"/>
                  </a:lnTo>
                  <a:lnTo>
                    <a:pt x="11137" y="1441627"/>
                  </a:lnTo>
                  <a:lnTo>
                    <a:pt x="5321" y="1445539"/>
                  </a:lnTo>
                  <a:lnTo>
                    <a:pt x="1422" y="1451356"/>
                  </a:lnTo>
                  <a:lnTo>
                    <a:pt x="0" y="1458468"/>
                  </a:lnTo>
                  <a:lnTo>
                    <a:pt x="1422" y="1465592"/>
                  </a:lnTo>
                  <a:lnTo>
                    <a:pt x="5334" y="1471409"/>
                  </a:lnTo>
                  <a:lnTo>
                    <a:pt x="11137" y="1475320"/>
                  </a:lnTo>
                  <a:lnTo>
                    <a:pt x="18288" y="1476756"/>
                  </a:lnTo>
                  <a:lnTo>
                    <a:pt x="25425" y="1475320"/>
                  </a:lnTo>
                  <a:lnTo>
                    <a:pt x="31242" y="1471409"/>
                  </a:lnTo>
                  <a:lnTo>
                    <a:pt x="35140" y="1465592"/>
                  </a:lnTo>
                  <a:lnTo>
                    <a:pt x="36576" y="1458468"/>
                  </a:lnTo>
                  <a:close/>
                </a:path>
                <a:path w="360045" h="1477010">
                  <a:moveTo>
                    <a:pt x="36576" y="1098804"/>
                  </a:moveTo>
                  <a:lnTo>
                    <a:pt x="35140" y="1091692"/>
                  </a:lnTo>
                  <a:lnTo>
                    <a:pt x="31242" y="1085875"/>
                  </a:lnTo>
                  <a:lnTo>
                    <a:pt x="25425" y="1081963"/>
                  </a:lnTo>
                  <a:lnTo>
                    <a:pt x="18288" y="1080516"/>
                  </a:lnTo>
                  <a:lnTo>
                    <a:pt x="11137" y="1081963"/>
                  </a:lnTo>
                  <a:lnTo>
                    <a:pt x="5321" y="1085875"/>
                  </a:lnTo>
                  <a:lnTo>
                    <a:pt x="1422" y="1091692"/>
                  </a:lnTo>
                  <a:lnTo>
                    <a:pt x="0" y="1098804"/>
                  </a:lnTo>
                  <a:lnTo>
                    <a:pt x="1422" y="1105928"/>
                  </a:lnTo>
                  <a:lnTo>
                    <a:pt x="5334" y="1111745"/>
                  </a:lnTo>
                  <a:lnTo>
                    <a:pt x="11137" y="1115656"/>
                  </a:lnTo>
                  <a:lnTo>
                    <a:pt x="18288" y="1117092"/>
                  </a:lnTo>
                  <a:lnTo>
                    <a:pt x="25425" y="1115656"/>
                  </a:lnTo>
                  <a:lnTo>
                    <a:pt x="31242" y="1111745"/>
                  </a:lnTo>
                  <a:lnTo>
                    <a:pt x="35140" y="1105928"/>
                  </a:lnTo>
                  <a:lnTo>
                    <a:pt x="36576" y="1098804"/>
                  </a:lnTo>
                  <a:close/>
                </a:path>
                <a:path w="360045" h="1477010">
                  <a:moveTo>
                    <a:pt x="36576" y="739140"/>
                  </a:moveTo>
                  <a:lnTo>
                    <a:pt x="35140" y="732002"/>
                  </a:lnTo>
                  <a:lnTo>
                    <a:pt x="31242" y="726186"/>
                  </a:lnTo>
                  <a:lnTo>
                    <a:pt x="25425" y="722287"/>
                  </a:lnTo>
                  <a:lnTo>
                    <a:pt x="18288" y="720852"/>
                  </a:lnTo>
                  <a:lnTo>
                    <a:pt x="11137" y="722287"/>
                  </a:lnTo>
                  <a:lnTo>
                    <a:pt x="5321" y="726186"/>
                  </a:lnTo>
                  <a:lnTo>
                    <a:pt x="1422" y="732002"/>
                  </a:lnTo>
                  <a:lnTo>
                    <a:pt x="0" y="739140"/>
                  </a:lnTo>
                  <a:lnTo>
                    <a:pt x="1422" y="746264"/>
                  </a:lnTo>
                  <a:lnTo>
                    <a:pt x="5334" y="752081"/>
                  </a:lnTo>
                  <a:lnTo>
                    <a:pt x="11137" y="755992"/>
                  </a:lnTo>
                  <a:lnTo>
                    <a:pt x="18288" y="757428"/>
                  </a:lnTo>
                  <a:lnTo>
                    <a:pt x="25425" y="755992"/>
                  </a:lnTo>
                  <a:lnTo>
                    <a:pt x="31242" y="752081"/>
                  </a:lnTo>
                  <a:lnTo>
                    <a:pt x="35140" y="746264"/>
                  </a:lnTo>
                  <a:lnTo>
                    <a:pt x="36576" y="739140"/>
                  </a:lnTo>
                  <a:close/>
                </a:path>
                <a:path w="360045" h="1477010">
                  <a:moveTo>
                    <a:pt x="36576" y="369074"/>
                  </a:moveTo>
                  <a:lnTo>
                    <a:pt x="28448" y="361188"/>
                  </a:lnTo>
                  <a:lnTo>
                    <a:pt x="8128" y="361188"/>
                  </a:lnTo>
                  <a:lnTo>
                    <a:pt x="0" y="369074"/>
                  </a:lnTo>
                  <a:lnTo>
                    <a:pt x="0" y="378714"/>
                  </a:lnTo>
                  <a:lnTo>
                    <a:pt x="0" y="388366"/>
                  </a:lnTo>
                  <a:lnTo>
                    <a:pt x="8128" y="396240"/>
                  </a:lnTo>
                  <a:lnTo>
                    <a:pt x="28448" y="396240"/>
                  </a:lnTo>
                  <a:lnTo>
                    <a:pt x="36576" y="388366"/>
                  </a:lnTo>
                  <a:lnTo>
                    <a:pt x="36576" y="369074"/>
                  </a:lnTo>
                  <a:close/>
                </a:path>
                <a:path w="360045" h="1477010">
                  <a:moveTo>
                    <a:pt x="36576" y="18288"/>
                  </a:moveTo>
                  <a:lnTo>
                    <a:pt x="35140" y="11150"/>
                  </a:lnTo>
                  <a:lnTo>
                    <a:pt x="31242" y="5346"/>
                  </a:lnTo>
                  <a:lnTo>
                    <a:pt x="25425" y="1435"/>
                  </a:lnTo>
                  <a:lnTo>
                    <a:pt x="18288" y="0"/>
                  </a:lnTo>
                  <a:lnTo>
                    <a:pt x="11137" y="1435"/>
                  </a:lnTo>
                  <a:lnTo>
                    <a:pt x="5321" y="5334"/>
                  </a:lnTo>
                  <a:lnTo>
                    <a:pt x="1422" y="11150"/>
                  </a:lnTo>
                  <a:lnTo>
                    <a:pt x="0" y="18288"/>
                  </a:lnTo>
                  <a:lnTo>
                    <a:pt x="1422" y="25438"/>
                  </a:lnTo>
                  <a:lnTo>
                    <a:pt x="5334" y="31242"/>
                  </a:lnTo>
                  <a:lnTo>
                    <a:pt x="11137" y="35153"/>
                  </a:lnTo>
                  <a:lnTo>
                    <a:pt x="18288" y="36576"/>
                  </a:lnTo>
                  <a:lnTo>
                    <a:pt x="25425" y="35153"/>
                  </a:lnTo>
                  <a:lnTo>
                    <a:pt x="31242" y="31254"/>
                  </a:lnTo>
                  <a:lnTo>
                    <a:pt x="35140" y="25438"/>
                  </a:lnTo>
                  <a:lnTo>
                    <a:pt x="36576" y="18288"/>
                  </a:lnTo>
                  <a:close/>
                </a:path>
                <a:path w="360045" h="1477010">
                  <a:moveTo>
                    <a:pt x="359664" y="1448371"/>
                  </a:moveTo>
                  <a:lnTo>
                    <a:pt x="351790" y="1440180"/>
                  </a:lnTo>
                  <a:lnTo>
                    <a:pt x="332486" y="1440180"/>
                  </a:lnTo>
                  <a:lnTo>
                    <a:pt x="324612" y="1448371"/>
                  </a:lnTo>
                  <a:lnTo>
                    <a:pt x="324612" y="1458468"/>
                  </a:lnTo>
                  <a:lnTo>
                    <a:pt x="324612" y="1468564"/>
                  </a:lnTo>
                  <a:lnTo>
                    <a:pt x="332486" y="1476756"/>
                  </a:lnTo>
                  <a:lnTo>
                    <a:pt x="351790" y="1476756"/>
                  </a:lnTo>
                  <a:lnTo>
                    <a:pt x="359664" y="1468564"/>
                  </a:lnTo>
                  <a:lnTo>
                    <a:pt x="359664" y="1448371"/>
                  </a:lnTo>
                  <a:close/>
                </a:path>
                <a:path w="360045" h="1477010">
                  <a:moveTo>
                    <a:pt x="359664" y="1088707"/>
                  </a:moveTo>
                  <a:lnTo>
                    <a:pt x="351790" y="1080516"/>
                  </a:lnTo>
                  <a:lnTo>
                    <a:pt x="332486" y="1080516"/>
                  </a:lnTo>
                  <a:lnTo>
                    <a:pt x="324612" y="1088707"/>
                  </a:lnTo>
                  <a:lnTo>
                    <a:pt x="324612" y="1098804"/>
                  </a:lnTo>
                  <a:lnTo>
                    <a:pt x="324612" y="1108900"/>
                  </a:lnTo>
                  <a:lnTo>
                    <a:pt x="332486" y="1117092"/>
                  </a:lnTo>
                  <a:lnTo>
                    <a:pt x="351790" y="1117092"/>
                  </a:lnTo>
                  <a:lnTo>
                    <a:pt x="359664" y="1108900"/>
                  </a:lnTo>
                  <a:lnTo>
                    <a:pt x="359664" y="1088707"/>
                  </a:lnTo>
                  <a:close/>
                </a:path>
                <a:path w="360045" h="1477010">
                  <a:moveTo>
                    <a:pt x="359664" y="728980"/>
                  </a:moveTo>
                  <a:lnTo>
                    <a:pt x="351790" y="720852"/>
                  </a:lnTo>
                  <a:lnTo>
                    <a:pt x="332486" y="720852"/>
                  </a:lnTo>
                  <a:lnTo>
                    <a:pt x="324612" y="728980"/>
                  </a:lnTo>
                  <a:lnTo>
                    <a:pt x="324612" y="739140"/>
                  </a:lnTo>
                  <a:lnTo>
                    <a:pt x="324612" y="749236"/>
                  </a:lnTo>
                  <a:lnTo>
                    <a:pt x="332486" y="757428"/>
                  </a:lnTo>
                  <a:lnTo>
                    <a:pt x="351790" y="757428"/>
                  </a:lnTo>
                  <a:lnTo>
                    <a:pt x="359664" y="749236"/>
                  </a:lnTo>
                  <a:lnTo>
                    <a:pt x="359664" y="728980"/>
                  </a:lnTo>
                  <a:close/>
                </a:path>
                <a:path w="360045" h="1477010">
                  <a:moveTo>
                    <a:pt x="359664" y="369074"/>
                  </a:moveTo>
                  <a:lnTo>
                    <a:pt x="351790" y="361188"/>
                  </a:lnTo>
                  <a:lnTo>
                    <a:pt x="332486" y="361188"/>
                  </a:lnTo>
                  <a:lnTo>
                    <a:pt x="324612" y="369074"/>
                  </a:lnTo>
                  <a:lnTo>
                    <a:pt x="324612" y="378714"/>
                  </a:lnTo>
                  <a:lnTo>
                    <a:pt x="324612" y="388366"/>
                  </a:lnTo>
                  <a:lnTo>
                    <a:pt x="332486" y="396240"/>
                  </a:lnTo>
                  <a:lnTo>
                    <a:pt x="351790" y="396240"/>
                  </a:lnTo>
                  <a:lnTo>
                    <a:pt x="359664" y="388366"/>
                  </a:lnTo>
                  <a:lnTo>
                    <a:pt x="359664" y="369074"/>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grpSp>
      <p:sp>
        <p:nvSpPr>
          <p:cNvPr id="13" name="Google Shape;955;p32">
            <a:extLst>
              <a:ext uri="{FF2B5EF4-FFF2-40B4-BE49-F238E27FC236}">
                <a16:creationId xmlns:a16="http://schemas.microsoft.com/office/drawing/2014/main" id="{5BB258FD-73CD-A737-D240-2F8C80E3CCA8}"/>
              </a:ext>
            </a:extLst>
          </p:cNvPr>
          <p:cNvSpPr txBox="1">
            <a:spLocks noGrp="1"/>
          </p:cNvSpPr>
          <p:nvPr>
            <p:ph type="title"/>
          </p:nvPr>
        </p:nvSpPr>
        <p:spPr>
          <a:xfrm>
            <a:off x="720000" y="216245"/>
            <a:ext cx="7704000" cy="64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mj-lt"/>
                <a:ea typeface="Verdana" panose="020B0604030504040204" pitchFamily="34" charset="0"/>
              </a:rPr>
              <a:t>Features (Easy Filtering) </a:t>
            </a:r>
            <a:endParaRPr sz="3200" dirty="0">
              <a:latin typeface="+mj-lt"/>
              <a:ea typeface="Verdana" panose="020B0604030504040204" pitchFamily="34" charset="0"/>
            </a:endParaRPr>
          </a:p>
        </p:txBody>
      </p:sp>
      <p:sp>
        <p:nvSpPr>
          <p:cNvPr id="8" name="TextBox 7">
            <a:extLst>
              <a:ext uri="{FF2B5EF4-FFF2-40B4-BE49-F238E27FC236}">
                <a16:creationId xmlns:a16="http://schemas.microsoft.com/office/drawing/2014/main" id="{A387FB19-AD38-33CF-BEB8-5A4CE48759F9}"/>
              </a:ext>
            </a:extLst>
          </p:cNvPr>
          <p:cNvSpPr txBox="1"/>
          <p:nvPr/>
        </p:nvSpPr>
        <p:spPr>
          <a:xfrm>
            <a:off x="3048000" y="1067062"/>
            <a:ext cx="2535759" cy="400110"/>
          </a:xfrm>
          <a:prstGeom prst="rect">
            <a:avLst/>
          </a:prstGeom>
          <a:noFill/>
        </p:spPr>
        <p:txBody>
          <a:bodyPr wrap="none" rtlCol="0">
            <a:spAutoFit/>
          </a:bodyPr>
          <a:lstStyle/>
          <a:p>
            <a:r>
              <a:rPr lang="en-US" sz="2000" dirty="0"/>
              <a:t>Filtration through shift</a:t>
            </a:r>
          </a:p>
        </p:txBody>
      </p:sp>
      <p:pic>
        <p:nvPicPr>
          <p:cNvPr id="9" name="Picture 8">
            <a:extLst>
              <a:ext uri="{FF2B5EF4-FFF2-40B4-BE49-F238E27FC236}">
                <a16:creationId xmlns:a16="http://schemas.microsoft.com/office/drawing/2014/main" id="{4F9B7E0F-E4AA-B0F3-440D-5255B73882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0331" y="1741418"/>
            <a:ext cx="3879112" cy="2548941"/>
          </a:xfrm>
          <a:prstGeom prst="rect">
            <a:avLst/>
          </a:prstGeom>
        </p:spPr>
      </p:pic>
      <p:pic>
        <p:nvPicPr>
          <p:cNvPr id="14" name="Picture 13">
            <a:extLst>
              <a:ext uri="{FF2B5EF4-FFF2-40B4-BE49-F238E27FC236}">
                <a16:creationId xmlns:a16="http://schemas.microsoft.com/office/drawing/2014/main" id="{0DD62ABE-E5D2-6CFE-0F4C-7DFBEEB95A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66363" y="1741417"/>
            <a:ext cx="3807306" cy="2548941"/>
          </a:xfrm>
          <a:prstGeom prst="rect">
            <a:avLst/>
          </a:prstGeom>
        </p:spPr>
      </p:pic>
      <p:sp>
        <p:nvSpPr>
          <p:cNvPr id="10" name="Slide Number Placeholder 9">
            <a:extLst>
              <a:ext uri="{FF2B5EF4-FFF2-40B4-BE49-F238E27FC236}">
                <a16:creationId xmlns:a16="http://schemas.microsoft.com/office/drawing/2014/main" id="{850394D9-F73E-3623-B22C-B53D1BE1CA45}"/>
              </a:ext>
            </a:extLst>
          </p:cNvPr>
          <p:cNvSpPr>
            <a:spLocks noGrp="1"/>
          </p:cNvSpPr>
          <p:nvPr>
            <p:ph type="sldNum" sz="quarter" idx="7"/>
          </p:nvPr>
        </p:nvSpPr>
        <p:spPr/>
        <p:txBody>
          <a:bodyPr/>
          <a:lstStyle/>
          <a:p>
            <a:fld id="{B6F15528-21DE-4FAA-801E-634DDDAF4B2B}" type="slidenum">
              <a:rPr lang="en-US" smtClean="0"/>
              <a:t>53</a:t>
            </a:fld>
            <a:endParaRPr lang="en-US"/>
          </a:p>
        </p:txBody>
      </p:sp>
    </p:spTree>
    <p:extLst>
      <p:ext uri="{BB962C8B-B14F-4D97-AF65-F5344CB8AC3E}">
        <p14:creationId xmlns:p14="http://schemas.microsoft.com/office/powerpoint/2010/main" val="15944769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type="title"/>
          </p:nvPr>
        </p:nvSpPr>
        <p:spPr>
          <a:xfrm>
            <a:off x="3304868" y="320232"/>
            <a:ext cx="2724785" cy="505267"/>
          </a:xfrm>
          <a:prstGeom prst="rect">
            <a:avLst/>
          </a:prstGeom>
        </p:spPr>
        <p:txBody>
          <a:bodyPr vert="horz" wrap="square" lIns="0" tIns="12700" rIns="0" bIns="0" rtlCol="0">
            <a:spAutoFit/>
          </a:bodyPr>
          <a:lstStyle/>
          <a:p>
            <a:pPr marL="12700">
              <a:lnSpc>
                <a:spcPct val="100000"/>
              </a:lnSpc>
              <a:spcBef>
                <a:spcPts val="100"/>
              </a:spcBef>
            </a:pPr>
            <a:r>
              <a:rPr sz="3200" spc="-45" dirty="0">
                <a:latin typeface="+mj-lt"/>
              </a:rPr>
              <a:t>Methodology</a:t>
            </a:r>
          </a:p>
        </p:txBody>
      </p:sp>
      <p:sp>
        <p:nvSpPr>
          <p:cNvPr id="32" name="Slide Number Placeholder 31">
            <a:extLst>
              <a:ext uri="{FF2B5EF4-FFF2-40B4-BE49-F238E27FC236}">
                <a16:creationId xmlns:a16="http://schemas.microsoft.com/office/drawing/2014/main" id="{618AEF1E-ADAD-7740-F83F-A44B32B98159}"/>
              </a:ext>
            </a:extLst>
          </p:cNvPr>
          <p:cNvSpPr>
            <a:spLocks noGrp="1"/>
          </p:cNvSpPr>
          <p:nvPr>
            <p:ph type="sldNum" sz="quarter" idx="7"/>
          </p:nvPr>
        </p:nvSpPr>
        <p:spPr/>
        <p:txBody>
          <a:bodyPr/>
          <a:lstStyle/>
          <a:p>
            <a:fld id="{B6F15528-21DE-4FAA-801E-634DDDAF4B2B}" type="slidenum">
              <a:rPr lang="en-US" smtClean="0"/>
              <a:t>54</a:t>
            </a:fld>
            <a:endParaRPr lang="en-US"/>
          </a:p>
        </p:txBody>
      </p:sp>
      <p:sp>
        <p:nvSpPr>
          <p:cNvPr id="36" name="Rectangle 35">
            <a:extLst>
              <a:ext uri="{FF2B5EF4-FFF2-40B4-BE49-F238E27FC236}">
                <a16:creationId xmlns:a16="http://schemas.microsoft.com/office/drawing/2014/main" id="{1F6EC302-18D0-4D1C-A2D4-5F9CD413CD91}"/>
              </a:ext>
            </a:extLst>
          </p:cNvPr>
          <p:cNvSpPr/>
          <p:nvPr/>
        </p:nvSpPr>
        <p:spPr>
          <a:xfrm>
            <a:off x="685171" y="1115824"/>
            <a:ext cx="1842880" cy="758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Classifying Data according to soap</a:t>
            </a:r>
          </a:p>
        </p:txBody>
      </p:sp>
      <p:sp>
        <p:nvSpPr>
          <p:cNvPr id="37" name="Rectangle 36">
            <a:extLst>
              <a:ext uri="{FF2B5EF4-FFF2-40B4-BE49-F238E27FC236}">
                <a16:creationId xmlns:a16="http://schemas.microsoft.com/office/drawing/2014/main" id="{B8F6BAE9-5977-4645-8FFB-77241042E7DB}"/>
              </a:ext>
            </a:extLst>
          </p:cNvPr>
          <p:cNvSpPr/>
          <p:nvPr/>
        </p:nvSpPr>
        <p:spPr>
          <a:xfrm>
            <a:off x="3113685" y="1189663"/>
            <a:ext cx="1295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Soap Data</a:t>
            </a:r>
          </a:p>
        </p:txBody>
      </p:sp>
      <p:sp>
        <p:nvSpPr>
          <p:cNvPr id="38" name="Rectangle 37">
            <a:extLst>
              <a:ext uri="{FF2B5EF4-FFF2-40B4-BE49-F238E27FC236}">
                <a16:creationId xmlns:a16="http://schemas.microsoft.com/office/drawing/2014/main" id="{A0E305C3-F4C9-4AC6-934A-5C942C0CF639}"/>
              </a:ext>
            </a:extLst>
          </p:cNvPr>
          <p:cNvSpPr/>
          <p:nvPr/>
        </p:nvSpPr>
        <p:spPr>
          <a:xfrm>
            <a:off x="4749847" y="1056242"/>
            <a:ext cx="1665883" cy="830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Classifying Data according to Feature</a:t>
            </a:r>
          </a:p>
        </p:txBody>
      </p:sp>
      <p:sp>
        <p:nvSpPr>
          <p:cNvPr id="39" name="Rectangle 38">
            <a:extLst>
              <a:ext uri="{FF2B5EF4-FFF2-40B4-BE49-F238E27FC236}">
                <a16:creationId xmlns:a16="http://schemas.microsoft.com/office/drawing/2014/main" id="{5CE79970-211D-410B-ACDF-6BDB07BF7D49}"/>
              </a:ext>
            </a:extLst>
          </p:cNvPr>
          <p:cNvSpPr/>
          <p:nvPr/>
        </p:nvSpPr>
        <p:spPr>
          <a:xfrm>
            <a:off x="6900785" y="1180546"/>
            <a:ext cx="1295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Quality Standards</a:t>
            </a:r>
          </a:p>
        </p:txBody>
      </p:sp>
      <p:sp>
        <p:nvSpPr>
          <p:cNvPr id="42" name="Rectangle 41">
            <a:extLst>
              <a:ext uri="{FF2B5EF4-FFF2-40B4-BE49-F238E27FC236}">
                <a16:creationId xmlns:a16="http://schemas.microsoft.com/office/drawing/2014/main" id="{393F6E9E-CEB5-4F97-987E-7A681AEAEF80}"/>
              </a:ext>
            </a:extLst>
          </p:cNvPr>
          <p:cNvSpPr/>
          <p:nvPr/>
        </p:nvSpPr>
        <p:spPr>
          <a:xfrm>
            <a:off x="5666540" y="3705350"/>
            <a:ext cx="1295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Analysis Data</a:t>
            </a:r>
          </a:p>
        </p:txBody>
      </p:sp>
      <p:sp>
        <p:nvSpPr>
          <p:cNvPr id="43" name="Rectangle 42">
            <a:extLst>
              <a:ext uri="{FF2B5EF4-FFF2-40B4-BE49-F238E27FC236}">
                <a16:creationId xmlns:a16="http://schemas.microsoft.com/office/drawing/2014/main" id="{D4C676B9-5E9B-4CFB-B58A-1B3B87DB59DD}"/>
              </a:ext>
            </a:extLst>
          </p:cNvPr>
          <p:cNvSpPr/>
          <p:nvPr/>
        </p:nvSpPr>
        <p:spPr>
          <a:xfrm>
            <a:off x="2827332" y="2591248"/>
            <a:ext cx="1290984"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CUSUM Data</a:t>
            </a:r>
          </a:p>
        </p:txBody>
      </p:sp>
      <p:sp>
        <p:nvSpPr>
          <p:cNvPr id="44" name="Rectangle 43">
            <a:extLst>
              <a:ext uri="{FF2B5EF4-FFF2-40B4-BE49-F238E27FC236}">
                <a16:creationId xmlns:a16="http://schemas.microsoft.com/office/drawing/2014/main" id="{043B56AE-21EA-43C3-B40A-BBD46B417227}"/>
              </a:ext>
            </a:extLst>
          </p:cNvPr>
          <p:cNvSpPr/>
          <p:nvPr/>
        </p:nvSpPr>
        <p:spPr>
          <a:xfrm>
            <a:off x="4710692" y="2516045"/>
            <a:ext cx="1389934" cy="7874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CUSUM Data for one soap</a:t>
            </a:r>
          </a:p>
        </p:txBody>
      </p:sp>
      <p:sp>
        <p:nvSpPr>
          <p:cNvPr id="45" name="Rectangle 44">
            <a:extLst>
              <a:ext uri="{FF2B5EF4-FFF2-40B4-BE49-F238E27FC236}">
                <a16:creationId xmlns:a16="http://schemas.microsoft.com/office/drawing/2014/main" id="{8DAB890C-10B9-4AA9-8010-A0BC034F8132}"/>
              </a:ext>
            </a:extLst>
          </p:cNvPr>
          <p:cNvSpPr/>
          <p:nvPr/>
        </p:nvSpPr>
        <p:spPr>
          <a:xfrm>
            <a:off x="6618402" y="2571749"/>
            <a:ext cx="1295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Feature Data</a:t>
            </a:r>
          </a:p>
        </p:txBody>
      </p:sp>
      <p:sp>
        <p:nvSpPr>
          <p:cNvPr id="52" name="Arrow: Right 51">
            <a:extLst>
              <a:ext uri="{FF2B5EF4-FFF2-40B4-BE49-F238E27FC236}">
                <a16:creationId xmlns:a16="http://schemas.microsoft.com/office/drawing/2014/main" id="{8B9C4385-609D-4D5B-8D03-7CB44682F918}"/>
              </a:ext>
            </a:extLst>
          </p:cNvPr>
          <p:cNvSpPr/>
          <p:nvPr/>
        </p:nvSpPr>
        <p:spPr>
          <a:xfrm>
            <a:off x="2519934" y="1456955"/>
            <a:ext cx="576426" cy="479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Arrow: Right 54">
            <a:extLst>
              <a:ext uri="{FF2B5EF4-FFF2-40B4-BE49-F238E27FC236}">
                <a16:creationId xmlns:a16="http://schemas.microsoft.com/office/drawing/2014/main" id="{1378163C-A2B4-4062-87D2-C4FBE1857AF0}"/>
              </a:ext>
            </a:extLst>
          </p:cNvPr>
          <p:cNvSpPr/>
          <p:nvPr/>
        </p:nvSpPr>
        <p:spPr>
          <a:xfrm>
            <a:off x="4134266" y="2861754"/>
            <a:ext cx="576426" cy="479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526B7366-5B25-4DC0-932A-4CB93E3742A7}"/>
              </a:ext>
            </a:extLst>
          </p:cNvPr>
          <p:cNvSpPr/>
          <p:nvPr/>
        </p:nvSpPr>
        <p:spPr>
          <a:xfrm>
            <a:off x="4418882" y="1438150"/>
            <a:ext cx="330965" cy="66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Arrow: Right 56">
            <a:extLst>
              <a:ext uri="{FF2B5EF4-FFF2-40B4-BE49-F238E27FC236}">
                <a16:creationId xmlns:a16="http://schemas.microsoft.com/office/drawing/2014/main" id="{773DA0C2-67B8-4FD0-906C-57CD2593AE45}"/>
              </a:ext>
            </a:extLst>
          </p:cNvPr>
          <p:cNvSpPr/>
          <p:nvPr/>
        </p:nvSpPr>
        <p:spPr>
          <a:xfrm>
            <a:off x="6100625" y="2840033"/>
            <a:ext cx="501827"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Arrow: Down 57">
            <a:extLst>
              <a:ext uri="{FF2B5EF4-FFF2-40B4-BE49-F238E27FC236}">
                <a16:creationId xmlns:a16="http://schemas.microsoft.com/office/drawing/2014/main" id="{69B22967-B796-45CE-BA1B-05D5DD483B13}"/>
              </a:ext>
            </a:extLst>
          </p:cNvPr>
          <p:cNvSpPr/>
          <p:nvPr/>
        </p:nvSpPr>
        <p:spPr>
          <a:xfrm>
            <a:off x="7266102" y="1737944"/>
            <a:ext cx="49098" cy="8338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Arrow: Down 58">
            <a:extLst>
              <a:ext uri="{FF2B5EF4-FFF2-40B4-BE49-F238E27FC236}">
                <a16:creationId xmlns:a16="http://schemas.microsoft.com/office/drawing/2014/main" id="{D00FB45C-ECF6-458F-B463-5A111D80D7AB}"/>
              </a:ext>
            </a:extLst>
          </p:cNvPr>
          <p:cNvSpPr/>
          <p:nvPr/>
        </p:nvSpPr>
        <p:spPr>
          <a:xfrm>
            <a:off x="6314240" y="2857948"/>
            <a:ext cx="86560" cy="8474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3F127C6-1C45-4545-A75C-DAAE23AB9D6C}"/>
              </a:ext>
            </a:extLst>
          </p:cNvPr>
          <p:cNvSpPr/>
          <p:nvPr/>
        </p:nvSpPr>
        <p:spPr>
          <a:xfrm>
            <a:off x="6400800" y="1438150"/>
            <a:ext cx="355692"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Down 2">
            <a:extLst>
              <a:ext uri="{FF2B5EF4-FFF2-40B4-BE49-F238E27FC236}">
                <a16:creationId xmlns:a16="http://schemas.microsoft.com/office/drawing/2014/main" id="{22757010-2A4A-4CC6-9924-94F249334515}"/>
              </a:ext>
            </a:extLst>
          </p:cNvPr>
          <p:cNvSpPr/>
          <p:nvPr/>
        </p:nvSpPr>
        <p:spPr>
          <a:xfrm>
            <a:off x="6756492" y="1438150"/>
            <a:ext cx="49098" cy="11335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51015" y="360165"/>
            <a:ext cx="2724785" cy="505267"/>
          </a:xfrm>
          <a:prstGeom prst="rect">
            <a:avLst/>
          </a:prstGeom>
        </p:spPr>
        <p:txBody>
          <a:bodyPr vert="horz" wrap="square" lIns="0" tIns="12700" rIns="0" bIns="0" rtlCol="0">
            <a:spAutoFit/>
          </a:bodyPr>
          <a:lstStyle/>
          <a:p>
            <a:pPr marL="12700" algn="ctr">
              <a:lnSpc>
                <a:spcPct val="100000"/>
              </a:lnSpc>
              <a:spcBef>
                <a:spcPts val="100"/>
              </a:spcBef>
            </a:pPr>
            <a:r>
              <a:rPr sz="3200" b="1" spc="-45" dirty="0">
                <a:solidFill>
                  <a:srgbClr val="181818"/>
                </a:solidFill>
                <a:latin typeface="+mj-lt"/>
                <a:ea typeface="Verdana" panose="020B0604030504040204" pitchFamily="34" charset="0"/>
                <a:cs typeface="Verdana"/>
              </a:rPr>
              <a:t>Methodology</a:t>
            </a:r>
            <a:endParaRPr sz="3200" dirty="0">
              <a:latin typeface="+mj-lt"/>
              <a:ea typeface="Verdana" panose="020B0604030504040204" pitchFamily="34" charset="0"/>
              <a:cs typeface="Verdana"/>
            </a:endParaRPr>
          </a:p>
        </p:txBody>
      </p:sp>
      <p:sp>
        <p:nvSpPr>
          <p:cNvPr id="3" name="object 3"/>
          <p:cNvSpPr txBox="1"/>
          <p:nvPr/>
        </p:nvSpPr>
        <p:spPr>
          <a:xfrm>
            <a:off x="1752600" y="1089734"/>
            <a:ext cx="5321617" cy="320601"/>
          </a:xfrm>
          <a:prstGeom prst="rect">
            <a:avLst/>
          </a:prstGeom>
        </p:spPr>
        <p:txBody>
          <a:bodyPr vert="horz" wrap="square" lIns="0" tIns="12700" rIns="0" bIns="0" rtlCol="0">
            <a:spAutoFit/>
          </a:bodyPr>
          <a:lstStyle/>
          <a:p>
            <a:pPr marL="12700">
              <a:lnSpc>
                <a:spcPct val="100000"/>
              </a:lnSpc>
              <a:spcBef>
                <a:spcPts val="100"/>
              </a:spcBef>
            </a:pPr>
            <a:r>
              <a:rPr sz="2000" spc="-5" dirty="0">
                <a:cs typeface="Arial MT"/>
              </a:rPr>
              <a:t>Segregation</a:t>
            </a:r>
            <a:r>
              <a:rPr sz="2000" spc="10" dirty="0">
                <a:cs typeface="Arial MT"/>
              </a:rPr>
              <a:t> </a:t>
            </a:r>
            <a:r>
              <a:rPr sz="2000" spc="-5" dirty="0">
                <a:cs typeface="Arial MT"/>
              </a:rPr>
              <a:t>of</a:t>
            </a:r>
            <a:r>
              <a:rPr sz="2000" dirty="0">
                <a:cs typeface="Arial MT"/>
              </a:rPr>
              <a:t> </a:t>
            </a:r>
            <a:r>
              <a:rPr sz="2000" b="1" i="1" spc="-5" dirty="0">
                <a:cs typeface="Arial"/>
              </a:rPr>
              <a:t>Data</a:t>
            </a:r>
            <a:r>
              <a:rPr sz="2000" b="1" i="1" spc="-15" dirty="0">
                <a:cs typeface="Arial"/>
              </a:rPr>
              <a:t> </a:t>
            </a:r>
            <a:r>
              <a:rPr sz="2000" b="1" i="1" dirty="0">
                <a:cs typeface="Arial"/>
              </a:rPr>
              <a:t>Entry</a:t>
            </a:r>
            <a:r>
              <a:rPr sz="2000" b="1" i="1" spc="-10" dirty="0">
                <a:cs typeface="Arial"/>
              </a:rPr>
              <a:t> </a:t>
            </a:r>
            <a:r>
              <a:rPr sz="2000" dirty="0">
                <a:cs typeface="Arial MT"/>
              </a:rPr>
              <a:t>form</a:t>
            </a:r>
            <a:r>
              <a:rPr sz="2000" spc="-5" dirty="0">
                <a:cs typeface="Arial MT"/>
              </a:rPr>
              <a:t> into</a:t>
            </a:r>
            <a:r>
              <a:rPr sz="2000" spc="-10" dirty="0">
                <a:cs typeface="Arial MT"/>
              </a:rPr>
              <a:t> </a:t>
            </a:r>
            <a:r>
              <a:rPr sz="2000" b="1" i="1" spc="-5" dirty="0">
                <a:cs typeface="Arial"/>
              </a:rPr>
              <a:t>Soap Data</a:t>
            </a:r>
            <a:endParaRPr sz="2000" dirty="0">
              <a:cs typeface="Arial"/>
            </a:endParaRPr>
          </a:p>
        </p:txBody>
      </p:sp>
      <p:sp>
        <p:nvSpPr>
          <p:cNvPr id="5" name="Slide Number Placeholder 4">
            <a:extLst>
              <a:ext uri="{FF2B5EF4-FFF2-40B4-BE49-F238E27FC236}">
                <a16:creationId xmlns:a16="http://schemas.microsoft.com/office/drawing/2014/main" id="{C3E47891-73D7-3B8C-9106-E5E15D3042FE}"/>
              </a:ext>
            </a:extLst>
          </p:cNvPr>
          <p:cNvSpPr>
            <a:spLocks noGrp="1"/>
          </p:cNvSpPr>
          <p:nvPr>
            <p:ph type="sldNum" sz="quarter" idx="7"/>
          </p:nvPr>
        </p:nvSpPr>
        <p:spPr/>
        <p:txBody>
          <a:bodyPr/>
          <a:lstStyle/>
          <a:p>
            <a:fld id="{B6F15528-21DE-4FAA-801E-634DDDAF4B2B}" type="slidenum">
              <a:rPr lang="en-US" smtClean="0"/>
              <a:t>55</a:t>
            </a:fld>
            <a:endParaRPr lang="en-US"/>
          </a:p>
        </p:txBody>
      </p:sp>
      <p:sp>
        <p:nvSpPr>
          <p:cNvPr id="8" name="Rectangle 7">
            <a:extLst>
              <a:ext uri="{FF2B5EF4-FFF2-40B4-BE49-F238E27FC236}">
                <a16:creationId xmlns:a16="http://schemas.microsoft.com/office/drawing/2014/main" id="{222D831F-D6FE-43F4-B548-24B33A2497BA}"/>
              </a:ext>
            </a:extLst>
          </p:cNvPr>
          <p:cNvSpPr/>
          <p:nvPr/>
        </p:nvSpPr>
        <p:spPr>
          <a:xfrm>
            <a:off x="3841907" y="1657971"/>
            <a:ext cx="11430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Data Input</a:t>
            </a:r>
          </a:p>
        </p:txBody>
      </p:sp>
      <p:sp>
        <p:nvSpPr>
          <p:cNvPr id="9" name="Rectangle 8">
            <a:extLst>
              <a:ext uri="{FF2B5EF4-FFF2-40B4-BE49-F238E27FC236}">
                <a16:creationId xmlns:a16="http://schemas.microsoft.com/office/drawing/2014/main" id="{A9441B9E-5D04-4256-AAA7-EC0A2C73DD1C}"/>
              </a:ext>
            </a:extLst>
          </p:cNvPr>
          <p:cNvSpPr/>
          <p:nvPr/>
        </p:nvSpPr>
        <p:spPr>
          <a:xfrm>
            <a:off x="831468" y="2611035"/>
            <a:ext cx="11430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Sandalina</a:t>
            </a:r>
            <a:endParaRPr lang="en-US" sz="1400" dirty="0"/>
          </a:p>
        </p:txBody>
      </p:sp>
      <p:sp>
        <p:nvSpPr>
          <p:cNvPr id="10" name="Rectangle 9">
            <a:extLst>
              <a:ext uri="{FF2B5EF4-FFF2-40B4-BE49-F238E27FC236}">
                <a16:creationId xmlns:a16="http://schemas.microsoft.com/office/drawing/2014/main" id="{1BA188D8-9EB6-4DA6-845E-97464C772567}"/>
              </a:ext>
            </a:extLst>
          </p:cNvPr>
          <p:cNvSpPr/>
          <p:nvPr/>
        </p:nvSpPr>
        <p:spPr>
          <a:xfrm>
            <a:off x="7058268" y="2615993"/>
            <a:ext cx="1159710" cy="4082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Laundry Green</a:t>
            </a:r>
          </a:p>
        </p:txBody>
      </p:sp>
      <p:sp>
        <p:nvSpPr>
          <p:cNvPr id="11" name="Rectangle 10">
            <a:extLst>
              <a:ext uri="{FF2B5EF4-FFF2-40B4-BE49-F238E27FC236}">
                <a16:creationId xmlns:a16="http://schemas.microsoft.com/office/drawing/2014/main" id="{4EA39DF4-C7AC-4928-B020-E92DD26AF56E}"/>
              </a:ext>
            </a:extLst>
          </p:cNvPr>
          <p:cNvSpPr/>
          <p:nvPr/>
        </p:nvSpPr>
        <p:spPr>
          <a:xfrm>
            <a:off x="2579930" y="3366131"/>
            <a:ext cx="1254042" cy="4248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Sandalina</a:t>
            </a:r>
            <a:r>
              <a:rPr lang="en-US" sz="1400" dirty="0"/>
              <a:t> Rose</a:t>
            </a:r>
          </a:p>
        </p:txBody>
      </p:sp>
      <p:sp>
        <p:nvSpPr>
          <p:cNvPr id="12" name="Rectangle 11">
            <a:extLst>
              <a:ext uri="{FF2B5EF4-FFF2-40B4-BE49-F238E27FC236}">
                <a16:creationId xmlns:a16="http://schemas.microsoft.com/office/drawing/2014/main" id="{09BE385F-BB55-4A2D-AEDA-44B1EED0165E}"/>
              </a:ext>
            </a:extLst>
          </p:cNvPr>
          <p:cNvSpPr/>
          <p:nvPr/>
        </p:nvSpPr>
        <p:spPr>
          <a:xfrm>
            <a:off x="1089814" y="3366131"/>
            <a:ext cx="1143000" cy="4248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Bactrol</a:t>
            </a:r>
            <a:r>
              <a:rPr lang="en-US" sz="1400" dirty="0"/>
              <a:t> Fresh</a:t>
            </a:r>
          </a:p>
        </p:txBody>
      </p:sp>
      <p:sp>
        <p:nvSpPr>
          <p:cNvPr id="13" name="Rectangle 12">
            <a:extLst>
              <a:ext uri="{FF2B5EF4-FFF2-40B4-BE49-F238E27FC236}">
                <a16:creationId xmlns:a16="http://schemas.microsoft.com/office/drawing/2014/main" id="{AB95E3CD-1AD4-4931-AAB3-08705AA43755}"/>
              </a:ext>
            </a:extLst>
          </p:cNvPr>
          <p:cNvSpPr/>
          <p:nvPr/>
        </p:nvSpPr>
        <p:spPr>
          <a:xfrm>
            <a:off x="5442936" y="2606080"/>
            <a:ext cx="11430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Tibet 570</a:t>
            </a:r>
          </a:p>
        </p:txBody>
      </p:sp>
      <p:sp>
        <p:nvSpPr>
          <p:cNvPr id="14" name="Rectangle 13">
            <a:extLst>
              <a:ext uri="{FF2B5EF4-FFF2-40B4-BE49-F238E27FC236}">
                <a16:creationId xmlns:a16="http://schemas.microsoft.com/office/drawing/2014/main" id="{EAC5C387-CFA3-4E24-9EC5-1F51C58FEFE9}"/>
              </a:ext>
            </a:extLst>
          </p:cNvPr>
          <p:cNvSpPr/>
          <p:nvPr/>
        </p:nvSpPr>
        <p:spPr>
          <a:xfrm>
            <a:off x="3863163" y="2606080"/>
            <a:ext cx="11430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Tibet Pink</a:t>
            </a:r>
          </a:p>
        </p:txBody>
      </p:sp>
      <p:sp>
        <p:nvSpPr>
          <p:cNvPr id="15" name="Rectangle 14">
            <a:extLst>
              <a:ext uri="{FF2B5EF4-FFF2-40B4-BE49-F238E27FC236}">
                <a16:creationId xmlns:a16="http://schemas.microsoft.com/office/drawing/2014/main" id="{C20FC490-61D2-4A83-A502-9B9242FA9DB9}"/>
              </a:ext>
            </a:extLst>
          </p:cNvPr>
          <p:cNvSpPr/>
          <p:nvPr/>
        </p:nvSpPr>
        <p:spPr>
          <a:xfrm>
            <a:off x="2283390" y="2606081"/>
            <a:ext cx="11430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Bactrol</a:t>
            </a:r>
            <a:r>
              <a:rPr lang="en-US" sz="1400" dirty="0"/>
              <a:t> Cool</a:t>
            </a:r>
          </a:p>
        </p:txBody>
      </p:sp>
      <p:sp>
        <p:nvSpPr>
          <p:cNvPr id="16" name="Rectangle 15">
            <a:extLst>
              <a:ext uri="{FF2B5EF4-FFF2-40B4-BE49-F238E27FC236}">
                <a16:creationId xmlns:a16="http://schemas.microsoft.com/office/drawing/2014/main" id="{ED2CF803-E19D-47C7-8F29-58983AFC8D39}"/>
              </a:ext>
            </a:extLst>
          </p:cNvPr>
          <p:cNvSpPr/>
          <p:nvPr/>
        </p:nvSpPr>
        <p:spPr>
          <a:xfrm>
            <a:off x="7313575" y="3366130"/>
            <a:ext cx="1159710" cy="377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Laundry Blue</a:t>
            </a:r>
          </a:p>
        </p:txBody>
      </p:sp>
      <p:sp>
        <p:nvSpPr>
          <p:cNvPr id="17" name="Rectangle 16">
            <a:extLst>
              <a:ext uri="{FF2B5EF4-FFF2-40B4-BE49-F238E27FC236}">
                <a16:creationId xmlns:a16="http://schemas.microsoft.com/office/drawing/2014/main" id="{D00D75E6-AB25-4E38-97C5-EA8EA1380AF0}"/>
              </a:ext>
            </a:extLst>
          </p:cNvPr>
          <p:cNvSpPr/>
          <p:nvPr/>
        </p:nvSpPr>
        <p:spPr>
          <a:xfrm>
            <a:off x="5791200" y="3381952"/>
            <a:ext cx="1159710" cy="377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Tibet Ball</a:t>
            </a:r>
          </a:p>
        </p:txBody>
      </p:sp>
      <p:sp>
        <p:nvSpPr>
          <p:cNvPr id="18" name="Rectangle 17">
            <a:extLst>
              <a:ext uri="{FF2B5EF4-FFF2-40B4-BE49-F238E27FC236}">
                <a16:creationId xmlns:a16="http://schemas.microsoft.com/office/drawing/2014/main" id="{6B69216A-7B03-4407-81FB-5B834F23B314}"/>
              </a:ext>
            </a:extLst>
          </p:cNvPr>
          <p:cNvSpPr/>
          <p:nvPr/>
        </p:nvSpPr>
        <p:spPr>
          <a:xfrm>
            <a:off x="4299936" y="3369969"/>
            <a:ext cx="1143000" cy="4248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Tibet Blue</a:t>
            </a:r>
          </a:p>
        </p:txBody>
      </p:sp>
      <p:sp>
        <p:nvSpPr>
          <p:cNvPr id="31" name="Arrow: Down 30">
            <a:extLst>
              <a:ext uri="{FF2B5EF4-FFF2-40B4-BE49-F238E27FC236}">
                <a16:creationId xmlns:a16="http://schemas.microsoft.com/office/drawing/2014/main" id="{2F7AFC18-CDFD-455B-A9B0-FEE7FBC0E1A6}"/>
              </a:ext>
            </a:extLst>
          </p:cNvPr>
          <p:cNvSpPr/>
          <p:nvPr/>
        </p:nvSpPr>
        <p:spPr>
          <a:xfrm>
            <a:off x="4419600" y="1977951"/>
            <a:ext cx="45719" cy="5937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B44CFE2-8B6F-43DB-BCB3-79DB34C3A9F4}"/>
              </a:ext>
            </a:extLst>
          </p:cNvPr>
          <p:cNvSpPr/>
          <p:nvPr/>
        </p:nvSpPr>
        <p:spPr>
          <a:xfrm>
            <a:off x="1089814" y="2266950"/>
            <a:ext cx="7279906" cy="492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Down 32">
            <a:extLst>
              <a:ext uri="{FF2B5EF4-FFF2-40B4-BE49-F238E27FC236}">
                <a16:creationId xmlns:a16="http://schemas.microsoft.com/office/drawing/2014/main" id="{68156D67-9C69-4437-8B6C-183E4E3FB14E}"/>
              </a:ext>
            </a:extLst>
          </p:cNvPr>
          <p:cNvSpPr/>
          <p:nvPr/>
        </p:nvSpPr>
        <p:spPr>
          <a:xfrm>
            <a:off x="1089814" y="2312669"/>
            <a:ext cx="45719" cy="288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Down 35">
            <a:extLst>
              <a:ext uri="{FF2B5EF4-FFF2-40B4-BE49-F238E27FC236}">
                <a16:creationId xmlns:a16="http://schemas.microsoft.com/office/drawing/2014/main" id="{44EB8243-7EBA-433D-BF75-534CC76EB6E8}"/>
              </a:ext>
            </a:extLst>
          </p:cNvPr>
          <p:cNvSpPr/>
          <p:nvPr/>
        </p:nvSpPr>
        <p:spPr>
          <a:xfrm>
            <a:off x="7878926" y="2319831"/>
            <a:ext cx="45719" cy="288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Down 36">
            <a:extLst>
              <a:ext uri="{FF2B5EF4-FFF2-40B4-BE49-F238E27FC236}">
                <a16:creationId xmlns:a16="http://schemas.microsoft.com/office/drawing/2014/main" id="{D820AC16-B3A2-4253-8BC8-1ACEE64E8E2B}"/>
              </a:ext>
            </a:extLst>
          </p:cNvPr>
          <p:cNvSpPr/>
          <p:nvPr/>
        </p:nvSpPr>
        <p:spPr>
          <a:xfrm>
            <a:off x="5984310" y="2294929"/>
            <a:ext cx="45719" cy="288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Down 37">
            <a:extLst>
              <a:ext uri="{FF2B5EF4-FFF2-40B4-BE49-F238E27FC236}">
                <a16:creationId xmlns:a16="http://schemas.microsoft.com/office/drawing/2014/main" id="{F5AD39CC-BCDE-4F3E-BE84-EAE12C778818}"/>
              </a:ext>
            </a:extLst>
          </p:cNvPr>
          <p:cNvSpPr/>
          <p:nvPr/>
        </p:nvSpPr>
        <p:spPr>
          <a:xfrm>
            <a:off x="2854890" y="2319831"/>
            <a:ext cx="45719" cy="288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Down 39">
            <a:extLst>
              <a:ext uri="{FF2B5EF4-FFF2-40B4-BE49-F238E27FC236}">
                <a16:creationId xmlns:a16="http://schemas.microsoft.com/office/drawing/2014/main" id="{39546DE2-8B08-441C-ADB0-AD3EF0D53125}"/>
              </a:ext>
            </a:extLst>
          </p:cNvPr>
          <p:cNvSpPr/>
          <p:nvPr/>
        </p:nvSpPr>
        <p:spPr>
          <a:xfrm>
            <a:off x="2057400" y="2319831"/>
            <a:ext cx="57188" cy="10462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Down 40">
            <a:extLst>
              <a:ext uri="{FF2B5EF4-FFF2-40B4-BE49-F238E27FC236}">
                <a16:creationId xmlns:a16="http://schemas.microsoft.com/office/drawing/2014/main" id="{8E2DD808-1BE2-4607-95B8-793272F2B7AD}"/>
              </a:ext>
            </a:extLst>
          </p:cNvPr>
          <p:cNvSpPr/>
          <p:nvPr/>
        </p:nvSpPr>
        <p:spPr>
          <a:xfrm>
            <a:off x="8312532" y="2299772"/>
            <a:ext cx="57188" cy="10462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Down 42">
            <a:extLst>
              <a:ext uri="{FF2B5EF4-FFF2-40B4-BE49-F238E27FC236}">
                <a16:creationId xmlns:a16="http://schemas.microsoft.com/office/drawing/2014/main" id="{74F78CA0-6CDC-4932-AD4A-1B02069297D9}"/>
              </a:ext>
            </a:extLst>
          </p:cNvPr>
          <p:cNvSpPr/>
          <p:nvPr/>
        </p:nvSpPr>
        <p:spPr>
          <a:xfrm>
            <a:off x="6707178" y="2319831"/>
            <a:ext cx="57188" cy="10462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Down 43">
            <a:extLst>
              <a:ext uri="{FF2B5EF4-FFF2-40B4-BE49-F238E27FC236}">
                <a16:creationId xmlns:a16="http://schemas.microsoft.com/office/drawing/2014/main" id="{A15B934B-5DF9-45BC-9450-F9A024129386}"/>
              </a:ext>
            </a:extLst>
          </p:cNvPr>
          <p:cNvSpPr/>
          <p:nvPr/>
        </p:nvSpPr>
        <p:spPr>
          <a:xfrm>
            <a:off x="5137689" y="2323670"/>
            <a:ext cx="57188" cy="10462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Down 44">
            <a:extLst>
              <a:ext uri="{FF2B5EF4-FFF2-40B4-BE49-F238E27FC236}">
                <a16:creationId xmlns:a16="http://schemas.microsoft.com/office/drawing/2014/main" id="{8C7C133B-A55B-4CE7-983D-943125933775}"/>
              </a:ext>
            </a:extLst>
          </p:cNvPr>
          <p:cNvSpPr/>
          <p:nvPr/>
        </p:nvSpPr>
        <p:spPr>
          <a:xfrm>
            <a:off x="3511012" y="2316250"/>
            <a:ext cx="57188" cy="10462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790700" cy="5143500"/>
            <a:chOff x="0" y="0"/>
            <a:chExt cx="1790700" cy="5143500"/>
          </a:xfrm>
        </p:grpSpPr>
        <p:sp>
          <p:nvSpPr>
            <p:cNvPr id="3" name="object 3"/>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dirty="0"/>
            </a:p>
          </p:txBody>
        </p:sp>
        <p:sp>
          <p:nvSpPr>
            <p:cNvPr id="4" name="object 4"/>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sp>
        <p:nvSpPr>
          <p:cNvPr id="12" name="object 2">
            <a:extLst>
              <a:ext uri="{FF2B5EF4-FFF2-40B4-BE49-F238E27FC236}">
                <a16:creationId xmlns:a16="http://schemas.microsoft.com/office/drawing/2014/main" id="{D871C6AD-E7A7-BE3F-88CC-FB2904832137}"/>
              </a:ext>
            </a:extLst>
          </p:cNvPr>
          <p:cNvSpPr txBox="1">
            <a:spLocks noGrp="1"/>
          </p:cNvSpPr>
          <p:nvPr>
            <p:ph type="title"/>
          </p:nvPr>
        </p:nvSpPr>
        <p:spPr>
          <a:xfrm>
            <a:off x="895350" y="260795"/>
            <a:ext cx="4718685" cy="505267"/>
          </a:xfrm>
          <a:prstGeom prst="rect">
            <a:avLst/>
          </a:prstGeom>
        </p:spPr>
        <p:txBody>
          <a:bodyPr vert="horz" wrap="square" lIns="0" tIns="12700" rIns="0" bIns="0" rtlCol="0">
            <a:spAutoFit/>
          </a:bodyPr>
          <a:lstStyle/>
          <a:p>
            <a:pPr marL="12700">
              <a:lnSpc>
                <a:spcPct val="100000"/>
              </a:lnSpc>
              <a:spcBef>
                <a:spcPts val="100"/>
              </a:spcBef>
            </a:pPr>
            <a:r>
              <a:rPr sz="3200" spc="-135" dirty="0">
                <a:latin typeface="+mj-lt"/>
              </a:rPr>
              <a:t>S</a:t>
            </a:r>
            <a:r>
              <a:rPr sz="3200" spc="-120" dirty="0">
                <a:latin typeface="+mj-lt"/>
              </a:rPr>
              <a:t>e</a:t>
            </a:r>
            <a:r>
              <a:rPr sz="3200" spc="-55" dirty="0">
                <a:latin typeface="+mj-lt"/>
              </a:rPr>
              <a:t>gregating</a:t>
            </a:r>
            <a:r>
              <a:rPr sz="3200" spc="-175" dirty="0">
                <a:latin typeface="+mj-lt"/>
              </a:rPr>
              <a:t> </a:t>
            </a:r>
            <a:r>
              <a:rPr sz="3200" spc="-130" dirty="0">
                <a:latin typeface="+mj-lt"/>
              </a:rPr>
              <a:t>S</a:t>
            </a:r>
            <a:r>
              <a:rPr sz="3200" spc="-120" dirty="0">
                <a:latin typeface="+mj-lt"/>
              </a:rPr>
              <a:t>o</a:t>
            </a:r>
            <a:r>
              <a:rPr sz="3200" spc="-70" dirty="0">
                <a:latin typeface="+mj-lt"/>
              </a:rPr>
              <a:t>ap</a:t>
            </a:r>
            <a:r>
              <a:rPr sz="3200" spc="-155" dirty="0">
                <a:latin typeface="+mj-lt"/>
              </a:rPr>
              <a:t> </a:t>
            </a:r>
            <a:r>
              <a:rPr sz="3200" spc="-70" dirty="0">
                <a:latin typeface="+mj-lt"/>
              </a:rPr>
              <a:t>Data</a:t>
            </a:r>
          </a:p>
        </p:txBody>
      </p:sp>
      <p:pic>
        <p:nvPicPr>
          <p:cNvPr id="15" name="object 3">
            <a:extLst>
              <a:ext uri="{FF2B5EF4-FFF2-40B4-BE49-F238E27FC236}">
                <a16:creationId xmlns:a16="http://schemas.microsoft.com/office/drawing/2014/main" id="{8BF423F7-1974-ACB6-8C82-7676E06AFF06}"/>
              </a:ext>
            </a:extLst>
          </p:cNvPr>
          <p:cNvPicPr/>
          <p:nvPr/>
        </p:nvPicPr>
        <p:blipFill>
          <a:blip r:embed="rId2" cstate="print"/>
          <a:stretch>
            <a:fillRect/>
          </a:stretch>
        </p:blipFill>
        <p:spPr>
          <a:xfrm>
            <a:off x="895350" y="907350"/>
            <a:ext cx="4945379" cy="4094988"/>
          </a:xfrm>
          <a:prstGeom prst="rect">
            <a:avLst/>
          </a:prstGeom>
          <a:ln>
            <a:noFill/>
          </a:ln>
          <a:effectLst>
            <a:outerShdw blurRad="292100" dist="139700" dir="2700000" algn="tl" rotWithShape="0">
              <a:srgbClr val="333333">
                <a:alpha val="65000"/>
              </a:srgbClr>
            </a:outerShdw>
          </a:effectLst>
        </p:spPr>
      </p:pic>
      <p:sp>
        <p:nvSpPr>
          <p:cNvPr id="16" name="object 4">
            <a:extLst>
              <a:ext uri="{FF2B5EF4-FFF2-40B4-BE49-F238E27FC236}">
                <a16:creationId xmlns:a16="http://schemas.microsoft.com/office/drawing/2014/main" id="{FCCA380D-2B40-7AE8-1D5E-58A4334E2D90}"/>
              </a:ext>
            </a:extLst>
          </p:cNvPr>
          <p:cNvSpPr txBox="1"/>
          <p:nvPr/>
        </p:nvSpPr>
        <p:spPr>
          <a:xfrm>
            <a:off x="6117844" y="1234927"/>
            <a:ext cx="2908300" cy="1551707"/>
          </a:xfrm>
          <a:prstGeom prst="rect">
            <a:avLst/>
          </a:prstGeom>
        </p:spPr>
        <p:txBody>
          <a:bodyPr vert="horz" wrap="square" lIns="0" tIns="12700" rIns="0" bIns="0" rtlCol="0">
            <a:spAutoFit/>
          </a:bodyPr>
          <a:lstStyle/>
          <a:p>
            <a:pPr marL="12700" algn="just">
              <a:lnSpc>
                <a:spcPct val="100000"/>
              </a:lnSpc>
              <a:spcBef>
                <a:spcPts val="100"/>
              </a:spcBef>
            </a:pPr>
            <a:r>
              <a:rPr lang="en-US" sz="2000" b="1" spc="-25" dirty="0">
                <a:cs typeface="Arial"/>
              </a:rPr>
              <a:t>DAX</a:t>
            </a:r>
            <a:r>
              <a:rPr lang="en-US" sz="2000" b="1" dirty="0">
                <a:cs typeface="Arial"/>
              </a:rPr>
              <a:t> Code:</a:t>
            </a:r>
            <a:endParaRPr lang="en-US" sz="2000" dirty="0">
              <a:cs typeface="Arial"/>
            </a:endParaRPr>
          </a:p>
          <a:p>
            <a:pPr marL="12700" marR="5080" algn="just">
              <a:lnSpc>
                <a:spcPct val="100000"/>
              </a:lnSpc>
              <a:spcBef>
                <a:spcPts val="5"/>
              </a:spcBef>
            </a:pPr>
            <a:r>
              <a:rPr lang="en-US" sz="2000" spc="-5" dirty="0" err="1">
                <a:cs typeface="Arial MT"/>
              </a:rPr>
              <a:t>Sandalina</a:t>
            </a:r>
            <a:r>
              <a:rPr lang="en-US" sz="2000" spc="-5" dirty="0">
                <a:cs typeface="Arial MT"/>
              </a:rPr>
              <a:t> Details=</a:t>
            </a:r>
            <a:r>
              <a:rPr lang="en-US" sz="2000" spc="-5" dirty="0">
                <a:solidFill>
                  <a:srgbClr val="80A0DB"/>
                </a:solidFill>
                <a:cs typeface="Arial MT"/>
              </a:rPr>
              <a:t>CALCULATE </a:t>
            </a:r>
            <a:r>
              <a:rPr lang="en-US" sz="2000" spc="-430" dirty="0">
                <a:solidFill>
                  <a:srgbClr val="80A0DB"/>
                </a:solidFill>
                <a:cs typeface="Arial MT"/>
              </a:rPr>
              <a:t> </a:t>
            </a:r>
            <a:r>
              <a:rPr lang="en-US" sz="2000" spc="-10" dirty="0">
                <a:cs typeface="Arial MT"/>
              </a:rPr>
              <a:t>(</a:t>
            </a:r>
            <a:r>
              <a:rPr lang="en-US" sz="2000" spc="-10" dirty="0">
                <a:solidFill>
                  <a:srgbClr val="4475C9"/>
                </a:solidFill>
                <a:cs typeface="Arial MT"/>
              </a:rPr>
              <a:t>‘Data </a:t>
            </a:r>
            <a:r>
              <a:rPr lang="en-US" sz="2000" spc="-5" dirty="0">
                <a:solidFill>
                  <a:srgbClr val="4475C9"/>
                </a:solidFill>
                <a:cs typeface="Arial MT"/>
              </a:rPr>
              <a:t>Input’</a:t>
            </a:r>
            <a:r>
              <a:rPr lang="en-US" sz="2000" spc="-5" dirty="0">
                <a:cs typeface="Arial MT"/>
              </a:rPr>
              <a:t>, </a:t>
            </a:r>
            <a:r>
              <a:rPr lang="en-US" sz="2000" spc="-5" dirty="0">
                <a:solidFill>
                  <a:srgbClr val="4475C9"/>
                </a:solidFill>
                <a:cs typeface="Arial MT"/>
              </a:rPr>
              <a:t>‘Data Input’[Soap]</a:t>
            </a:r>
            <a:r>
              <a:rPr lang="en-US" sz="2000" spc="-5" dirty="0">
                <a:cs typeface="Arial MT"/>
              </a:rPr>
              <a:t>= </a:t>
            </a:r>
            <a:r>
              <a:rPr lang="en-US" sz="2000" spc="-430" dirty="0">
                <a:cs typeface="Arial MT"/>
              </a:rPr>
              <a:t> </a:t>
            </a:r>
            <a:r>
              <a:rPr lang="en-US" sz="2000" spc="-5" dirty="0">
                <a:solidFill>
                  <a:srgbClr val="4475C9"/>
                </a:solidFill>
                <a:cs typeface="Arial MT"/>
              </a:rPr>
              <a:t>“</a:t>
            </a:r>
            <a:r>
              <a:rPr lang="en-US" sz="2000" spc="-5" dirty="0" err="1">
                <a:solidFill>
                  <a:srgbClr val="FF0000"/>
                </a:solidFill>
                <a:cs typeface="Arial MT"/>
              </a:rPr>
              <a:t>Sandalina</a:t>
            </a:r>
            <a:r>
              <a:rPr lang="en-US" sz="2000" spc="-5" dirty="0">
                <a:solidFill>
                  <a:srgbClr val="FF0000"/>
                </a:solidFill>
                <a:cs typeface="Arial MT"/>
              </a:rPr>
              <a:t>”</a:t>
            </a:r>
            <a:r>
              <a:rPr lang="en-US" sz="2000" spc="-5" dirty="0">
                <a:cs typeface="Arial MT"/>
              </a:rPr>
              <a:t>)</a:t>
            </a:r>
            <a:endParaRPr lang="en-US" sz="2000" dirty="0">
              <a:cs typeface="Arial MT"/>
            </a:endParaRPr>
          </a:p>
        </p:txBody>
      </p:sp>
      <p:sp>
        <p:nvSpPr>
          <p:cNvPr id="5" name="Slide Number Placeholder 4">
            <a:extLst>
              <a:ext uri="{FF2B5EF4-FFF2-40B4-BE49-F238E27FC236}">
                <a16:creationId xmlns:a16="http://schemas.microsoft.com/office/drawing/2014/main" id="{32D168DB-5F28-5C80-E4C5-22416C437DAC}"/>
              </a:ext>
            </a:extLst>
          </p:cNvPr>
          <p:cNvSpPr>
            <a:spLocks noGrp="1"/>
          </p:cNvSpPr>
          <p:nvPr>
            <p:ph type="sldNum" sz="quarter" idx="7"/>
          </p:nvPr>
        </p:nvSpPr>
        <p:spPr/>
        <p:txBody>
          <a:bodyPr/>
          <a:lstStyle/>
          <a:p>
            <a:fld id="{B6F15528-21DE-4FAA-801E-634DDDAF4B2B}" type="slidenum">
              <a:rPr lang="en-US" smtClean="0"/>
              <a:t>56</a:t>
            </a:fld>
            <a:endParaRPr lang="en-US"/>
          </a:p>
        </p:txBody>
      </p:sp>
    </p:spTree>
    <p:extLst>
      <p:ext uri="{BB962C8B-B14F-4D97-AF65-F5344CB8AC3E}">
        <p14:creationId xmlns:p14="http://schemas.microsoft.com/office/powerpoint/2010/main" val="24249717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94030" y="579336"/>
            <a:ext cx="6208395" cy="505267"/>
          </a:xfrm>
          <a:prstGeom prst="rect">
            <a:avLst/>
          </a:prstGeom>
        </p:spPr>
        <p:txBody>
          <a:bodyPr vert="horz" wrap="square" lIns="0" tIns="12700" rIns="0" bIns="0" rtlCol="0">
            <a:spAutoFit/>
          </a:bodyPr>
          <a:lstStyle/>
          <a:p>
            <a:pPr marL="12700" algn="ctr">
              <a:lnSpc>
                <a:spcPct val="100000"/>
              </a:lnSpc>
              <a:spcBef>
                <a:spcPts val="100"/>
              </a:spcBef>
            </a:pPr>
            <a:r>
              <a:rPr sz="3200" b="1" spc="-65" dirty="0">
                <a:solidFill>
                  <a:srgbClr val="181818"/>
                </a:solidFill>
                <a:latin typeface="+mj-lt"/>
                <a:ea typeface="Verdana" panose="020B0604030504040204" pitchFamily="34" charset="0"/>
                <a:cs typeface="Verdana"/>
              </a:rPr>
              <a:t>Segregating</a:t>
            </a:r>
            <a:r>
              <a:rPr sz="3200" b="1" spc="-180" dirty="0">
                <a:solidFill>
                  <a:srgbClr val="181818"/>
                </a:solidFill>
                <a:latin typeface="+mj-lt"/>
                <a:ea typeface="Verdana" panose="020B0604030504040204" pitchFamily="34" charset="0"/>
                <a:cs typeface="Verdana"/>
              </a:rPr>
              <a:t> </a:t>
            </a:r>
            <a:r>
              <a:rPr sz="3200" b="1" spc="-55" dirty="0">
                <a:solidFill>
                  <a:srgbClr val="181818"/>
                </a:solidFill>
                <a:latin typeface="+mj-lt"/>
                <a:ea typeface="Verdana" panose="020B0604030504040204" pitchFamily="34" charset="0"/>
                <a:cs typeface="Verdana"/>
              </a:rPr>
              <a:t>into</a:t>
            </a:r>
            <a:r>
              <a:rPr sz="3200" b="1" spc="-155" dirty="0">
                <a:solidFill>
                  <a:srgbClr val="181818"/>
                </a:solidFill>
                <a:latin typeface="+mj-lt"/>
                <a:ea typeface="Verdana" panose="020B0604030504040204" pitchFamily="34" charset="0"/>
                <a:cs typeface="Verdana"/>
              </a:rPr>
              <a:t> </a:t>
            </a:r>
            <a:r>
              <a:rPr sz="3200" b="1" spc="-75" dirty="0">
                <a:solidFill>
                  <a:srgbClr val="181818"/>
                </a:solidFill>
                <a:latin typeface="+mj-lt"/>
                <a:ea typeface="Verdana" panose="020B0604030504040204" pitchFamily="34" charset="0"/>
                <a:cs typeface="Verdana"/>
              </a:rPr>
              <a:t>Feature</a:t>
            </a:r>
            <a:r>
              <a:rPr sz="3200" b="1" spc="-180" dirty="0">
                <a:solidFill>
                  <a:srgbClr val="181818"/>
                </a:solidFill>
                <a:latin typeface="+mj-lt"/>
                <a:ea typeface="Verdana" panose="020B0604030504040204" pitchFamily="34" charset="0"/>
                <a:cs typeface="Verdana"/>
              </a:rPr>
              <a:t> </a:t>
            </a:r>
            <a:r>
              <a:rPr sz="3200" b="1" spc="-70" dirty="0">
                <a:solidFill>
                  <a:srgbClr val="181818"/>
                </a:solidFill>
                <a:latin typeface="+mj-lt"/>
                <a:ea typeface="Verdana" panose="020B0604030504040204" pitchFamily="34" charset="0"/>
                <a:cs typeface="Verdana"/>
              </a:rPr>
              <a:t>Data</a:t>
            </a:r>
            <a:endParaRPr sz="3200" dirty="0">
              <a:latin typeface="+mj-lt"/>
              <a:ea typeface="Verdana" panose="020B0604030504040204" pitchFamily="34" charset="0"/>
              <a:cs typeface="Verdana"/>
            </a:endParaRPr>
          </a:p>
        </p:txBody>
      </p:sp>
      <p:sp>
        <p:nvSpPr>
          <p:cNvPr id="3" name="object 3"/>
          <p:cNvSpPr txBox="1"/>
          <p:nvPr/>
        </p:nvSpPr>
        <p:spPr>
          <a:xfrm>
            <a:off x="1904999" y="1413597"/>
            <a:ext cx="5334000" cy="320601"/>
          </a:xfrm>
          <a:prstGeom prst="rect">
            <a:avLst/>
          </a:prstGeom>
        </p:spPr>
        <p:txBody>
          <a:bodyPr vert="horz" wrap="square" lIns="0" tIns="12700" rIns="0" bIns="0" rtlCol="0">
            <a:spAutoFit/>
          </a:bodyPr>
          <a:lstStyle/>
          <a:p>
            <a:pPr marL="12700">
              <a:lnSpc>
                <a:spcPct val="100000"/>
              </a:lnSpc>
              <a:spcBef>
                <a:spcPts val="100"/>
              </a:spcBef>
            </a:pPr>
            <a:r>
              <a:rPr lang="en-US" sz="2000" spc="-5" dirty="0">
                <a:cs typeface="Arial MT"/>
              </a:rPr>
              <a:t>Segregation</a:t>
            </a:r>
            <a:r>
              <a:rPr lang="en-US" sz="2000" spc="15" dirty="0">
                <a:cs typeface="Arial MT"/>
              </a:rPr>
              <a:t> </a:t>
            </a:r>
            <a:r>
              <a:rPr lang="en-US" sz="2000" spc="-5" dirty="0">
                <a:cs typeface="Arial MT"/>
              </a:rPr>
              <a:t>of</a:t>
            </a:r>
            <a:r>
              <a:rPr lang="en-US" sz="2000" spc="5" dirty="0">
                <a:cs typeface="Arial MT"/>
              </a:rPr>
              <a:t> </a:t>
            </a:r>
            <a:r>
              <a:rPr lang="en-US" sz="2000" b="1" i="1" spc="-5" dirty="0">
                <a:cs typeface="Arial"/>
              </a:rPr>
              <a:t>Soap</a:t>
            </a:r>
            <a:r>
              <a:rPr lang="en-US" sz="2000" b="1" i="1" spc="-15" dirty="0">
                <a:cs typeface="Arial"/>
              </a:rPr>
              <a:t> </a:t>
            </a:r>
            <a:r>
              <a:rPr lang="en-US" sz="2000" b="1" i="1" dirty="0">
                <a:cs typeface="Arial"/>
              </a:rPr>
              <a:t>Entry</a:t>
            </a:r>
            <a:r>
              <a:rPr lang="en-US" sz="2000" b="1" i="1" spc="-10" dirty="0">
                <a:cs typeface="Arial"/>
              </a:rPr>
              <a:t> </a:t>
            </a:r>
            <a:r>
              <a:rPr lang="en-US" sz="2000" dirty="0">
                <a:cs typeface="Arial MT"/>
              </a:rPr>
              <a:t>form </a:t>
            </a:r>
            <a:r>
              <a:rPr lang="en-US" sz="2000" spc="-5" dirty="0">
                <a:cs typeface="Arial MT"/>
              </a:rPr>
              <a:t>into </a:t>
            </a:r>
            <a:r>
              <a:rPr lang="en-US" sz="2000" b="1" i="1" spc="-5" dirty="0">
                <a:cs typeface="Arial"/>
              </a:rPr>
              <a:t>Feature</a:t>
            </a:r>
            <a:r>
              <a:rPr lang="en-US" sz="2000" b="1" i="1" spc="-10" dirty="0">
                <a:cs typeface="Arial"/>
              </a:rPr>
              <a:t> </a:t>
            </a:r>
            <a:r>
              <a:rPr lang="en-US" sz="2000" b="1" i="1" spc="-5" dirty="0">
                <a:cs typeface="Arial"/>
              </a:rPr>
              <a:t>Data</a:t>
            </a:r>
            <a:endParaRPr sz="2000" dirty="0">
              <a:cs typeface="Arial"/>
            </a:endParaRPr>
          </a:p>
        </p:txBody>
      </p:sp>
      <p:sp>
        <p:nvSpPr>
          <p:cNvPr id="5" name="Slide Number Placeholder 4">
            <a:extLst>
              <a:ext uri="{FF2B5EF4-FFF2-40B4-BE49-F238E27FC236}">
                <a16:creationId xmlns:a16="http://schemas.microsoft.com/office/drawing/2014/main" id="{DA8F45C0-0841-0F37-E57A-3100BBBA72D1}"/>
              </a:ext>
            </a:extLst>
          </p:cNvPr>
          <p:cNvSpPr>
            <a:spLocks noGrp="1"/>
          </p:cNvSpPr>
          <p:nvPr>
            <p:ph type="sldNum" sz="quarter" idx="7"/>
          </p:nvPr>
        </p:nvSpPr>
        <p:spPr/>
        <p:txBody>
          <a:bodyPr/>
          <a:lstStyle/>
          <a:p>
            <a:fld id="{B6F15528-21DE-4FAA-801E-634DDDAF4B2B}" type="slidenum">
              <a:rPr lang="en-US" smtClean="0"/>
              <a:t>57</a:t>
            </a:fld>
            <a:endParaRPr lang="en-US"/>
          </a:p>
        </p:txBody>
      </p:sp>
      <p:sp>
        <p:nvSpPr>
          <p:cNvPr id="7" name="Rectangle 6">
            <a:extLst>
              <a:ext uri="{FF2B5EF4-FFF2-40B4-BE49-F238E27FC236}">
                <a16:creationId xmlns:a16="http://schemas.microsoft.com/office/drawing/2014/main" id="{2E94CBE7-3857-470D-843D-D11F0F2162C7}"/>
              </a:ext>
            </a:extLst>
          </p:cNvPr>
          <p:cNvSpPr/>
          <p:nvPr/>
        </p:nvSpPr>
        <p:spPr>
          <a:xfrm>
            <a:off x="4000500" y="1834592"/>
            <a:ext cx="1143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Sandalina</a:t>
            </a:r>
            <a:endParaRPr lang="en-US" sz="1600" dirty="0"/>
          </a:p>
        </p:txBody>
      </p:sp>
      <p:sp>
        <p:nvSpPr>
          <p:cNvPr id="8" name="Rectangle 7">
            <a:extLst>
              <a:ext uri="{FF2B5EF4-FFF2-40B4-BE49-F238E27FC236}">
                <a16:creationId xmlns:a16="http://schemas.microsoft.com/office/drawing/2014/main" id="{E0BCCBAA-83D7-4032-846E-7D8164D7D994}"/>
              </a:ext>
            </a:extLst>
          </p:cNvPr>
          <p:cNvSpPr/>
          <p:nvPr/>
        </p:nvSpPr>
        <p:spPr>
          <a:xfrm>
            <a:off x="907442" y="3429875"/>
            <a:ext cx="9906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M&amp;V</a:t>
            </a:r>
          </a:p>
        </p:txBody>
      </p:sp>
      <p:sp>
        <p:nvSpPr>
          <p:cNvPr id="9" name="Rectangle 8">
            <a:extLst>
              <a:ext uri="{FF2B5EF4-FFF2-40B4-BE49-F238E27FC236}">
                <a16:creationId xmlns:a16="http://schemas.microsoft.com/office/drawing/2014/main" id="{28E66818-94EC-4AB3-8CFA-0DAF8A912CCD}"/>
              </a:ext>
            </a:extLst>
          </p:cNvPr>
          <p:cNvSpPr/>
          <p:nvPr/>
        </p:nvSpPr>
        <p:spPr>
          <a:xfrm>
            <a:off x="2459042" y="3450451"/>
            <a:ext cx="9906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TFM</a:t>
            </a:r>
          </a:p>
        </p:txBody>
      </p:sp>
      <p:sp>
        <p:nvSpPr>
          <p:cNvPr id="10" name="Rectangle 9">
            <a:extLst>
              <a:ext uri="{FF2B5EF4-FFF2-40B4-BE49-F238E27FC236}">
                <a16:creationId xmlns:a16="http://schemas.microsoft.com/office/drawing/2014/main" id="{72497890-53AA-4C31-B322-6920CF0A5B61}"/>
              </a:ext>
            </a:extLst>
          </p:cNvPr>
          <p:cNvSpPr/>
          <p:nvPr/>
        </p:nvSpPr>
        <p:spPr>
          <a:xfrm>
            <a:off x="4010821" y="3429875"/>
            <a:ext cx="9906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NaCl</a:t>
            </a:r>
          </a:p>
        </p:txBody>
      </p:sp>
      <p:sp>
        <p:nvSpPr>
          <p:cNvPr id="11" name="Rectangle 10">
            <a:extLst>
              <a:ext uri="{FF2B5EF4-FFF2-40B4-BE49-F238E27FC236}">
                <a16:creationId xmlns:a16="http://schemas.microsoft.com/office/drawing/2014/main" id="{F0AAA0DA-0670-4904-A535-EA40450889B1}"/>
              </a:ext>
            </a:extLst>
          </p:cNvPr>
          <p:cNvSpPr/>
          <p:nvPr/>
        </p:nvSpPr>
        <p:spPr>
          <a:xfrm>
            <a:off x="5562600" y="3450451"/>
            <a:ext cx="990600" cy="320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FA</a:t>
            </a:r>
          </a:p>
        </p:txBody>
      </p:sp>
      <p:sp>
        <p:nvSpPr>
          <p:cNvPr id="12" name="Rectangle 11">
            <a:extLst>
              <a:ext uri="{FF2B5EF4-FFF2-40B4-BE49-F238E27FC236}">
                <a16:creationId xmlns:a16="http://schemas.microsoft.com/office/drawing/2014/main" id="{B1A55F1B-23BE-433C-B1A5-B36535D79060}"/>
              </a:ext>
            </a:extLst>
          </p:cNvPr>
          <p:cNvSpPr/>
          <p:nvPr/>
        </p:nvSpPr>
        <p:spPr>
          <a:xfrm>
            <a:off x="7307124" y="3421804"/>
            <a:ext cx="990600" cy="432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Net Weight</a:t>
            </a:r>
          </a:p>
        </p:txBody>
      </p:sp>
      <p:sp>
        <p:nvSpPr>
          <p:cNvPr id="15" name="Rectangle 14">
            <a:extLst>
              <a:ext uri="{FF2B5EF4-FFF2-40B4-BE49-F238E27FC236}">
                <a16:creationId xmlns:a16="http://schemas.microsoft.com/office/drawing/2014/main" id="{1666BB77-874E-4E8E-89D1-6E498D829F3E}"/>
              </a:ext>
            </a:extLst>
          </p:cNvPr>
          <p:cNvSpPr/>
          <p:nvPr/>
        </p:nvSpPr>
        <p:spPr>
          <a:xfrm flipV="1">
            <a:off x="1447800" y="2742030"/>
            <a:ext cx="635462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2CAD77CB-3817-45D2-AB7C-248B2EC7B625}"/>
              </a:ext>
            </a:extLst>
          </p:cNvPr>
          <p:cNvSpPr/>
          <p:nvPr/>
        </p:nvSpPr>
        <p:spPr>
          <a:xfrm>
            <a:off x="1411471" y="2742030"/>
            <a:ext cx="45719" cy="6672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E05ABDD4-C204-4711-8E20-0C7777738A03}"/>
              </a:ext>
            </a:extLst>
          </p:cNvPr>
          <p:cNvSpPr/>
          <p:nvPr/>
        </p:nvSpPr>
        <p:spPr>
          <a:xfrm>
            <a:off x="4501823" y="2291792"/>
            <a:ext cx="70177" cy="4340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59772B5A-34EC-4211-A47F-106BE1792CAB}"/>
              </a:ext>
            </a:extLst>
          </p:cNvPr>
          <p:cNvSpPr/>
          <p:nvPr/>
        </p:nvSpPr>
        <p:spPr>
          <a:xfrm>
            <a:off x="7779565" y="2736761"/>
            <a:ext cx="45719" cy="6672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CE1CC2A7-FBA2-41B2-A5E2-AA190691F493}"/>
              </a:ext>
            </a:extLst>
          </p:cNvPr>
          <p:cNvSpPr/>
          <p:nvPr/>
        </p:nvSpPr>
        <p:spPr>
          <a:xfrm>
            <a:off x="5962606" y="2779742"/>
            <a:ext cx="45719" cy="6672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EC63FEE2-CC22-4DFF-8A99-D7EFED84E91E}"/>
              </a:ext>
            </a:extLst>
          </p:cNvPr>
          <p:cNvSpPr/>
          <p:nvPr/>
        </p:nvSpPr>
        <p:spPr>
          <a:xfrm>
            <a:off x="4501823" y="2748221"/>
            <a:ext cx="45719" cy="6672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Down 22">
            <a:extLst>
              <a:ext uri="{FF2B5EF4-FFF2-40B4-BE49-F238E27FC236}">
                <a16:creationId xmlns:a16="http://schemas.microsoft.com/office/drawing/2014/main" id="{887C3518-F568-4ACE-AB7B-4ADC3FC7336E}"/>
              </a:ext>
            </a:extLst>
          </p:cNvPr>
          <p:cNvSpPr/>
          <p:nvPr/>
        </p:nvSpPr>
        <p:spPr>
          <a:xfrm>
            <a:off x="2931483" y="2762606"/>
            <a:ext cx="45719" cy="6672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8115" y="307266"/>
            <a:ext cx="6019800" cy="505267"/>
          </a:xfrm>
          <a:prstGeom prst="rect">
            <a:avLst/>
          </a:prstGeom>
          <a:solidFill>
            <a:schemeClr val="bg1"/>
          </a:solidFill>
        </p:spPr>
        <p:txBody>
          <a:bodyPr vert="horz" wrap="square" lIns="0" tIns="12700" rIns="0" bIns="0" rtlCol="0">
            <a:spAutoFit/>
          </a:bodyPr>
          <a:lstStyle/>
          <a:p>
            <a:pPr marL="12700" algn="l">
              <a:lnSpc>
                <a:spcPct val="100000"/>
              </a:lnSpc>
              <a:spcBef>
                <a:spcPts val="100"/>
              </a:spcBef>
            </a:pPr>
            <a:r>
              <a:rPr sz="3200" spc="40" dirty="0">
                <a:latin typeface="+mj-lt"/>
                <a:ea typeface="Verdana" panose="020B0604030504040204" pitchFamily="34" charset="0"/>
              </a:rPr>
              <a:t>A</a:t>
            </a:r>
            <a:r>
              <a:rPr sz="3200" spc="35" dirty="0">
                <a:latin typeface="+mj-lt"/>
                <a:ea typeface="Verdana" panose="020B0604030504040204" pitchFamily="34" charset="0"/>
              </a:rPr>
              <a:t>c</a:t>
            </a:r>
            <a:r>
              <a:rPr sz="3200" spc="-65" dirty="0">
                <a:latin typeface="+mj-lt"/>
                <a:ea typeface="Verdana" panose="020B0604030504040204" pitchFamily="34" charset="0"/>
              </a:rPr>
              <a:t>quiring</a:t>
            </a:r>
            <a:r>
              <a:rPr sz="3200" spc="-165" dirty="0">
                <a:latin typeface="+mj-lt"/>
                <a:ea typeface="Verdana" panose="020B0604030504040204" pitchFamily="34" charset="0"/>
              </a:rPr>
              <a:t> </a:t>
            </a:r>
            <a:r>
              <a:rPr sz="3200" spc="-50" dirty="0">
                <a:latin typeface="+mj-lt"/>
                <a:ea typeface="Verdana" panose="020B0604030504040204" pitchFamily="34" charset="0"/>
              </a:rPr>
              <a:t>F</a:t>
            </a:r>
            <a:r>
              <a:rPr sz="3200" spc="-45" dirty="0">
                <a:latin typeface="+mj-lt"/>
                <a:ea typeface="Verdana" panose="020B0604030504040204" pitchFamily="34" charset="0"/>
              </a:rPr>
              <a:t>e</a:t>
            </a:r>
            <a:r>
              <a:rPr sz="3200" spc="-90" dirty="0">
                <a:latin typeface="+mj-lt"/>
                <a:ea typeface="Verdana" panose="020B0604030504040204" pitchFamily="34" charset="0"/>
              </a:rPr>
              <a:t>ature</a:t>
            </a:r>
            <a:r>
              <a:rPr sz="3200" spc="-165" dirty="0">
                <a:latin typeface="+mj-lt"/>
                <a:ea typeface="Verdana" panose="020B0604030504040204" pitchFamily="34" charset="0"/>
              </a:rPr>
              <a:t> </a:t>
            </a:r>
            <a:r>
              <a:rPr sz="3200" spc="-65" dirty="0">
                <a:latin typeface="+mj-lt"/>
                <a:ea typeface="Verdana" panose="020B0604030504040204" pitchFamily="34" charset="0"/>
              </a:rPr>
              <a:t>Da</a:t>
            </a:r>
            <a:r>
              <a:rPr sz="3200" spc="-35" dirty="0">
                <a:latin typeface="+mj-lt"/>
                <a:ea typeface="Verdana" panose="020B0604030504040204" pitchFamily="34" charset="0"/>
              </a:rPr>
              <a:t>t</a:t>
            </a:r>
            <a:r>
              <a:rPr sz="3200" spc="-120" dirty="0">
                <a:latin typeface="+mj-lt"/>
                <a:ea typeface="Verdana" panose="020B0604030504040204" pitchFamily="34" charset="0"/>
              </a:rPr>
              <a:t>a</a:t>
            </a:r>
          </a:p>
        </p:txBody>
      </p:sp>
      <p:pic>
        <p:nvPicPr>
          <p:cNvPr id="6" name="Picture 5">
            <a:extLst>
              <a:ext uri="{FF2B5EF4-FFF2-40B4-BE49-F238E27FC236}">
                <a16:creationId xmlns:a16="http://schemas.microsoft.com/office/drawing/2014/main" id="{9EED5E27-A0F3-B5C3-72E6-F681A74DE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919" y="971107"/>
            <a:ext cx="5908675" cy="3585845"/>
          </a:xfrm>
          <a:prstGeom prst="rect">
            <a:avLst/>
          </a:prstGeom>
        </p:spPr>
      </p:pic>
      <p:sp>
        <p:nvSpPr>
          <p:cNvPr id="7" name="Rectangle 6">
            <a:extLst>
              <a:ext uri="{FF2B5EF4-FFF2-40B4-BE49-F238E27FC236}">
                <a16:creationId xmlns:a16="http://schemas.microsoft.com/office/drawing/2014/main" id="{DFA6851F-2ED7-FDE2-92E2-073C6F6D95FB}"/>
              </a:ext>
            </a:extLst>
          </p:cNvPr>
          <p:cNvSpPr/>
          <p:nvPr/>
        </p:nvSpPr>
        <p:spPr>
          <a:xfrm>
            <a:off x="4579088" y="1115896"/>
            <a:ext cx="340242" cy="3405572"/>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ea typeface="+mn-ea"/>
              <a:cs typeface="+mn-cs"/>
              <a:sym typeface="Arial"/>
            </a:endParaRPr>
          </a:p>
        </p:txBody>
      </p:sp>
      <p:sp>
        <p:nvSpPr>
          <p:cNvPr id="8" name="Rectangle 7">
            <a:extLst>
              <a:ext uri="{FF2B5EF4-FFF2-40B4-BE49-F238E27FC236}">
                <a16:creationId xmlns:a16="http://schemas.microsoft.com/office/drawing/2014/main" id="{60CA7473-7D9E-7F09-DE08-37258F1E9E92}"/>
              </a:ext>
            </a:extLst>
          </p:cNvPr>
          <p:cNvSpPr/>
          <p:nvPr/>
        </p:nvSpPr>
        <p:spPr>
          <a:xfrm>
            <a:off x="727089" y="1115896"/>
            <a:ext cx="5908675" cy="184298"/>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ea typeface="+mn-ea"/>
              <a:cs typeface="+mn-cs"/>
              <a:sym typeface="Arial"/>
            </a:endParaRPr>
          </a:p>
        </p:txBody>
      </p:sp>
      <p:sp>
        <p:nvSpPr>
          <p:cNvPr id="9" name="TextBox 8">
            <a:extLst>
              <a:ext uri="{FF2B5EF4-FFF2-40B4-BE49-F238E27FC236}">
                <a16:creationId xmlns:a16="http://schemas.microsoft.com/office/drawing/2014/main" id="{D569EE21-66AB-78B1-0AF9-AEAF7CC72495}"/>
              </a:ext>
            </a:extLst>
          </p:cNvPr>
          <p:cNvSpPr txBox="1"/>
          <p:nvPr/>
        </p:nvSpPr>
        <p:spPr>
          <a:xfrm>
            <a:off x="6677974" y="1300194"/>
            <a:ext cx="2515325" cy="1138773"/>
          </a:xfrm>
          <a:prstGeom prst="rect">
            <a:avLst/>
          </a:prstGeom>
          <a:noFill/>
        </p:spPr>
        <p:txBody>
          <a:bodyPr wrap="square" rtlCol="0">
            <a:spAutoFit/>
          </a:bodyPr>
          <a:lstStyle/>
          <a:p>
            <a:pPr>
              <a:buClr>
                <a:srgbClr val="000000"/>
              </a:buClr>
              <a:buFont typeface="Arial"/>
              <a:buNone/>
            </a:pPr>
            <a:r>
              <a:rPr lang="en-US" sz="2000" b="1" kern="0" dirty="0">
                <a:solidFill>
                  <a:srgbClr val="000000"/>
                </a:solidFill>
                <a:cs typeface="Arial"/>
                <a:sym typeface="Arial"/>
              </a:rPr>
              <a:t>DAX Code:</a:t>
            </a:r>
          </a:p>
          <a:p>
            <a:pPr>
              <a:buClr>
                <a:srgbClr val="000000"/>
              </a:buClr>
              <a:buFont typeface="Arial"/>
              <a:buNone/>
            </a:pPr>
            <a:r>
              <a:rPr lang="en-US" sz="1200" kern="0" dirty="0">
                <a:solidFill>
                  <a:srgbClr val="000000"/>
                </a:solidFill>
                <a:ea typeface="Times New Roman" panose="02020603050405020304" pitchFamily="18" charset="0"/>
                <a:cs typeface="Arial"/>
                <a:sym typeface="Arial"/>
              </a:rPr>
              <a:t>UCLX = </a:t>
            </a:r>
          </a:p>
          <a:p>
            <a:pPr>
              <a:buClr>
                <a:srgbClr val="000000"/>
              </a:buClr>
              <a:buFont typeface="Arial"/>
              <a:buNone/>
            </a:pPr>
            <a:r>
              <a:rPr lang="en-US" sz="1200" kern="0" dirty="0" err="1">
                <a:solidFill>
                  <a:srgbClr val="000000"/>
                </a:solidFill>
                <a:ea typeface="Times New Roman" panose="02020603050405020304" pitchFamily="18" charset="0"/>
                <a:cs typeface="Arial"/>
                <a:sym typeface="Arial"/>
              </a:rPr>
              <a:t>Sandalina</a:t>
            </a:r>
            <a:r>
              <a:rPr lang="en-US" sz="1200" kern="0" dirty="0">
                <a:solidFill>
                  <a:srgbClr val="000000"/>
                </a:solidFill>
                <a:ea typeface="Times New Roman" panose="02020603050405020304" pitchFamily="18" charset="0"/>
                <a:cs typeface="Arial"/>
                <a:sym typeface="Arial"/>
              </a:rPr>
              <a:t> TFM[CLX]+</a:t>
            </a:r>
            <a:br>
              <a:rPr lang="en-US" sz="1200" kern="0" dirty="0">
                <a:solidFill>
                  <a:srgbClr val="000000"/>
                </a:solidFill>
                <a:ea typeface="Times New Roman" panose="02020603050405020304" pitchFamily="18" charset="0"/>
                <a:cs typeface="Arial"/>
                <a:sym typeface="Arial"/>
              </a:rPr>
            </a:br>
            <a:r>
              <a:rPr lang="en-US" sz="1200" kern="0" dirty="0">
                <a:solidFill>
                  <a:srgbClr val="000000"/>
                </a:solidFill>
                <a:ea typeface="Times New Roman" panose="02020603050405020304" pitchFamily="18" charset="0"/>
                <a:cs typeface="Arial"/>
                <a:sym typeface="Arial"/>
              </a:rPr>
              <a:t>(</a:t>
            </a:r>
            <a:r>
              <a:rPr lang="en-US" sz="1200" kern="0" dirty="0">
                <a:solidFill>
                  <a:srgbClr val="098658"/>
                </a:solidFill>
                <a:ea typeface="Times New Roman" panose="02020603050405020304" pitchFamily="18" charset="0"/>
                <a:cs typeface="Arial"/>
                <a:sym typeface="Arial"/>
              </a:rPr>
              <a:t>3</a:t>
            </a:r>
            <a:r>
              <a:rPr lang="en-US" sz="1200" kern="0" dirty="0">
                <a:solidFill>
                  <a:srgbClr val="000000"/>
                </a:solidFill>
                <a:ea typeface="Times New Roman" panose="02020603050405020304" pitchFamily="18" charset="0"/>
                <a:cs typeface="Arial"/>
                <a:sym typeface="Arial"/>
              </a:rPr>
              <a:t>*(</a:t>
            </a:r>
            <a:r>
              <a:rPr lang="en-US" sz="1200" kern="0" dirty="0" err="1">
                <a:solidFill>
                  <a:srgbClr val="000000"/>
                </a:solidFill>
                <a:ea typeface="Times New Roman" panose="02020603050405020304" pitchFamily="18" charset="0"/>
                <a:cs typeface="Arial"/>
                <a:sym typeface="Arial"/>
              </a:rPr>
              <a:t>Sandalina_TFM</a:t>
            </a:r>
            <a:endParaRPr lang="en-US" sz="1200" kern="0" dirty="0">
              <a:solidFill>
                <a:srgbClr val="000000"/>
              </a:solidFill>
              <a:ea typeface="Times New Roman" panose="02020603050405020304" pitchFamily="18" charset="0"/>
              <a:cs typeface="Arial"/>
              <a:sym typeface="Arial"/>
            </a:endParaRPr>
          </a:p>
          <a:p>
            <a:pPr>
              <a:buClr>
                <a:srgbClr val="000000"/>
              </a:buClr>
              <a:buFont typeface="Arial"/>
              <a:buNone/>
            </a:pPr>
            <a:r>
              <a:rPr lang="en-US" sz="1200" kern="0" dirty="0">
                <a:solidFill>
                  <a:srgbClr val="000000"/>
                </a:solidFill>
                <a:ea typeface="Times New Roman" panose="02020603050405020304" pitchFamily="18" charset="0"/>
                <a:cs typeface="Arial"/>
                <a:sym typeface="Arial"/>
              </a:rPr>
              <a:t>[MR_AVG]/</a:t>
            </a:r>
            <a:r>
              <a:rPr lang="en-US" sz="1200" kern="0" dirty="0">
                <a:solidFill>
                  <a:srgbClr val="098658"/>
                </a:solidFill>
                <a:ea typeface="Times New Roman" panose="02020603050405020304" pitchFamily="18" charset="0"/>
                <a:cs typeface="Arial"/>
                <a:sym typeface="Arial"/>
              </a:rPr>
              <a:t>1.128</a:t>
            </a:r>
            <a:r>
              <a:rPr lang="en-US" sz="1200" kern="0" dirty="0">
                <a:solidFill>
                  <a:srgbClr val="000000"/>
                </a:solidFill>
                <a:ea typeface="Times New Roman" panose="02020603050405020304" pitchFamily="18" charset="0"/>
                <a:cs typeface="Arial"/>
                <a:sym typeface="Arial"/>
              </a:rPr>
              <a:t>))</a:t>
            </a:r>
            <a:endParaRPr lang="en-US" sz="1200" kern="0" dirty="0">
              <a:solidFill>
                <a:srgbClr val="000000"/>
              </a:solidFill>
              <a:ea typeface="Calibri" panose="020F0502020204030204" pitchFamily="34" charset="0"/>
              <a:cs typeface="Arial"/>
              <a:sym typeface="Arial"/>
            </a:endParaRPr>
          </a:p>
        </p:txBody>
      </p:sp>
      <p:sp>
        <p:nvSpPr>
          <p:cNvPr id="10" name="Rectangle 9">
            <a:extLst>
              <a:ext uri="{FF2B5EF4-FFF2-40B4-BE49-F238E27FC236}">
                <a16:creationId xmlns:a16="http://schemas.microsoft.com/office/drawing/2014/main" id="{600FDB5B-DB97-DAE5-1573-D54087F78218}"/>
              </a:ext>
            </a:extLst>
          </p:cNvPr>
          <p:cNvSpPr/>
          <p:nvPr/>
        </p:nvSpPr>
        <p:spPr>
          <a:xfrm>
            <a:off x="5706995" y="1145710"/>
            <a:ext cx="602511" cy="3381559"/>
          </a:xfrm>
          <a:prstGeom prst="rect">
            <a:avLst/>
          </a:prstGeom>
          <a:noFill/>
          <a:ln w="25400" cap="flat" cmpd="sng" algn="ctr">
            <a:solidFill>
              <a:srgbClr val="DFE7F6">
                <a:lumMod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ea typeface="+mn-ea"/>
              <a:cs typeface="+mn-cs"/>
              <a:sym typeface="Arial"/>
            </a:endParaRPr>
          </a:p>
        </p:txBody>
      </p:sp>
      <p:sp>
        <p:nvSpPr>
          <p:cNvPr id="11" name="TextBox 10">
            <a:extLst>
              <a:ext uri="{FF2B5EF4-FFF2-40B4-BE49-F238E27FC236}">
                <a16:creationId xmlns:a16="http://schemas.microsoft.com/office/drawing/2014/main" id="{E7FDA036-708B-CC6E-52FB-24751C3534A0}"/>
              </a:ext>
            </a:extLst>
          </p:cNvPr>
          <p:cNvSpPr txBox="1"/>
          <p:nvPr/>
        </p:nvSpPr>
        <p:spPr>
          <a:xfrm>
            <a:off x="6628676" y="2583756"/>
            <a:ext cx="1849018" cy="954107"/>
          </a:xfrm>
          <a:prstGeom prst="rect">
            <a:avLst/>
          </a:prstGeom>
          <a:noFill/>
        </p:spPr>
        <p:txBody>
          <a:bodyPr wrap="square" rtlCol="0">
            <a:spAutoFit/>
          </a:bodyPr>
          <a:lstStyle/>
          <a:p>
            <a:pPr>
              <a:buClr>
                <a:srgbClr val="000000"/>
              </a:buClr>
              <a:buFont typeface="Arial"/>
              <a:buNone/>
            </a:pPr>
            <a:r>
              <a:rPr lang="en-US" sz="2000" b="1" kern="0" dirty="0">
                <a:solidFill>
                  <a:srgbClr val="000000"/>
                </a:solidFill>
                <a:cs typeface="Arial" panose="020B0604020202020204" pitchFamily="34" charset="0"/>
                <a:sym typeface="Arial"/>
              </a:rPr>
              <a:t>Generates:</a:t>
            </a:r>
          </a:p>
          <a:p>
            <a:pPr marL="285750" indent="-285750">
              <a:buClr>
                <a:srgbClr val="000000"/>
              </a:buClr>
              <a:buFont typeface="Arial" panose="020B0604020202020204" pitchFamily="34" charset="0"/>
              <a:buChar char="•"/>
            </a:pPr>
            <a:r>
              <a:rPr lang="en-US" sz="1200" kern="0" dirty="0">
                <a:solidFill>
                  <a:srgbClr val="191919"/>
                </a:solidFill>
                <a:cs typeface="Arial" panose="020B0604020202020204" pitchFamily="34" charset="0"/>
                <a:sym typeface="Arial"/>
              </a:rPr>
              <a:t>Moving Range chart</a:t>
            </a:r>
          </a:p>
          <a:p>
            <a:pPr marL="285750" indent="-285750">
              <a:buClr>
                <a:srgbClr val="000000"/>
              </a:buClr>
              <a:buFont typeface="Arial" panose="020B0604020202020204" pitchFamily="34" charset="0"/>
              <a:buChar char="•"/>
            </a:pPr>
            <a:r>
              <a:rPr lang="en-US" sz="1200" kern="0" dirty="0">
                <a:solidFill>
                  <a:srgbClr val="191919"/>
                </a:solidFill>
                <a:cs typeface="Arial" panose="020B0604020202020204" pitchFamily="34" charset="0"/>
                <a:sym typeface="Arial"/>
              </a:rPr>
              <a:t>Individual Measurement chart</a:t>
            </a:r>
          </a:p>
        </p:txBody>
      </p:sp>
      <p:sp>
        <p:nvSpPr>
          <p:cNvPr id="3" name="Slide Number Placeholder 2">
            <a:extLst>
              <a:ext uri="{FF2B5EF4-FFF2-40B4-BE49-F238E27FC236}">
                <a16:creationId xmlns:a16="http://schemas.microsoft.com/office/drawing/2014/main" id="{7A190A47-1AE5-66B4-3628-408105DC5AE1}"/>
              </a:ext>
            </a:extLst>
          </p:cNvPr>
          <p:cNvSpPr>
            <a:spLocks noGrp="1"/>
          </p:cNvSpPr>
          <p:nvPr>
            <p:ph type="sldNum" sz="quarter" idx="7"/>
          </p:nvPr>
        </p:nvSpPr>
        <p:spPr/>
        <p:txBody>
          <a:bodyPr/>
          <a:lstStyle/>
          <a:p>
            <a:fld id="{B6F15528-21DE-4FAA-801E-634DDDAF4B2B}" type="slidenum">
              <a:rPr lang="en-US" smtClean="0"/>
              <a:t>58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animBg="1"/>
      <p:bldP spid="1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28072" y="249682"/>
            <a:ext cx="2515870" cy="320601"/>
          </a:xfrm>
          <a:prstGeom prst="rect">
            <a:avLst/>
          </a:prstGeom>
        </p:spPr>
        <p:txBody>
          <a:bodyPr vert="horz" wrap="square" lIns="0" tIns="12700" rIns="0" bIns="0" rtlCol="0">
            <a:spAutoFit/>
          </a:bodyPr>
          <a:lstStyle/>
          <a:p>
            <a:pPr marL="12700" algn="ctr">
              <a:lnSpc>
                <a:spcPct val="100000"/>
              </a:lnSpc>
              <a:spcBef>
                <a:spcPts val="100"/>
              </a:spcBef>
            </a:pPr>
            <a:r>
              <a:rPr lang="en-US" sz="2000" b="1" spc="-30" dirty="0">
                <a:solidFill>
                  <a:srgbClr val="181818"/>
                </a:solidFill>
                <a:latin typeface="+mj-lt"/>
                <a:cs typeface="Verdana"/>
              </a:rPr>
              <a:t>Moving</a:t>
            </a:r>
            <a:r>
              <a:rPr lang="en-US" sz="2000" b="1" spc="-105" dirty="0">
                <a:solidFill>
                  <a:srgbClr val="181818"/>
                </a:solidFill>
                <a:latin typeface="+mj-lt"/>
                <a:cs typeface="Verdana"/>
              </a:rPr>
              <a:t> </a:t>
            </a:r>
            <a:r>
              <a:rPr lang="en-US" sz="2000" b="1" spc="-60" dirty="0">
                <a:solidFill>
                  <a:srgbClr val="181818"/>
                </a:solidFill>
                <a:latin typeface="+mj-lt"/>
                <a:cs typeface="Verdana"/>
              </a:rPr>
              <a:t>Ra</a:t>
            </a:r>
            <a:r>
              <a:rPr lang="en-US" sz="2000" b="1" spc="-70" dirty="0">
                <a:solidFill>
                  <a:srgbClr val="181818"/>
                </a:solidFill>
                <a:latin typeface="+mj-lt"/>
                <a:cs typeface="Verdana"/>
              </a:rPr>
              <a:t>n</a:t>
            </a:r>
            <a:r>
              <a:rPr lang="en-US" sz="2000" b="1" spc="-15" dirty="0">
                <a:solidFill>
                  <a:srgbClr val="181818"/>
                </a:solidFill>
                <a:latin typeface="+mj-lt"/>
                <a:cs typeface="Verdana"/>
              </a:rPr>
              <a:t>ge</a:t>
            </a:r>
            <a:r>
              <a:rPr lang="en-US" sz="2000" b="1" spc="-80" dirty="0">
                <a:solidFill>
                  <a:srgbClr val="181818"/>
                </a:solidFill>
                <a:latin typeface="+mj-lt"/>
                <a:cs typeface="Verdana"/>
              </a:rPr>
              <a:t> </a:t>
            </a:r>
            <a:r>
              <a:rPr lang="en-US" sz="2000" b="1" spc="-50" dirty="0">
                <a:solidFill>
                  <a:srgbClr val="181818"/>
                </a:solidFill>
                <a:latin typeface="+mj-lt"/>
                <a:cs typeface="Verdana"/>
              </a:rPr>
              <a:t>Cha</a:t>
            </a:r>
            <a:r>
              <a:rPr lang="en-US" sz="2000" b="1" spc="-45" dirty="0">
                <a:solidFill>
                  <a:srgbClr val="181818"/>
                </a:solidFill>
                <a:latin typeface="+mj-lt"/>
                <a:cs typeface="Verdana"/>
              </a:rPr>
              <a:t>r</a:t>
            </a:r>
            <a:r>
              <a:rPr lang="en-US" sz="2000" b="1" spc="-20" dirty="0">
                <a:solidFill>
                  <a:srgbClr val="181818"/>
                </a:solidFill>
                <a:latin typeface="+mj-lt"/>
                <a:cs typeface="Verdana"/>
              </a:rPr>
              <a:t>t</a:t>
            </a:r>
            <a:endParaRPr lang="en-US" sz="2000" dirty="0">
              <a:latin typeface="+mj-lt"/>
              <a:cs typeface="Verdana"/>
            </a:endParaRPr>
          </a:p>
        </p:txBody>
      </p:sp>
      <p:sp>
        <p:nvSpPr>
          <p:cNvPr id="3" name="object 3"/>
          <p:cNvSpPr txBox="1"/>
          <p:nvPr/>
        </p:nvSpPr>
        <p:spPr>
          <a:xfrm>
            <a:off x="2520695" y="2738318"/>
            <a:ext cx="3730625" cy="320601"/>
          </a:xfrm>
          <a:prstGeom prst="rect">
            <a:avLst/>
          </a:prstGeom>
        </p:spPr>
        <p:txBody>
          <a:bodyPr vert="horz" wrap="square" lIns="0" tIns="12700" rIns="0" bIns="0" rtlCol="0">
            <a:spAutoFit/>
          </a:bodyPr>
          <a:lstStyle/>
          <a:p>
            <a:pPr marL="12700" algn="ctr">
              <a:lnSpc>
                <a:spcPct val="100000"/>
              </a:lnSpc>
              <a:spcBef>
                <a:spcPts val="100"/>
              </a:spcBef>
            </a:pPr>
            <a:r>
              <a:rPr sz="2000" b="1" spc="-75" dirty="0">
                <a:solidFill>
                  <a:srgbClr val="181818"/>
                </a:solidFill>
                <a:latin typeface="+mj-lt"/>
                <a:cs typeface="Verdana"/>
              </a:rPr>
              <a:t>Individual</a:t>
            </a:r>
            <a:r>
              <a:rPr sz="2000" b="1" spc="-95" dirty="0">
                <a:solidFill>
                  <a:srgbClr val="181818"/>
                </a:solidFill>
                <a:latin typeface="+mj-lt"/>
                <a:cs typeface="Verdana"/>
              </a:rPr>
              <a:t> </a:t>
            </a:r>
            <a:r>
              <a:rPr sz="2000" b="1" spc="-50" dirty="0">
                <a:solidFill>
                  <a:srgbClr val="181818"/>
                </a:solidFill>
                <a:latin typeface="+mj-lt"/>
                <a:cs typeface="Verdana"/>
              </a:rPr>
              <a:t>Measurement</a:t>
            </a:r>
            <a:r>
              <a:rPr sz="2000" b="1" spc="-105" dirty="0">
                <a:solidFill>
                  <a:srgbClr val="181818"/>
                </a:solidFill>
                <a:latin typeface="+mj-lt"/>
                <a:cs typeface="Verdana"/>
              </a:rPr>
              <a:t> </a:t>
            </a:r>
            <a:r>
              <a:rPr sz="2000" b="1" spc="-45" dirty="0">
                <a:solidFill>
                  <a:srgbClr val="181818"/>
                </a:solidFill>
                <a:latin typeface="+mj-lt"/>
                <a:cs typeface="Verdana"/>
              </a:rPr>
              <a:t>Chart</a:t>
            </a:r>
            <a:endParaRPr sz="2000" dirty="0">
              <a:latin typeface="+mj-lt"/>
              <a:cs typeface="Verdana"/>
            </a:endParaRPr>
          </a:p>
        </p:txBody>
      </p:sp>
      <p:pic>
        <p:nvPicPr>
          <p:cNvPr id="4" name="object 4"/>
          <p:cNvPicPr/>
          <p:nvPr/>
        </p:nvPicPr>
        <p:blipFill>
          <a:blip r:embed="rId2" cstate="print"/>
          <a:stretch>
            <a:fillRect/>
          </a:stretch>
        </p:blipFill>
        <p:spPr>
          <a:xfrm>
            <a:off x="2520695" y="736091"/>
            <a:ext cx="4102607" cy="1836419"/>
          </a:xfrm>
          <a:prstGeom prst="rect">
            <a:avLst/>
          </a:prstGeom>
        </p:spPr>
      </p:pic>
      <p:pic>
        <p:nvPicPr>
          <p:cNvPr id="5" name="object 5"/>
          <p:cNvPicPr/>
          <p:nvPr/>
        </p:nvPicPr>
        <p:blipFill>
          <a:blip r:embed="rId3" cstate="print"/>
          <a:stretch>
            <a:fillRect/>
          </a:stretch>
        </p:blipFill>
        <p:spPr>
          <a:xfrm>
            <a:off x="2520694" y="3171442"/>
            <a:ext cx="4102607" cy="1854708"/>
          </a:xfrm>
          <a:prstGeom prst="rect">
            <a:avLst/>
          </a:prstGeom>
        </p:spPr>
      </p:pic>
      <p:sp>
        <p:nvSpPr>
          <p:cNvPr id="6" name="Slide Number Placeholder 5">
            <a:extLst>
              <a:ext uri="{FF2B5EF4-FFF2-40B4-BE49-F238E27FC236}">
                <a16:creationId xmlns:a16="http://schemas.microsoft.com/office/drawing/2014/main" id="{FAEDDE0B-916F-BBA5-8F02-2C3D10413273}"/>
              </a:ext>
            </a:extLst>
          </p:cNvPr>
          <p:cNvSpPr>
            <a:spLocks noGrp="1"/>
          </p:cNvSpPr>
          <p:nvPr>
            <p:ph type="sldNum" sz="quarter" idx="7"/>
          </p:nvPr>
        </p:nvSpPr>
        <p:spPr/>
        <p:txBody>
          <a:bodyPr/>
          <a:lstStyle/>
          <a:p>
            <a:fld id="{B6F15528-21DE-4FAA-801E-634DDDAF4B2B}" type="slidenum">
              <a:rPr lang="en-US" smtClean="0"/>
              <a:t>59</a:t>
            </a:fld>
            <a:endParaRPr lang="en-US"/>
          </a:p>
        </p:txBody>
      </p:sp>
      <p:sp>
        <p:nvSpPr>
          <p:cNvPr id="7" name="Footer Placeholder 6">
            <a:extLst>
              <a:ext uri="{FF2B5EF4-FFF2-40B4-BE49-F238E27FC236}">
                <a16:creationId xmlns:a16="http://schemas.microsoft.com/office/drawing/2014/main" id="{C264BD4B-97D0-4391-ADDB-3A54ADC8EA55}"/>
              </a:ext>
            </a:extLst>
          </p:cNvPr>
          <p:cNvSpPr>
            <a:spLocks noGrp="1"/>
          </p:cNvSpPr>
          <p:nvPr>
            <p:ph type="ftr" sz="quarter" idx="5"/>
          </p:nvPr>
        </p:nvSpPr>
        <p:spPr/>
        <p:txBody>
          <a:bodyP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14600" y="709205"/>
            <a:ext cx="4114800" cy="505267"/>
          </a:xfrm>
          <a:prstGeom prst="rect">
            <a:avLst/>
          </a:prstGeom>
        </p:spPr>
        <p:txBody>
          <a:bodyPr vert="horz" wrap="square" lIns="0" tIns="12700" rIns="0" bIns="0" rtlCol="0">
            <a:spAutoFit/>
          </a:bodyPr>
          <a:lstStyle/>
          <a:p>
            <a:pPr marL="12700" algn="ctr">
              <a:lnSpc>
                <a:spcPct val="100000"/>
              </a:lnSpc>
              <a:spcBef>
                <a:spcPts val="100"/>
              </a:spcBef>
            </a:pPr>
            <a:r>
              <a:rPr sz="3200" b="1" spc="-70" dirty="0">
                <a:solidFill>
                  <a:srgbClr val="181818"/>
                </a:solidFill>
                <a:latin typeface="+mj-lt"/>
                <a:cs typeface="Verdana"/>
              </a:rPr>
              <a:t>Distribution</a:t>
            </a:r>
            <a:r>
              <a:rPr sz="3200" b="1" spc="-185" dirty="0">
                <a:solidFill>
                  <a:srgbClr val="181818"/>
                </a:solidFill>
                <a:latin typeface="+mj-lt"/>
                <a:cs typeface="Verdana"/>
              </a:rPr>
              <a:t> </a:t>
            </a:r>
            <a:r>
              <a:rPr sz="3200" b="1" spc="-70" dirty="0">
                <a:solidFill>
                  <a:srgbClr val="181818"/>
                </a:solidFill>
                <a:latin typeface="+mj-lt"/>
                <a:cs typeface="Verdana"/>
              </a:rPr>
              <a:t>curve</a:t>
            </a:r>
            <a:endParaRPr sz="3200" dirty="0">
              <a:latin typeface="+mj-lt"/>
              <a:cs typeface="Verdana"/>
            </a:endParaRPr>
          </a:p>
        </p:txBody>
      </p:sp>
      <p:sp>
        <p:nvSpPr>
          <p:cNvPr id="4" name="object 4"/>
          <p:cNvSpPr txBox="1"/>
          <p:nvPr/>
        </p:nvSpPr>
        <p:spPr>
          <a:xfrm>
            <a:off x="954227" y="1332140"/>
            <a:ext cx="7235546" cy="320601"/>
          </a:xfrm>
          <a:prstGeom prst="rect">
            <a:avLst/>
          </a:prstGeom>
        </p:spPr>
        <p:txBody>
          <a:bodyPr vert="horz" wrap="square" lIns="0" tIns="12700" rIns="0" bIns="0" rtlCol="0">
            <a:spAutoFit/>
          </a:bodyPr>
          <a:lstStyle/>
          <a:p>
            <a:pPr marL="12700">
              <a:lnSpc>
                <a:spcPct val="100000"/>
              </a:lnSpc>
              <a:spcBef>
                <a:spcPts val="100"/>
              </a:spcBef>
            </a:pPr>
            <a:r>
              <a:rPr sz="2000" spc="-5" dirty="0">
                <a:cs typeface="Arial MT"/>
              </a:rPr>
              <a:t>Creating</a:t>
            </a:r>
            <a:r>
              <a:rPr sz="2000" spc="15" dirty="0">
                <a:cs typeface="Arial MT"/>
              </a:rPr>
              <a:t> </a:t>
            </a:r>
            <a:r>
              <a:rPr sz="2000" spc="-5" dirty="0">
                <a:cs typeface="Arial MT"/>
              </a:rPr>
              <a:t>Distribution</a:t>
            </a:r>
            <a:r>
              <a:rPr sz="2000" spc="30" dirty="0">
                <a:cs typeface="Arial MT"/>
              </a:rPr>
              <a:t> </a:t>
            </a:r>
            <a:r>
              <a:rPr sz="2000" spc="-5" dirty="0">
                <a:cs typeface="Arial MT"/>
              </a:rPr>
              <a:t>curve</a:t>
            </a:r>
            <a:r>
              <a:rPr sz="2000" spc="5" dirty="0">
                <a:cs typeface="Arial MT"/>
              </a:rPr>
              <a:t> </a:t>
            </a:r>
            <a:r>
              <a:rPr sz="2000" dirty="0">
                <a:cs typeface="Arial MT"/>
              </a:rPr>
              <a:t>from</a:t>
            </a:r>
            <a:r>
              <a:rPr sz="2000" spc="-30" dirty="0">
                <a:cs typeface="Arial MT"/>
              </a:rPr>
              <a:t> </a:t>
            </a:r>
            <a:r>
              <a:rPr sz="2000" b="1" i="1" spc="-5" dirty="0">
                <a:cs typeface="Arial"/>
              </a:rPr>
              <a:t>Feature</a:t>
            </a:r>
            <a:r>
              <a:rPr sz="2000" b="1" i="1" spc="5" dirty="0">
                <a:cs typeface="Arial"/>
              </a:rPr>
              <a:t> </a:t>
            </a:r>
            <a:r>
              <a:rPr sz="2000" b="1" i="1" spc="-5" dirty="0">
                <a:cs typeface="Arial"/>
              </a:rPr>
              <a:t>Data</a:t>
            </a:r>
            <a:r>
              <a:rPr sz="2000" b="1" i="1" spc="15" dirty="0">
                <a:cs typeface="Arial"/>
              </a:rPr>
              <a:t> </a:t>
            </a:r>
            <a:r>
              <a:rPr sz="2000" spc="-5" dirty="0">
                <a:cs typeface="Arial MT"/>
              </a:rPr>
              <a:t>and</a:t>
            </a:r>
            <a:r>
              <a:rPr sz="2000" spc="20" dirty="0">
                <a:cs typeface="Arial MT"/>
              </a:rPr>
              <a:t> </a:t>
            </a:r>
            <a:r>
              <a:rPr sz="2000" b="1" i="1" dirty="0">
                <a:cs typeface="Arial"/>
              </a:rPr>
              <a:t>Quality</a:t>
            </a:r>
            <a:r>
              <a:rPr sz="2000" b="1" i="1" spc="-10" dirty="0">
                <a:cs typeface="Arial"/>
              </a:rPr>
              <a:t> </a:t>
            </a:r>
            <a:r>
              <a:rPr sz="2000" b="1" i="1" dirty="0">
                <a:cs typeface="Arial"/>
              </a:rPr>
              <a:t>form</a:t>
            </a:r>
            <a:r>
              <a:rPr sz="2000" b="1" i="1" spc="5" dirty="0">
                <a:cs typeface="Arial"/>
              </a:rPr>
              <a:t> </a:t>
            </a:r>
            <a:r>
              <a:rPr sz="2000" b="1" i="1" spc="-5" dirty="0">
                <a:cs typeface="Arial"/>
              </a:rPr>
              <a:t>Data</a:t>
            </a:r>
            <a:endParaRPr sz="2000" dirty="0">
              <a:cs typeface="Arial"/>
            </a:endParaRPr>
          </a:p>
        </p:txBody>
      </p:sp>
      <p:sp>
        <p:nvSpPr>
          <p:cNvPr id="5" name="Slide Number Placeholder 4">
            <a:extLst>
              <a:ext uri="{FF2B5EF4-FFF2-40B4-BE49-F238E27FC236}">
                <a16:creationId xmlns:a16="http://schemas.microsoft.com/office/drawing/2014/main" id="{5D925F6F-3061-0CC2-8D3F-89A25A87A808}"/>
              </a:ext>
            </a:extLst>
          </p:cNvPr>
          <p:cNvSpPr>
            <a:spLocks noGrp="1"/>
          </p:cNvSpPr>
          <p:nvPr>
            <p:ph type="sldNum" sz="quarter" idx="7"/>
          </p:nvPr>
        </p:nvSpPr>
        <p:spPr/>
        <p:txBody>
          <a:bodyPr/>
          <a:lstStyle/>
          <a:p>
            <a:fld id="{B6F15528-21DE-4FAA-801E-634DDDAF4B2B}" type="slidenum">
              <a:rPr lang="en-US" smtClean="0"/>
              <a:t>60</a:t>
            </a:fld>
            <a:endParaRPr lang="en-US"/>
          </a:p>
        </p:txBody>
      </p:sp>
      <p:sp>
        <p:nvSpPr>
          <p:cNvPr id="7" name="Rectangle 6">
            <a:extLst>
              <a:ext uri="{FF2B5EF4-FFF2-40B4-BE49-F238E27FC236}">
                <a16:creationId xmlns:a16="http://schemas.microsoft.com/office/drawing/2014/main" id="{ACB7AD5D-8F13-4CB2-BA86-A73B5FEA619A}"/>
              </a:ext>
            </a:extLst>
          </p:cNvPr>
          <p:cNvSpPr/>
          <p:nvPr/>
        </p:nvSpPr>
        <p:spPr>
          <a:xfrm>
            <a:off x="4069081" y="1885950"/>
            <a:ext cx="1295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Sandalina</a:t>
            </a:r>
            <a:endParaRPr lang="en-US" sz="1600" dirty="0"/>
          </a:p>
        </p:txBody>
      </p:sp>
      <p:sp>
        <p:nvSpPr>
          <p:cNvPr id="8" name="Rectangle 7">
            <a:extLst>
              <a:ext uri="{FF2B5EF4-FFF2-40B4-BE49-F238E27FC236}">
                <a16:creationId xmlns:a16="http://schemas.microsoft.com/office/drawing/2014/main" id="{79CD4498-E6CC-4BEE-9837-A17BBE5346FB}"/>
              </a:ext>
            </a:extLst>
          </p:cNvPr>
          <p:cNvSpPr/>
          <p:nvPr/>
        </p:nvSpPr>
        <p:spPr>
          <a:xfrm>
            <a:off x="4072625" y="2632331"/>
            <a:ext cx="1295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TFM</a:t>
            </a:r>
          </a:p>
        </p:txBody>
      </p:sp>
      <p:sp>
        <p:nvSpPr>
          <p:cNvPr id="9" name="Rectangle 8">
            <a:extLst>
              <a:ext uri="{FF2B5EF4-FFF2-40B4-BE49-F238E27FC236}">
                <a16:creationId xmlns:a16="http://schemas.microsoft.com/office/drawing/2014/main" id="{BBF81F25-2482-4E86-AD6D-7EDDBD5B5B71}"/>
              </a:ext>
            </a:extLst>
          </p:cNvPr>
          <p:cNvSpPr/>
          <p:nvPr/>
        </p:nvSpPr>
        <p:spPr>
          <a:xfrm>
            <a:off x="6423612" y="3542712"/>
            <a:ext cx="1295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BSTI_B</a:t>
            </a:r>
          </a:p>
        </p:txBody>
      </p:sp>
      <p:sp>
        <p:nvSpPr>
          <p:cNvPr id="10" name="Rectangle 9">
            <a:extLst>
              <a:ext uri="{FF2B5EF4-FFF2-40B4-BE49-F238E27FC236}">
                <a16:creationId xmlns:a16="http://schemas.microsoft.com/office/drawing/2014/main" id="{670D82D6-282E-4AEA-9C97-CB95F3D59ABD}"/>
              </a:ext>
            </a:extLst>
          </p:cNvPr>
          <p:cNvSpPr/>
          <p:nvPr/>
        </p:nvSpPr>
        <p:spPr>
          <a:xfrm>
            <a:off x="3700131" y="3426109"/>
            <a:ext cx="1956159" cy="6904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Distribution</a:t>
            </a:r>
            <a:r>
              <a:rPr lang="en-US" dirty="0"/>
              <a:t> </a:t>
            </a:r>
            <a:r>
              <a:rPr lang="en-US" sz="1400" dirty="0"/>
              <a:t>and Capability Analysis</a:t>
            </a:r>
          </a:p>
        </p:txBody>
      </p:sp>
      <p:sp>
        <p:nvSpPr>
          <p:cNvPr id="11" name="Rectangle 10">
            <a:extLst>
              <a:ext uri="{FF2B5EF4-FFF2-40B4-BE49-F238E27FC236}">
                <a16:creationId xmlns:a16="http://schemas.microsoft.com/office/drawing/2014/main" id="{7A3D26E7-0BAA-4F43-B266-614A80504C15}"/>
              </a:ext>
            </a:extLst>
          </p:cNvPr>
          <p:cNvSpPr/>
          <p:nvPr/>
        </p:nvSpPr>
        <p:spPr>
          <a:xfrm>
            <a:off x="1524072" y="3542711"/>
            <a:ext cx="1295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BSTI_A</a:t>
            </a:r>
          </a:p>
        </p:txBody>
      </p:sp>
      <p:sp>
        <p:nvSpPr>
          <p:cNvPr id="12" name="Arrow: Right 11">
            <a:extLst>
              <a:ext uri="{FF2B5EF4-FFF2-40B4-BE49-F238E27FC236}">
                <a16:creationId xmlns:a16="http://schemas.microsoft.com/office/drawing/2014/main" id="{D038CA31-565C-4932-9520-C0988D21FEE4}"/>
              </a:ext>
            </a:extLst>
          </p:cNvPr>
          <p:cNvSpPr/>
          <p:nvPr/>
        </p:nvSpPr>
        <p:spPr>
          <a:xfrm>
            <a:off x="2835790" y="3748452"/>
            <a:ext cx="8382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8701D3EF-DD43-4170-9DB7-E98B805551D2}"/>
              </a:ext>
            </a:extLst>
          </p:cNvPr>
          <p:cNvSpPr/>
          <p:nvPr/>
        </p:nvSpPr>
        <p:spPr>
          <a:xfrm rot="10800000">
            <a:off x="5672608" y="3748453"/>
            <a:ext cx="72486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D519DCB1-E3CE-4A3F-AB2A-28E016AAAAEB}"/>
              </a:ext>
            </a:extLst>
          </p:cNvPr>
          <p:cNvSpPr/>
          <p:nvPr/>
        </p:nvSpPr>
        <p:spPr>
          <a:xfrm>
            <a:off x="4716781" y="2343150"/>
            <a:ext cx="83819" cy="2891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Down 14">
            <a:extLst>
              <a:ext uri="{FF2B5EF4-FFF2-40B4-BE49-F238E27FC236}">
                <a16:creationId xmlns:a16="http://schemas.microsoft.com/office/drawing/2014/main" id="{8F8DDB40-AF81-43A1-A86D-F230F00E92E1}"/>
              </a:ext>
            </a:extLst>
          </p:cNvPr>
          <p:cNvSpPr/>
          <p:nvPr/>
        </p:nvSpPr>
        <p:spPr>
          <a:xfrm>
            <a:off x="4716781" y="3098637"/>
            <a:ext cx="83819" cy="3274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p:nvPr/>
        </p:nvSpPr>
        <p:spPr>
          <a:xfrm>
            <a:off x="8496300" y="0"/>
            <a:ext cx="647700" cy="5144007"/>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3241548" y="4604003"/>
            <a:ext cx="539750" cy="539750"/>
          </a:xfrm>
          <a:custGeom>
            <a:avLst/>
            <a:gdLst/>
            <a:ahLst/>
            <a:cxnLst/>
            <a:rect l="l" t="t" r="r" b="b"/>
            <a:pathLst>
              <a:path w="539750" h="539750">
                <a:moveTo>
                  <a:pt x="539496" y="0"/>
                </a:moveTo>
                <a:lnTo>
                  <a:pt x="0" y="0"/>
                </a:lnTo>
                <a:lnTo>
                  <a:pt x="0" y="539496"/>
                </a:lnTo>
                <a:lnTo>
                  <a:pt x="539496" y="539496"/>
                </a:lnTo>
                <a:lnTo>
                  <a:pt x="539496"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3960876"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4320540" y="4963667"/>
            <a:ext cx="180340" cy="180340"/>
          </a:xfrm>
          <a:custGeom>
            <a:avLst/>
            <a:gdLst/>
            <a:ahLst/>
            <a:cxnLst/>
            <a:rect l="l" t="t" r="r" b="b"/>
            <a:pathLst>
              <a:path w="180339" h="180339">
                <a:moveTo>
                  <a:pt x="179832" y="0"/>
                </a:moveTo>
                <a:lnTo>
                  <a:pt x="0" y="0"/>
                </a:lnTo>
                <a:lnTo>
                  <a:pt x="0" y="179831"/>
                </a:lnTo>
                <a:lnTo>
                  <a:pt x="179832" y="179831"/>
                </a:lnTo>
                <a:lnTo>
                  <a:pt x="179832" y="0"/>
                </a:lnTo>
                <a:close/>
              </a:path>
            </a:pathLst>
          </a:custGeom>
          <a:solidFill>
            <a:srgbClr val="4475C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18181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Google Shape;955;p32">
            <a:extLst>
              <a:ext uri="{FF2B5EF4-FFF2-40B4-BE49-F238E27FC236}">
                <a16:creationId xmlns:a16="http://schemas.microsoft.com/office/drawing/2014/main" id="{6734D833-83BF-462B-8296-68E46FAC8675}"/>
              </a:ext>
            </a:extLst>
          </p:cNvPr>
          <p:cNvSpPr txBox="1">
            <a:spLocks/>
          </p:cNvSpPr>
          <p:nvPr/>
        </p:nvSpPr>
        <p:spPr>
          <a:xfrm>
            <a:off x="669773" y="40958"/>
            <a:ext cx="7704000" cy="646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9pPr>
          </a:lstStyle>
          <a:p>
            <a:pPr marL="0" marR="0" lvl="0" indent="0" algn="ctr" defTabSz="914400" rtl="0" eaLnBrk="1" fontAlgn="auto" latinLnBrk="0" hangingPunct="1">
              <a:lnSpc>
                <a:spcPct val="100000"/>
              </a:lnSpc>
              <a:spcBef>
                <a:spcPts val="0"/>
              </a:spcBef>
              <a:spcAft>
                <a:spcPts val="0"/>
              </a:spcAft>
              <a:buClr>
                <a:srgbClr val="191919"/>
              </a:buClr>
              <a:buSzPts val="3000"/>
              <a:buFont typeface="Montserrat ExtraBold"/>
              <a:buNone/>
              <a:tabLst/>
              <a:defRPr/>
            </a:pPr>
            <a:r>
              <a:rPr kumimoji="0" lang="en-US" sz="3200" b="1" i="0" u="none" strike="noStrike" kern="0" cap="none" spc="0" normalizeH="0" baseline="0" noProof="0" dirty="0">
                <a:ln>
                  <a:noFill/>
                </a:ln>
                <a:solidFill>
                  <a:srgbClr val="191919"/>
                </a:solidFill>
                <a:effectLst/>
                <a:uLnTx/>
                <a:uFillTx/>
                <a:latin typeface="+mj-lt"/>
                <a:sym typeface="Montserrat ExtraBold"/>
              </a:rPr>
              <a:t>Distribution Curve</a:t>
            </a:r>
          </a:p>
        </p:txBody>
      </p:sp>
      <p:sp>
        <p:nvSpPr>
          <p:cNvPr id="7" name="TextBox 6">
            <a:extLst>
              <a:ext uri="{FF2B5EF4-FFF2-40B4-BE49-F238E27FC236}">
                <a16:creationId xmlns:a16="http://schemas.microsoft.com/office/drawing/2014/main" id="{8FFBF3FD-FFBE-78AD-AECA-6137DF2A027F}"/>
              </a:ext>
            </a:extLst>
          </p:cNvPr>
          <p:cNvSpPr txBox="1"/>
          <p:nvPr/>
        </p:nvSpPr>
        <p:spPr>
          <a:xfrm>
            <a:off x="627225" y="3468341"/>
            <a:ext cx="7704000" cy="1384995"/>
          </a:xfrm>
          <a:prstGeom prst="rect">
            <a:avLst/>
          </a:prstGeom>
          <a:noFill/>
        </p:spPr>
        <p:txBody>
          <a:bodyPr wrap="square" rtlCol="0">
            <a:spAutoFit/>
          </a:bodyPr>
          <a:lstStyle/>
          <a:p>
            <a:pPr>
              <a:buClr>
                <a:srgbClr val="000000"/>
              </a:buClr>
              <a:buFont typeface="Arial"/>
              <a:buNone/>
            </a:pPr>
            <a:r>
              <a:rPr lang="en-US" sz="2000" b="1" kern="0" dirty="0">
                <a:solidFill>
                  <a:srgbClr val="000000"/>
                </a:solidFill>
                <a:cs typeface="Arial" panose="020B0604020202020204" pitchFamily="34" charset="0"/>
                <a:sym typeface="Arial"/>
              </a:rPr>
              <a:t>DAX Code:</a:t>
            </a:r>
          </a:p>
          <a:p>
            <a:pPr algn="just">
              <a:lnSpc>
                <a:spcPts val="1350"/>
              </a:lnSpc>
              <a:spcBef>
                <a:spcPts val="600"/>
              </a:spcBef>
              <a:buClr>
                <a:srgbClr val="000000"/>
              </a:buClr>
              <a:buFont typeface="Arial"/>
              <a:buNone/>
            </a:pPr>
            <a:r>
              <a:rPr lang="en-US" sz="1200" kern="0" dirty="0">
                <a:solidFill>
                  <a:srgbClr val="000000"/>
                </a:solidFill>
                <a:ea typeface="Times New Roman" panose="02020603050405020304" pitchFamily="18" charset="0"/>
                <a:cs typeface="Arial"/>
                <a:sym typeface="Arial"/>
              </a:rPr>
              <a:t>Distribution = </a:t>
            </a:r>
            <a:r>
              <a:rPr lang="en-US" sz="1200" kern="0" dirty="0">
                <a:solidFill>
                  <a:srgbClr val="3165BB"/>
                </a:solidFill>
                <a:ea typeface="Times New Roman" panose="02020603050405020304" pitchFamily="18" charset="0"/>
                <a:cs typeface="Arial"/>
                <a:sym typeface="Arial"/>
              </a:rPr>
              <a:t>NORM.DIST</a:t>
            </a:r>
            <a:r>
              <a:rPr lang="en-US" sz="1200" kern="0" dirty="0">
                <a:solidFill>
                  <a:srgbClr val="000000"/>
                </a:solidFill>
                <a:ea typeface="Times New Roman" panose="02020603050405020304" pitchFamily="18" charset="0"/>
                <a:cs typeface="Arial"/>
                <a:sym typeface="Arial"/>
              </a:rPr>
              <a:t>(</a:t>
            </a:r>
            <a:r>
              <a:rPr lang="en-US" sz="1200" kern="0" dirty="0" err="1">
                <a:solidFill>
                  <a:srgbClr val="000000"/>
                </a:solidFill>
                <a:ea typeface="Times New Roman" panose="02020603050405020304" pitchFamily="18" charset="0"/>
                <a:cs typeface="Arial"/>
                <a:sym typeface="Arial"/>
              </a:rPr>
              <a:t>Process_capability_Sandalina_TFM</a:t>
            </a:r>
            <a:r>
              <a:rPr lang="en-US" sz="1200" kern="0" dirty="0">
                <a:solidFill>
                  <a:srgbClr val="000000"/>
                </a:solidFill>
                <a:ea typeface="Times New Roman" panose="02020603050405020304" pitchFamily="18" charset="0"/>
                <a:cs typeface="Arial"/>
                <a:sym typeface="Arial"/>
              </a:rPr>
              <a:t>[TFM],</a:t>
            </a:r>
            <a:endParaRPr lang="en-US" sz="1200" kern="0" dirty="0">
              <a:solidFill>
                <a:srgbClr val="000000"/>
              </a:solidFill>
              <a:ea typeface="Calibri" panose="020F0502020204030204" pitchFamily="34" charset="0"/>
              <a:cs typeface="Arial"/>
              <a:sym typeface="Arial"/>
            </a:endParaRPr>
          </a:p>
          <a:p>
            <a:pPr algn="just">
              <a:lnSpc>
                <a:spcPts val="1350"/>
              </a:lnSpc>
              <a:spcBef>
                <a:spcPts val="600"/>
              </a:spcBef>
              <a:buClr>
                <a:srgbClr val="000000"/>
              </a:buClr>
              <a:buFont typeface="Arial"/>
              <a:buNone/>
            </a:pPr>
            <a:r>
              <a:rPr lang="en-US" sz="1200" kern="0" dirty="0">
                <a:solidFill>
                  <a:srgbClr val="3165BB"/>
                </a:solidFill>
                <a:ea typeface="Times New Roman" panose="02020603050405020304" pitchFamily="18" charset="0"/>
                <a:cs typeface="Arial"/>
                <a:sym typeface="Arial"/>
              </a:rPr>
              <a:t>average</a:t>
            </a:r>
            <a:r>
              <a:rPr lang="en-US" sz="1200" kern="0" dirty="0">
                <a:solidFill>
                  <a:srgbClr val="000000"/>
                </a:solidFill>
                <a:ea typeface="Times New Roman" panose="02020603050405020304" pitchFamily="18" charset="0"/>
                <a:cs typeface="Arial"/>
                <a:sym typeface="Arial"/>
              </a:rPr>
              <a:t>(</a:t>
            </a:r>
            <a:r>
              <a:rPr lang="en-US" sz="1200" kern="0" dirty="0" err="1">
                <a:solidFill>
                  <a:srgbClr val="000000"/>
                </a:solidFill>
                <a:ea typeface="Times New Roman" panose="02020603050405020304" pitchFamily="18" charset="0"/>
                <a:cs typeface="Arial"/>
                <a:sym typeface="Arial"/>
              </a:rPr>
              <a:t>Process_capability_Sandalina_TFM</a:t>
            </a:r>
            <a:r>
              <a:rPr lang="en-US" sz="1200" kern="0" dirty="0">
                <a:solidFill>
                  <a:srgbClr val="000000"/>
                </a:solidFill>
                <a:ea typeface="Times New Roman" panose="02020603050405020304" pitchFamily="18" charset="0"/>
                <a:cs typeface="Arial"/>
                <a:sym typeface="Arial"/>
              </a:rPr>
              <a:t>[TFM]),</a:t>
            </a:r>
            <a:endParaRPr lang="en-US" sz="1200" kern="0" dirty="0">
              <a:solidFill>
                <a:srgbClr val="000000"/>
              </a:solidFill>
              <a:ea typeface="Calibri" panose="020F0502020204030204" pitchFamily="34" charset="0"/>
              <a:cs typeface="Arial"/>
              <a:sym typeface="Arial"/>
            </a:endParaRPr>
          </a:p>
          <a:p>
            <a:pPr algn="just">
              <a:lnSpc>
                <a:spcPts val="1350"/>
              </a:lnSpc>
              <a:spcBef>
                <a:spcPts val="600"/>
              </a:spcBef>
              <a:buClr>
                <a:srgbClr val="000000"/>
              </a:buClr>
              <a:buFont typeface="Arial"/>
              <a:buNone/>
            </a:pPr>
            <a:r>
              <a:rPr lang="en-US" sz="1200" kern="0" dirty="0">
                <a:solidFill>
                  <a:srgbClr val="3165BB"/>
                </a:solidFill>
                <a:ea typeface="Times New Roman" panose="02020603050405020304" pitchFamily="18" charset="0"/>
                <a:cs typeface="Arial"/>
                <a:sym typeface="Arial"/>
              </a:rPr>
              <a:t>STDEV.S</a:t>
            </a:r>
            <a:r>
              <a:rPr lang="en-US" sz="1200" kern="0" dirty="0">
                <a:solidFill>
                  <a:srgbClr val="000000"/>
                </a:solidFill>
                <a:ea typeface="Times New Roman" panose="02020603050405020304" pitchFamily="18" charset="0"/>
                <a:cs typeface="Arial"/>
                <a:sym typeface="Arial"/>
              </a:rPr>
              <a:t>(</a:t>
            </a:r>
            <a:r>
              <a:rPr lang="en-US" sz="1200" kern="0" dirty="0" err="1">
                <a:solidFill>
                  <a:srgbClr val="000000"/>
                </a:solidFill>
                <a:ea typeface="Times New Roman" panose="02020603050405020304" pitchFamily="18" charset="0"/>
                <a:cs typeface="Arial"/>
                <a:sym typeface="Arial"/>
              </a:rPr>
              <a:t>Process_capability_Sandalina_TFM</a:t>
            </a:r>
            <a:r>
              <a:rPr lang="en-US" sz="1200" kern="0" dirty="0">
                <a:solidFill>
                  <a:srgbClr val="000000"/>
                </a:solidFill>
                <a:ea typeface="Times New Roman" panose="02020603050405020304" pitchFamily="18" charset="0"/>
                <a:cs typeface="Arial"/>
                <a:sym typeface="Arial"/>
              </a:rPr>
              <a:t>[TFM]),false)</a:t>
            </a:r>
            <a:endParaRPr lang="en-US" sz="1200" kern="0" dirty="0">
              <a:solidFill>
                <a:srgbClr val="000000"/>
              </a:solidFill>
              <a:ea typeface="Calibri" panose="020F0502020204030204" pitchFamily="34" charset="0"/>
              <a:cs typeface="Arial"/>
              <a:sym typeface="Arial"/>
            </a:endParaRPr>
          </a:p>
          <a:p>
            <a:pPr>
              <a:buClr>
                <a:srgbClr val="000000"/>
              </a:buClr>
              <a:buFont typeface="Arial"/>
              <a:buNone/>
            </a:pPr>
            <a:endParaRPr lang="en-US" sz="1400" kern="0" dirty="0">
              <a:solidFill>
                <a:srgbClr val="80A1DB"/>
              </a:solidFill>
              <a:latin typeface="Arial"/>
              <a:cs typeface="Arial"/>
              <a:sym typeface="Arial"/>
            </a:endParaRPr>
          </a:p>
        </p:txBody>
      </p:sp>
      <p:sp>
        <p:nvSpPr>
          <p:cNvPr id="50" name="TextBox 49">
            <a:extLst>
              <a:ext uri="{FF2B5EF4-FFF2-40B4-BE49-F238E27FC236}">
                <a16:creationId xmlns:a16="http://schemas.microsoft.com/office/drawing/2014/main" id="{527911CC-8A90-A193-7DD7-2F8D5A99A54B}"/>
              </a:ext>
            </a:extLst>
          </p:cNvPr>
          <p:cNvSpPr txBox="1"/>
          <p:nvPr/>
        </p:nvSpPr>
        <p:spPr>
          <a:xfrm>
            <a:off x="6022715" y="698454"/>
            <a:ext cx="2308510" cy="954107"/>
          </a:xfrm>
          <a:prstGeom prst="rect">
            <a:avLst/>
          </a:prstGeom>
          <a:noFill/>
        </p:spPr>
        <p:txBody>
          <a:bodyPr wrap="square" rtlCol="0">
            <a:spAutoFit/>
          </a:bodyPr>
          <a:lstStyle/>
          <a:p>
            <a:pPr>
              <a:buClr>
                <a:srgbClr val="000000"/>
              </a:buClr>
              <a:buFont typeface="Arial"/>
              <a:buNone/>
            </a:pPr>
            <a:r>
              <a:rPr lang="en-US" sz="2000" b="1" kern="0" dirty="0">
                <a:solidFill>
                  <a:srgbClr val="000000"/>
                </a:solidFill>
                <a:cs typeface="Arial" panose="020B0604020202020204" pitchFamily="34" charset="0"/>
                <a:sym typeface="Arial"/>
              </a:rPr>
              <a:t>Generates:</a:t>
            </a:r>
          </a:p>
          <a:p>
            <a:pPr marL="285750" indent="-285750">
              <a:buClr>
                <a:srgbClr val="000000"/>
              </a:buClr>
              <a:buFont typeface="Arial" panose="020B0604020202020204" pitchFamily="34" charset="0"/>
              <a:buChar char="•"/>
            </a:pPr>
            <a:r>
              <a:rPr lang="en-US" sz="1200" kern="0" dirty="0">
                <a:solidFill>
                  <a:srgbClr val="191919"/>
                </a:solidFill>
                <a:cs typeface="Arial" panose="020B0604020202020204" pitchFamily="34" charset="0"/>
                <a:sym typeface="Arial"/>
              </a:rPr>
              <a:t>Distribution curve</a:t>
            </a:r>
          </a:p>
          <a:p>
            <a:pPr marL="285750" indent="-285750">
              <a:buClr>
                <a:srgbClr val="000000"/>
              </a:buClr>
              <a:buFont typeface="Arial" panose="020B0604020202020204" pitchFamily="34" charset="0"/>
              <a:buChar char="•"/>
            </a:pPr>
            <a:r>
              <a:rPr lang="en-US" sz="1200" kern="0" dirty="0">
                <a:solidFill>
                  <a:srgbClr val="191919"/>
                </a:solidFill>
                <a:cs typeface="Arial" panose="020B0604020202020204" pitchFamily="34" charset="0"/>
                <a:sym typeface="Arial"/>
              </a:rPr>
              <a:t>Process Capability Index</a:t>
            </a:r>
          </a:p>
          <a:p>
            <a:pPr marL="285750" indent="-285750">
              <a:buClr>
                <a:srgbClr val="000000"/>
              </a:buClr>
              <a:buFont typeface="Arial" panose="020B0604020202020204" pitchFamily="34" charset="0"/>
              <a:buChar char="•"/>
            </a:pPr>
            <a:r>
              <a:rPr lang="en-US" sz="1200" kern="0" dirty="0">
                <a:solidFill>
                  <a:srgbClr val="191919"/>
                </a:solidFill>
                <a:cs typeface="Arial" panose="020B0604020202020204" pitchFamily="34" charset="0"/>
                <a:sym typeface="Arial"/>
              </a:rPr>
              <a:t>Process Centering Index</a:t>
            </a:r>
          </a:p>
        </p:txBody>
      </p:sp>
      <p:pic>
        <p:nvPicPr>
          <p:cNvPr id="51" name="Picture 50">
            <a:extLst>
              <a:ext uri="{FF2B5EF4-FFF2-40B4-BE49-F238E27FC236}">
                <a16:creationId xmlns:a16="http://schemas.microsoft.com/office/drawing/2014/main" id="{0AFA79E7-9A1C-9475-56FA-BCCF8DBC7E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7225" y="790835"/>
            <a:ext cx="5142710" cy="2593882"/>
          </a:xfrm>
          <a:prstGeom prst="rect">
            <a:avLst/>
          </a:prstGeom>
          <a:ln>
            <a:noFill/>
          </a:ln>
          <a:effectLst>
            <a:outerShdw blurRad="292100" dist="139700" dir="2700000" algn="tl" rotWithShape="0">
              <a:srgbClr val="333333">
                <a:alpha val="65000"/>
              </a:srgbClr>
            </a:outerShdw>
          </a:effectLst>
        </p:spPr>
      </p:pic>
      <p:sp>
        <p:nvSpPr>
          <p:cNvPr id="52" name="TextBox 51">
            <a:extLst>
              <a:ext uri="{FF2B5EF4-FFF2-40B4-BE49-F238E27FC236}">
                <a16:creationId xmlns:a16="http://schemas.microsoft.com/office/drawing/2014/main" id="{60ED6A14-8E20-2AE9-2903-F7AD526AEBA7}"/>
              </a:ext>
            </a:extLst>
          </p:cNvPr>
          <p:cNvSpPr txBox="1"/>
          <p:nvPr/>
        </p:nvSpPr>
        <p:spPr>
          <a:xfrm>
            <a:off x="6022715" y="2019721"/>
            <a:ext cx="2661649" cy="984885"/>
          </a:xfrm>
          <a:prstGeom prst="rect">
            <a:avLst/>
          </a:prstGeom>
          <a:noFill/>
        </p:spPr>
        <p:txBody>
          <a:bodyPr wrap="square" rtlCol="0">
            <a:spAutoFit/>
          </a:bodyPr>
          <a:lstStyle/>
          <a:p>
            <a:pPr>
              <a:buClr>
                <a:srgbClr val="000000"/>
              </a:buClr>
              <a:buFont typeface="Arial"/>
              <a:buNone/>
            </a:pPr>
            <a:r>
              <a:rPr lang="en-US" sz="2000" b="1" kern="0" dirty="0">
                <a:solidFill>
                  <a:srgbClr val="000000"/>
                </a:solidFill>
                <a:cs typeface="Arial" panose="020B0604020202020204" pitchFamily="34" charset="0"/>
                <a:sym typeface="Arial"/>
              </a:rPr>
              <a:t>DAX Code</a:t>
            </a:r>
            <a:r>
              <a:rPr lang="en-US" sz="2000" b="1" kern="0" dirty="0">
                <a:solidFill>
                  <a:srgbClr val="000000"/>
                </a:solidFill>
                <a:cs typeface="Arial"/>
                <a:sym typeface="Arial"/>
              </a:rPr>
              <a:t>:</a:t>
            </a:r>
          </a:p>
          <a:p>
            <a:pPr>
              <a:buClr>
                <a:srgbClr val="000000"/>
              </a:buClr>
              <a:buFont typeface="Arial"/>
              <a:buNone/>
            </a:pPr>
            <a:r>
              <a:rPr lang="en-US" sz="1200" kern="0" dirty="0">
                <a:solidFill>
                  <a:srgbClr val="000000"/>
                </a:solidFill>
                <a:ea typeface="Times New Roman" panose="02020603050405020304" pitchFamily="18" charset="0"/>
                <a:cs typeface="Arial"/>
                <a:sym typeface="Arial"/>
              </a:rPr>
              <a:t>USLX = </a:t>
            </a:r>
            <a:r>
              <a:rPr lang="en-US" sz="1200" kern="0" dirty="0">
                <a:solidFill>
                  <a:srgbClr val="3165BB"/>
                </a:solidFill>
                <a:ea typeface="Times New Roman" panose="02020603050405020304" pitchFamily="18" charset="0"/>
                <a:cs typeface="Arial"/>
                <a:sym typeface="Arial"/>
              </a:rPr>
              <a:t>SELECTCOLUMNS</a:t>
            </a:r>
            <a:r>
              <a:rPr lang="en-US" sz="1200" kern="0" dirty="0">
                <a:solidFill>
                  <a:srgbClr val="000000"/>
                </a:solidFill>
                <a:ea typeface="Times New Roman" panose="02020603050405020304" pitchFamily="18" charset="0"/>
                <a:cs typeface="Arial"/>
                <a:sym typeface="Arial"/>
              </a:rPr>
              <a:t>('Company </a:t>
            </a:r>
            <a:r>
              <a:rPr lang="en-US" sz="1200" kern="0" dirty="0" err="1">
                <a:solidFill>
                  <a:srgbClr val="000000"/>
                </a:solidFill>
                <a:ea typeface="Times New Roman" panose="02020603050405020304" pitchFamily="18" charset="0"/>
                <a:cs typeface="Arial"/>
                <a:sym typeface="Arial"/>
              </a:rPr>
              <a:t>Target',</a:t>
            </a:r>
            <a:r>
              <a:rPr lang="en-US" sz="1200" kern="0" dirty="0" err="1">
                <a:solidFill>
                  <a:srgbClr val="A31515"/>
                </a:solidFill>
                <a:ea typeface="Times New Roman" panose="02020603050405020304" pitchFamily="18" charset="0"/>
                <a:cs typeface="Arial"/>
                <a:sym typeface="Arial"/>
              </a:rPr>
              <a:t>"USLX</a:t>
            </a:r>
            <a:r>
              <a:rPr lang="en-US" sz="1200" kern="0" dirty="0">
                <a:solidFill>
                  <a:srgbClr val="A31515"/>
                </a:solidFill>
                <a:ea typeface="Times New Roman" panose="02020603050405020304" pitchFamily="18" charset="0"/>
                <a:cs typeface="Arial"/>
                <a:sym typeface="Arial"/>
              </a:rPr>
              <a:t>"</a:t>
            </a:r>
            <a:r>
              <a:rPr lang="en-US" sz="1200" kern="0" dirty="0">
                <a:solidFill>
                  <a:srgbClr val="000000"/>
                </a:solidFill>
                <a:ea typeface="Times New Roman" panose="02020603050405020304" pitchFamily="18" charset="0"/>
                <a:cs typeface="Arial"/>
                <a:sym typeface="Arial"/>
              </a:rPr>
              <a:t>,[</a:t>
            </a:r>
            <a:r>
              <a:rPr lang="en-US" sz="1200" kern="0" dirty="0" err="1">
                <a:solidFill>
                  <a:srgbClr val="000000"/>
                </a:solidFill>
                <a:ea typeface="Times New Roman" panose="02020603050405020304" pitchFamily="18" charset="0"/>
                <a:cs typeface="Arial"/>
                <a:sym typeface="Arial"/>
              </a:rPr>
              <a:t>Sandalina</a:t>
            </a:r>
            <a:r>
              <a:rPr lang="en-US" sz="1200" kern="0" dirty="0">
                <a:solidFill>
                  <a:srgbClr val="000000"/>
                </a:solidFill>
                <a:ea typeface="Times New Roman" panose="02020603050405020304" pitchFamily="18" charset="0"/>
                <a:cs typeface="Arial"/>
                <a:sym typeface="Arial"/>
              </a:rPr>
              <a:t> TFM USL])</a:t>
            </a:r>
            <a:endParaRPr lang="en-US" sz="1200" kern="0" dirty="0">
              <a:solidFill>
                <a:srgbClr val="000000"/>
              </a:solidFill>
              <a:ea typeface="Calibri" panose="020F0502020204030204" pitchFamily="34" charset="0"/>
              <a:cs typeface="Arial"/>
              <a:sym typeface="Arial"/>
            </a:endParaRPr>
          </a:p>
          <a:p>
            <a:pPr>
              <a:buClr>
                <a:srgbClr val="000000"/>
              </a:buClr>
              <a:buFont typeface="Arial"/>
              <a:buNone/>
            </a:pPr>
            <a:endParaRPr lang="en-US" sz="1400" kern="0" dirty="0">
              <a:solidFill>
                <a:srgbClr val="80A1DB"/>
              </a:solidFill>
              <a:latin typeface="Arial"/>
              <a:cs typeface="Arial"/>
              <a:sym typeface="Arial"/>
            </a:endParaRPr>
          </a:p>
        </p:txBody>
      </p:sp>
      <p:sp>
        <p:nvSpPr>
          <p:cNvPr id="5" name="Slide Number Placeholder 4">
            <a:extLst>
              <a:ext uri="{FF2B5EF4-FFF2-40B4-BE49-F238E27FC236}">
                <a16:creationId xmlns:a16="http://schemas.microsoft.com/office/drawing/2014/main" id="{DF7EF819-56AF-FCF1-A898-1732517F9455}"/>
              </a:ext>
            </a:extLst>
          </p:cNvPr>
          <p:cNvSpPr>
            <a:spLocks noGrp="1"/>
          </p:cNvSpPr>
          <p:nvPr>
            <p:ph type="sldNum" sz="quarter" idx="7"/>
          </p:nvPr>
        </p:nvSpPr>
        <p:spPr/>
        <p:txBody>
          <a:bodyPr/>
          <a:lstStyle/>
          <a:p>
            <a:fld id="{B6F15528-21DE-4FAA-801E-634DDDAF4B2B}" type="slidenum">
              <a:rPr lang="en-US" smtClean="0"/>
              <a:t>61</a:t>
            </a:fld>
            <a:endParaRPr lang="en-US"/>
          </a:p>
        </p:txBody>
      </p:sp>
    </p:spTree>
    <p:extLst>
      <p:ext uri="{BB962C8B-B14F-4D97-AF65-F5344CB8AC3E}">
        <p14:creationId xmlns:p14="http://schemas.microsoft.com/office/powerpoint/2010/main" val="69076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52"/>
                                        </p:tgtEl>
                                        <p:attrNameLst>
                                          <p:attrName>style.visibility</p:attrName>
                                        </p:attrNameLst>
                                      </p:cBhvr>
                                      <p:to>
                                        <p:strVal val="visible"/>
                                      </p:to>
                                    </p:set>
                                    <p:anim calcmode="lin" valueType="num">
                                      <p:cBhvr additive="base">
                                        <p:cTn id="14" dur="500" fill="hold"/>
                                        <p:tgtEl>
                                          <p:spTgt spid="52"/>
                                        </p:tgtEl>
                                        <p:attrNameLst>
                                          <p:attrName>ppt_x</p:attrName>
                                        </p:attrNameLst>
                                      </p:cBhvr>
                                      <p:tavLst>
                                        <p:tav tm="0">
                                          <p:val>
                                            <p:strVal val="1+#ppt_w/2"/>
                                          </p:val>
                                        </p:tav>
                                        <p:tav tm="100000">
                                          <p:val>
                                            <p:strVal val="#ppt_x"/>
                                          </p:val>
                                        </p:tav>
                                      </p:tavLst>
                                    </p:anim>
                                    <p:anim calcmode="lin" valueType="num">
                                      <p:cBhvr additive="base">
                                        <p:cTn id="15"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barn(inVertical)">
                                      <p:cBhvr>
                                        <p:cTn id="2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0" grpId="0"/>
      <p:bldP spid="5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790700" cy="5143500"/>
            <a:chOff x="0" y="0"/>
            <a:chExt cx="1790700" cy="5143500"/>
          </a:xfrm>
        </p:grpSpPr>
        <p:sp>
          <p:nvSpPr>
            <p:cNvPr id="3" name="object 3"/>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4" name="object 4"/>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grpSp>
        <p:nvGrpSpPr>
          <p:cNvPr id="5" name="object 5"/>
          <p:cNvGrpSpPr/>
          <p:nvPr/>
        </p:nvGrpSpPr>
        <p:grpSpPr>
          <a:xfrm>
            <a:off x="7164323" y="0"/>
            <a:ext cx="1979930" cy="5143500"/>
            <a:chOff x="7164323" y="0"/>
            <a:chExt cx="1979930" cy="5143500"/>
          </a:xfrm>
        </p:grpSpPr>
        <p:sp>
          <p:nvSpPr>
            <p:cNvPr id="6" name="object 6"/>
            <p:cNvSpPr/>
            <p:nvPr/>
          </p:nvSpPr>
          <p:spPr>
            <a:xfrm>
              <a:off x="8496299" y="269747"/>
              <a:ext cx="647700" cy="4874260"/>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7" name="object 7"/>
            <p:cNvSpPr/>
            <p:nvPr/>
          </p:nvSpPr>
          <p:spPr>
            <a:xfrm>
              <a:off x="8639556" y="3127247"/>
              <a:ext cx="360045" cy="1477010"/>
            </a:xfrm>
            <a:custGeom>
              <a:avLst/>
              <a:gdLst/>
              <a:ahLst/>
              <a:cxnLst/>
              <a:rect l="l" t="t" r="r" b="b"/>
              <a:pathLst>
                <a:path w="360045" h="1477010">
                  <a:moveTo>
                    <a:pt x="36576" y="1458468"/>
                  </a:moveTo>
                  <a:lnTo>
                    <a:pt x="35140" y="1451356"/>
                  </a:lnTo>
                  <a:lnTo>
                    <a:pt x="31242" y="1445539"/>
                  </a:lnTo>
                  <a:lnTo>
                    <a:pt x="25425" y="1441627"/>
                  </a:lnTo>
                  <a:lnTo>
                    <a:pt x="18288" y="1440180"/>
                  </a:lnTo>
                  <a:lnTo>
                    <a:pt x="11137" y="1441627"/>
                  </a:lnTo>
                  <a:lnTo>
                    <a:pt x="5321" y="1445539"/>
                  </a:lnTo>
                  <a:lnTo>
                    <a:pt x="1422" y="1451356"/>
                  </a:lnTo>
                  <a:lnTo>
                    <a:pt x="0" y="1458468"/>
                  </a:lnTo>
                  <a:lnTo>
                    <a:pt x="1422" y="1465592"/>
                  </a:lnTo>
                  <a:lnTo>
                    <a:pt x="5334" y="1471409"/>
                  </a:lnTo>
                  <a:lnTo>
                    <a:pt x="11137" y="1475320"/>
                  </a:lnTo>
                  <a:lnTo>
                    <a:pt x="18288" y="1476756"/>
                  </a:lnTo>
                  <a:lnTo>
                    <a:pt x="25425" y="1475320"/>
                  </a:lnTo>
                  <a:lnTo>
                    <a:pt x="31242" y="1471409"/>
                  </a:lnTo>
                  <a:lnTo>
                    <a:pt x="35140" y="1465592"/>
                  </a:lnTo>
                  <a:lnTo>
                    <a:pt x="36576" y="1458468"/>
                  </a:lnTo>
                  <a:close/>
                </a:path>
                <a:path w="360045" h="1477010">
                  <a:moveTo>
                    <a:pt x="36576" y="1098804"/>
                  </a:moveTo>
                  <a:lnTo>
                    <a:pt x="35140" y="1091692"/>
                  </a:lnTo>
                  <a:lnTo>
                    <a:pt x="31242" y="1085875"/>
                  </a:lnTo>
                  <a:lnTo>
                    <a:pt x="25425" y="1081963"/>
                  </a:lnTo>
                  <a:lnTo>
                    <a:pt x="18288" y="1080516"/>
                  </a:lnTo>
                  <a:lnTo>
                    <a:pt x="11137" y="1081963"/>
                  </a:lnTo>
                  <a:lnTo>
                    <a:pt x="5321" y="1085875"/>
                  </a:lnTo>
                  <a:lnTo>
                    <a:pt x="1422" y="1091692"/>
                  </a:lnTo>
                  <a:lnTo>
                    <a:pt x="0" y="1098804"/>
                  </a:lnTo>
                  <a:lnTo>
                    <a:pt x="1422" y="1105928"/>
                  </a:lnTo>
                  <a:lnTo>
                    <a:pt x="5334" y="1111745"/>
                  </a:lnTo>
                  <a:lnTo>
                    <a:pt x="11137" y="1115656"/>
                  </a:lnTo>
                  <a:lnTo>
                    <a:pt x="18288" y="1117092"/>
                  </a:lnTo>
                  <a:lnTo>
                    <a:pt x="25425" y="1115656"/>
                  </a:lnTo>
                  <a:lnTo>
                    <a:pt x="31242" y="1111745"/>
                  </a:lnTo>
                  <a:lnTo>
                    <a:pt x="35140" y="1105928"/>
                  </a:lnTo>
                  <a:lnTo>
                    <a:pt x="36576" y="1098804"/>
                  </a:lnTo>
                  <a:close/>
                </a:path>
                <a:path w="360045" h="1477010">
                  <a:moveTo>
                    <a:pt x="36576" y="739140"/>
                  </a:moveTo>
                  <a:lnTo>
                    <a:pt x="35140" y="732002"/>
                  </a:lnTo>
                  <a:lnTo>
                    <a:pt x="31242" y="726186"/>
                  </a:lnTo>
                  <a:lnTo>
                    <a:pt x="25425" y="722287"/>
                  </a:lnTo>
                  <a:lnTo>
                    <a:pt x="18288" y="720852"/>
                  </a:lnTo>
                  <a:lnTo>
                    <a:pt x="11137" y="722287"/>
                  </a:lnTo>
                  <a:lnTo>
                    <a:pt x="5321" y="726186"/>
                  </a:lnTo>
                  <a:lnTo>
                    <a:pt x="1422" y="732002"/>
                  </a:lnTo>
                  <a:lnTo>
                    <a:pt x="0" y="739140"/>
                  </a:lnTo>
                  <a:lnTo>
                    <a:pt x="1422" y="746264"/>
                  </a:lnTo>
                  <a:lnTo>
                    <a:pt x="5334" y="752081"/>
                  </a:lnTo>
                  <a:lnTo>
                    <a:pt x="11137" y="755992"/>
                  </a:lnTo>
                  <a:lnTo>
                    <a:pt x="18288" y="757428"/>
                  </a:lnTo>
                  <a:lnTo>
                    <a:pt x="25425" y="755992"/>
                  </a:lnTo>
                  <a:lnTo>
                    <a:pt x="31242" y="752081"/>
                  </a:lnTo>
                  <a:lnTo>
                    <a:pt x="35140" y="746264"/>
                  </a:lnTo>
                  <a:lnTo>
                    <a:pt x="36576" y="739140"/>
                  </a:lnTo>
                  <a:close/>
                </a:path>
                <a:path w="360045" h="1477010">
                  <a:moveTo>
                    <a:pt x="36576" y="369074"/>
                  </a:moveTo>
                  <a:lnTo>
                    <a:pt x="28448" y="361188"/>
                  </a:lnTo>
                  <a:lnTo>
                    <a:pt x="8128" y="361188"/>
                  </a:lnTo>
                  <a:lnTo>
                    <a:pt x="0" y="369074"/>
                  </a:lnTo>
                  <a:lnTo>
                    <a:pt x="0" y="378714"/>
                  </a:lnTo>
                  <a:lnTo>
                    <a:pt x="0" y="388366"/>
                  </a:lnTo>
                  <a:lnTo>
                    <a:pt x="8128" y="396240"/>
                  </a:lnTo>
                  <a:lnTo>
                    <a:pt x="28448" y="396240"/>
                  </a:lnTo>
                  <a:lnTo>
                    <a:pt x="36576" y="388366"/>
                  </a:lnTo>
                  <a:lnTo>
                    <a:pt x="36576" y="369074"/>
                  </a:lnTo>
                  <a:close/>
                </a:path>
                <a:path w="360045" h="1477010">
                  <a:moveTo>
                    <a:pt x="36576" y="18288"/>
                  </a:moveTo>
                  <a:lnTo>
                    <a:pt x="35140" y="11150"/>
                  </a:lnTo>
                  <a:lnTo>
                    <a:pt x="31242" y="5346"/>
                  </a:lnTo>
                  <a:lnTo>
                    <a:pt x="25425" y="1435"/>
                  </a:lnTo>
                  <a:lnTo>
                    <a:pt x="18288" y="0"/>
                  </a:lnTo>
                  <a:lnTo>
                    <a:pt x="11137" y="1435"/>
                  </a:lnTo>
                  <a:lnTo>
                    <a:pt x="5321" y="5334"/>
                  </a:lnTo>
                  <a:lnTo>
                    <a:pt x="1422" y="11150"/>
                  </a:lnTo>
                  <a:lnTo>
                    <a:pt x="0" y="18288"/>
                  </a:lnTo>
                  <a:lnTo>
                    <a:pt x="1422" y="25438"/>
                  </a:lnTo>
                  <a:lnTo>
                    <a:pt x="5334" y="31242"/>
                  </a:lnTo>
                  <a:lnTo>
                    <a:pt x="11137" y="35153"/>
                  </a:lnTo>
                  <a:lnTo>
                    <a:pt x="18288" y="36576"/>
                  </a:lnTo>
                  <a:lnTo>
                    <a:pt x="25425" y="35153"/>
                  </a:lnTo>
                  <a:lnTo>
                    <a:pt x="31242" y="31254"/>
                  </a:lnTo>
                  <a:lnTo>
                    <a:pt x="35140" y="25438"/>
                  </a:lnTo>
                  <a:lnTo>
                    <a:pt x="36576" y="18288"/>
                  </a:lnTo>
                  <a:close/>
                </a:path>
                <a:path w="360045" h="1477010">
                  <a:moveTo>
                    <a:pt x="359664" y="1448371"/>
                  </a:moveTo>
                  <a:lnTo>
                    <a:pt x="351790" y="1440180"/>
                  </a:lnTo>
                  <a:lnTo>
                    <a:pt x="332486" y="1440180"/>
                  </a:lnTo>
                  <a:lnTo>
                    <a:pt x="324612" y="1448371"/>
                  </a:lnTo>
                  <a:lnTo>
                    <a:pt x="324612" y="1458468"/>
                  </a:lnTo>
                  <a:lnTo>
                    <a:pt x="324612" y="1468564"/>
                  </a:lnTo>
                  <a:lnTo>
                    <a:pt x="332486" y="1476756"/>
                  </a:lnTo>
                  <a:lnTo>
                    <a:pt x="351790" y="1476756"/>
                  </a:lnTo>
                  <a:lnTo>
                    <a:pt x="359664" y="1468564"/>
                  </a:lnTo>
                  <a:lnTo>
                    <a:pt x="359664" y="1448371"/>
                  </a:lnTo>
                  <a:close/>
                </a:path>
                <a:path w="360045" h="1477010">
                  <a:moveTo>
                    <a:pt x="359664" y="1088707"/>
                  </a:moveTo>
                  <a:lnTo>
                    <a:pt x="351790" y="1080516"/>
                  </a:lnTo>
                  <a:lnTo>
                    <a:pt x="332486" y="1080516"/>
                  </a:lnTo>
                  <a:lnTo>
                    <a:pt x="324612" y="1088707"/>
                  </a:lnTo>
                  <a:lnTo>
                    <a:pt x="324612" y="1098804"/>
                  </a:lnTo>
                  <a:lnTo>
                    <a:pt x="324612" y="1108900"/>
                  </a:lnTo>
                  <a:lnTo>
                    <a:pt x="332486" y="1117092"/>
                  </a:lnTo>
                  <a:lnTo>
                    <a:pt x="351790" y="1117092"/>
                  </a:lnTo>
                  <a:lnTo>
                    <a:pt x="359664" y="1108900"/>
                  </a:lnTo>
                  <a:lnTo>
                    <a:pt x="359664" y="1088707"/>
                  </a:lnTo>
                  <a:close/>
                </a:path>
                <a:path w="360045" h="1477010">
                  <a:moveTo>
                    <a:pt x="359664" y="728980"/>
                  </a:moveTo>
                  <a:lnTo>
                    <a:pt x="351790" y="720852"/>
                  </a:lnTo>
                  <a:lnTo>
                    <a:pt x="332486" y="720852"/>
                  </a:lnTo>
                  <a:lnTo>
                    <a:pt x="324612" y="728980"/>
                  </a:lnTo>
                  <a:lnTo>
                    <a:pt x="324612" y="739140"/>
                  </a:lnTo>
                  <a:lnTo>
                    <a:pt x="324612" y="749236"/>
                  </a:lnTo>
                  <a:lnTo>
                    <a:pt x="332486" y="757428"/>
                  </a:lnTo>
                  <a:lnTo>
                    <a:pt x="351790" y="757428"/>
                  </a:lnTo>
                  <a:lnTo>
                    <a:pt x="359664" y="749236"/>
                  </a:lnTo>
                  <a:lnTo>
                    <a:pt x="359664" y="728980"/>
                  </a:lnTo>
                  <a:close/>
                </a:path>
                <a:path w="360045" h="1477010">
                  <a:moveTo>
                    <a:pt x="359664" y="369074"/>
                  </a:moveTo>
                  <a:lnTo>
                    <a:pt x="351790" y="361188"/>
                  </a:lnTo>
                  <a:lnTo>
                    <a:pt x="332486" y="361188"/>
                  </a:lnTo>
                  <a:lnTo>
                    <a:pt x="324612" y="369074"/>
                  </a:lnTo>
                  <a:lnTo>
                    <a:pt x="324612" y="378714"/>
                  </a:lnTo>
                  <a:lnTo>
                    <a:pt x="324612" y="388366"/>
                  </a:lnTo>
                  <a:lnTo>
                    <a:pt x="332486" y="396240"/>
                  </a:lnTo>
                  <a:lnTo>
                    <a:pt x="351790" y="396240"/>
                  </a:lnTo>
                  <a:lnTo>
                    <a:pt x="359664" y="388366"/>
                  </a:lnTo>
                  <a:lnTo>
                    <a:pt x="359664" y="369074"/>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sp>
          <p:nvSpPr>
            <p:cNvPr id="8" name="object 8"/>
            <p:cNvSpPr/>
            <p:nvPr/>
          </p:nvSpPr>
          <p:spPr>
            <a:xfrm>
              <a:off x="7164324" y="0"/>
              <a:ext cx="1979930" cy="5143500"/>
            </a:xfrm>
            <a:custGeom>
              <a:avLst/>
              <a:gdLst/>
              <a:ahLst/>
              <a:cxnLst/>
              <a:rect l="l" t="t" r="r" b="b"/>
              <a:pathLst>
                <a:path w="1979929" h="5143500">
                  <a:moveTo>
                    <a:pt x="539496" y="4604004"/>
                  </a:moveTo>
                  <a:lnTo>
                    <a:pt x="0" y="4604004"/>
                  </a:lnTo>
                  <a:lnTo>
                    <a:pt x="0" y="5143500"/>
                  </a:lnTo>
                  <a:lnTo>
                    <a:pt x="539496" y="5143500"/>
                  </a:lnTo>
                  <a:lnTo>
                    <a:pt x="539496" y="4604004"/>
                  </a:lnTo>
                  <a:close/>
                </a:path>
                <a:path w="1979929" h="5143500">
                  <a:moveTo>
                    <a:pt x="899160" y="4963668"/>
                  </a:moveTo>
                  <a:lnTo>
                    <a:pt x="719328" y="4963668"/>
                  </a:lnTo>
                  <a:lnTo>
                    <a:pt x="719328" y="5143500"/>
                  </a:lnTo>
                  <a:lnTo>
                    <a:pt x="899160" y="5143500"/>
                  </a:lnTo>
                  <a:lnTo>
                    <a:pt x="899160" y="4963668"/>
                  </a:lnTo>
                  <a:close/>
                </a:path>
                <a:path w="1979929" h="5143500">
                  <a:moveTo>
                    <a:pt x="1260348" y="4963668"/>
                  </a:moveTo>
                  <a:lnTo>
                    <a:pt x="1078992" y="4963668"/>
                  </a:lnTo>
                  <a:lnTo>
                    <a:pt x="1078992" y="5143500"/>
                  </a:lnTo>
                  <a:lnTo>
                    <a:pt x="1260348" y="5143500"/>
                  </a:lnTo>
                  <a:lnTo>
                    <a:pt x="1260348" y="4963668"/>
                  </a:lnTo>
                  <a:close/>
                </a:path>
                <a:path w="1979929" h="5143500">
                  <a:moveTo>
                    <a:pt x="1979676" y="0"/>
                  </a:moveTo>
                  <a:lnTo>
                    <a:pt x="179832" y="0"/>
                  </a:lnTo>
                  <a:lnTo>
                    <a:pt x="179832" y="269748"/>
                  </a:lnTo>
                  <a:lnTo>
                    <a:pt x="1979676" y="269748"/>
                  </a:lnTo>
                  <a:lnTo>
                    <a:pt x="1979676" y="0"/>
                  </a:lnTo>
                  <a:close/>
                </a:path>
              </a:pathLst>
            </a:custGeom>
            <a:solidFill>
              <a:srgbClr val="4475C9"/>
            </a:solidFill>
          </p:spPr>
          <p:txBody>
            <a:bodyPr wrap="square" lIns="0" tIns="0" rIns="0" bIns="0" rtlCol="0"/>
            <a:lstStyle/>
            <a:p>
              <a:endParaRPr/>
            </a:p>
          </p:txBody>
        </p:sp>
      </p:grpSp>
      <p:sp>
        <p:nvSpPr>
          <p:cNvPr id="9" name="object 9"/>
          <p:cNvSpPr/>
          <p:nvPr/>
        </p:nvSpPr>
        <p:spPr>
          <a:xfrm>
            <a:off x="6083808" y="0"/>
            <a:ext cx="539750" cy="539750"/>
          </a:xfrm>
          <a:custGeom>
            <a:avLst/>
            <a:gdLst/>
            <a:ahLst/>
            <a:cxnLst/>
            <a:rect l="l" t="t" r="r" b="b"/>
            <a:pathLst>
              <a:path w="539750" h="539750">
                <a:moveTo>
                  <a:pt x="539495" y="0"/>
                </a:moveTo>
                <a:lnTo>
                  <a:pt x="0" y="0"/>
                </a:lnTo>
                <a:lnTo>
                  <a:pt x="0" y="539496"/>
                </a:lnTo>
                <a:lnTo>
                  <a:pt x="539495" y="539496"/>
                </a:lnTo>
                <a:lnTo>
                  <a:pt x="539495" y="0"/>
                </a:lnTo>
                <a:close/>
              </a:path>
            </a:pathLst>
          </a:custGeom>
          <a:solidFill>
            <a:srgbClr val="4475C9"/>
          </a:solidFill>
        </p:spPr>
        <p:txBody>
          <a:bodyPr wrap="square" lIns="0" tIns="0" rIns="0" bIns="0" rtlCol="0"/>
          <a:lstStyle/>
          <a:p>
            <a:endParaRPr/>
          </a:p>
        </p:txBody>
      </p:sp>
      <p:sp>
        <p:nvSpPr>
          <p:cNvPr id="10" name="object 10"/>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11" name="object 11"/>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12" name="object 12"/>
          <p:cNvSpPr/>
          <p:nvPr/>
        </p:nvSpPr>
        <p:spPr>
          <a:xfrm>
            <a:off x="2348483" y="4604003"/>
            <a:ext cx="721360" cy="539750"/>
          </a:xfrm>
          <a:custGeom>
            <a:avLst/>
            <a:gdLst/>
            <a:ahLst/>
            <a:cxnLst/>
            <a:rect l="l" t="t" r="r" b="b"/>
            <a:pathLst>
              <a:path w="721360" h="539750">
                <a:moveTo>
                  <a:pt x="720851" y="539494"/>
                </a:moveTo>
                <a:lnTo>
                  <a:pt x="720851" y="0"/>
                </a:lnTo>
                <a:lnTo>
                  <a:pt x="0" y="0"/>
                </a:lnTo>
                <a:lnTo>
                  <a:pt x="0" y="539494"/>
                </a:lnTo>
              </a:path>
            </a:pathLst>
          </a:custGeom>
          <a:ln w="9525">
            <a:solidFill>
              <a:srgbClr val="181818"/>
            </a:solidFill>
          </a:ln>
        </p:spPr>
        <p:txBody>
          <a:bodyPr wrap="square" lIns="0" tIns="0" rIns="0" bIns="0" rtlCol="0"/>
          <a:lstStyle/>
          <a:p>
            <a:endParaRPr/>
          </a:p>
        </p:txBody>
      </p:sp>
      <p:sp>
        <p:nvSpPr>
          <p:cNvPr id="13" name="object 13"/>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4475C9"/>
            </a:solidFill>
          </a:ln>
        </p:spPr>
        <p:txBody>
          <a:bodyPr wrap="square" lIns="0" tIns="0" rIns="0" bIns="0" rtlCol="0"/>
          <a:lstStyle/>
          <a:p>
            <a:endParaRPr/>
          </a:p>
        </p:txBody>
      </p:sp>
      <p:sp>
        <p:nvSpPr>
          <p:cNvPr id="14" name="object 14"/>
          <p:cNvSpPr txBox="1">
            <a:spLocks noGrp="1"/>
          </p:cNvSpPr>
          <p:nvPr>
            <p:ph type="title"/>
          </p:nvPr>
        </p:nvSpPr>
        <p:spPr>
          <a:xfrm>
            <a:off x="3039717" y="565786"/>
            <a:ext cx="4517390" cy="505267"/>
          </a:xfrm>
          <a:prstGeom prst="rect">
            <a:avLst/>
          </a:prstGeom>
        </p:spPr>
        <p:txBody>
          <a:bodyPr vert="horz" wrap="square" lIns="0" tIns="12700" rIns="0" bIns="0" rtlCol="0">
            <a:spAutoFit/>
          </a:bodyPr>
          <a:lstStyle/>
          <a:p>
            <a:pPr marL="12700">
              <a:lnSpc>
                <a:spcPct val="100000"/>
              </a:lnSpc>
              <a:spcBef>
                <a:spcPts val="100"/>
              </a:spcBef>
            </a:pPr>
            <a:r>
              <a:rPr sz="3200" spc="-85" dirty="0">
                <a:latin typeface="+mj-lt"/>
                <a:ea typeface="Verdana" panose="020B0604030504040204" pitchFamily="34" charset="0"/>
              </a:rPr>
              <a:t>Distrib</a:t>
            </a:r>
            <a:r>
              <a:rPr sz="3200" spc="-105" dirty="0">
                <a:latin typeface="+mj-lt"/>
                <a:ea typeface="Verdana" panose="020B0604030504040204" pitchFamily="34" charset="0"/>
              </a:rPr>
              <a:t>u</a:t>
            </a:r>
            <a:r>
              <a:rPr sz="3200" spc="-70" dirty="0">
                <a:latin typeface="+mj-lt"/>
                <a:ea typeface="Verdana" panose="020B0604030504040204" pitchFamily="34" charset="0"/>
              </a:rPr>
              <a:t>tion</a:t>
            </a:r>
            <a:r>
              <a:rPr sz="3200" spc="-195" dirty="0">
                <a:latin typeface="+mj-lt"/>
                <a:ea typeface="Verdana" panose="020B0604030504040204" pitchFamily="34" charset="0"/>
              </a:rPr>
              <a:t> </a:t>
            </a:r>
            <a:r>
              <a:rPr sz="3200" spc="-85" dirty="0">
                <a:latin typeface="+mj-lt"/>
                <a:ea typeface="Verdana" panose="020B0604030504040204" pitchFamily="34" charset="0"/>
              </a:rPr>
              <a:t>Curve</a:t>
            </a:r>
            <a:endParaRPr sz="3200" dirty="0">
              <a:latin typeface="+mj-lt"/>
              <a:ea typeface="Verdana" panose="020B0604030504040204" pitchFamily="34" charset="0"/>
            </a:endParaRPr>
          </a:p>
        </p:txBody>
      </p:sp>
      <p:pic>
        <p:nvPicPr>
          <p:cNvPr id="15" name="object 15"/>
          <p:cNvPicPr/>
          <p:nvPr/>
        </p:nvPicPr>
        <p:blipFill>
          <a:blip r:embed="rId2" cstate="print"/>
          <a:stretch>
            <a:fillRect/>
          </a:stretch>
        </p:blipFill>
        <p:spPr>
          <a:xfrm>
            <a:off x="1231392" y="1242948"/>
            <a:ext cx="6681216" cy="2927604"/>
          </a:xfrm>
          <a:prstGeom prst="rect">
            <a:avLst/>
          </a:prstGeom>
          <a:ln>
            <a:noFill/>
          </a:ln>
          <a:effectLst>
            <a:outerShdw blurRad="292100" dist="139700" dir="2700000" algn="tl" rotWithShape="0">
              <a:srgbClr val="333333">
                <a:alpha val="65000"/>
              </a:srgbClr>
            </a:outerShdw>
          </a:effectLst>
        </p:spPr>
      </p:pic>
      <p:sp>
        <p:nvSpPr>
          <p:cNvPr id="16" name="Slide Number Placeholder 15">
            <a:extLst>
              <a:ext uri="{FF2B5EF4-FFF2-40B4-BE49-F238E27FC236}">
                <a16:creationId xmlns:a16="http://schemas.microsoft.com/office/drawing/2014/main" id="{FA84067F-3850-83E1-A104-5FABF1A5A57D}"/>
              </a:ext>
            </a:extLst>
          </p:cNvPr>
          <p:cNvSpPr>
            <a:spLocks noGrp="1"/>
          </p:cNvSpPr>
          <p:nvPr>
            <p:ph type="sldNum" sz="quarter" idx="7"/>
          </p:nvPr>
        </p:nvSpPr>
        <p:spPr/>
        <p:txBody>
          <a:bodyPr/>
          <a:lstStyle/>
          <a:p>
            <a:fld id="{B6F15528-21DE-4FAA-801E-634DDDAF4B2B}"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2736" y="438432"/>
            <a:ext cx="3438525" cy="505267"/>
          </a:xfrm>
          <a:prstGeom prst="rect">
            <a:avLst/>
          </a:prstGeom>
        </p:spPr>
        <p:txBody>
          <a:bodyPr vert="horz" wrap="square" lIns="0" tIns="12700" rIns="0" bIns="0" rtlCol="0">
            <a:spAutoFit/>
          </a:bodyPr>
          <a:lstStyle/>
          <a:p>
            <a:pPr marL="12700" algn="ctr">
              <a:lnSpc>
                <a:spcPct val="100000"/>
              </a:lnSpc>
              <a:spcBef>
                <a:spcPts val="100"/>
              </a:spcBef>
            </a:pPr>
            <a:r>
              <a:rPr sz="3200" b="1" spc="-80" dirty="0">
                <a:solidFill>
                  <a:srgbClr val="181818"/>
                </a:solidFill>
                <a:latin typeface="+mj-lt"/>
                <a:ea typeface="Verdana" panose="020B0604030504040204" pitchFamily="34" charset="0"/>
                <a:cs typeface="Verdana"/>
              </a:rPr>
              <a:t>CU</a:t>
            </a:r>
            <a:r>
              <a:rPr sz="3200" b="1" spc="-65" dirty="0">
                <a:solidFill>
                  <a:srgbClr val="181818"/>
                </a:solidFill>
                <a:latin typeface="+mj-lt"/>
                <a:ea typeface="Verdana" panose="020B0604030504040204" pitchFamily="34" charset="0"/>
                <a:cs typeface="Verdana"/>
              </a:rPr>
              <a:t>S</a:t>
            </a:r>
            <a:r>
              <a:rPr sz="3200" b="1" spc="-30" dirty="0">
                <a:solidFill>
                  <a:srgbClr val="181818"/>
                </a:solidFill>
                <a:latin typeface="+mj-lt"/>
                <a:ea typeface="Verdana" panose="020B0604030504040204" pitchFamily="34" charset="0"/>
                <a:cs typeface="Verdana"/>
              </a:rPr>
              <a:t>UM</a:t>
            </a:r>
            <a:r>
              <a:rPr sz="3200" b="1" spc="-170" dirty="0">
                <a:solidFill>
                  <a:srgbClr val="181818"/>
                </a:solidFill>
                <a:latin typeface="+mj-lt"/>
                <a:ea typeface="Verdana" panose="020B0604030504040204" pitchFamily="34" charset="0"/>
                <a:cs typeface="Verdana"/>
              </a:rPr>
              <a:t> </a:t>
            </a:r>
            <a:r>
              <a:rPr sz="3200" b="1" spc="-65" dirty="0">
                <a:solidFill>
                  <a:srgbClr val="181818"/>
                </a:solidFill>
                <a:latin typeface="+mj-lt"/>
                <a:ea typeface="Verdana" panose="020B0604030504040204" pitchFamily="34" charset="0"/>
                <a:cs typeface="Verdana"/>
              </a:rPr>
              <a:t>Chart</a:t>
            </a:r>
            <a:endParaRPr sz="3200" dirty="0">
              <a:latin typeface="+mj-lt"/>
              <a:ea typeface="Verdana" panose="020B0604030504040204" pitchFamily="34" charset="0"/>
              <a:cs typeface="Verdana"/>
            </a:endParaRPr>
          </a:p>
        </p:txBody>
      </p:sp>
      <p:sp>
        <p:nvSpPr>
          <p:cNvPr id="3" name="object 3"/>
          <p:cNvSpPr txBox="1"/>
          <p:nvPr/>
        </p:nvSpPr>
        <p:spPr>
          <a:xfrm>
            <a:off x="954227" y="1279498"/>
            <a:ext cx="7235546" cy="320601"/>
          </a:xfrm>
          <a:prstGeom prst="rect">
            <a:avLst/>
          </a:prstGeom>
        </p:spPr>
        <p:txBody>
          <a:bodyPr vert="horz" wrap="square" lIns="0" tIns="12700" rIns="0" bIns="0" rtlCol="0">
            <a:spAutoFit/>
          </a:bodyPr>
          <a:lstStyle/>
          <a:p>
            <a:pPr marL="12700">
              <a:lnSpc>
                <a:spcPct val="100000"/>
              </a:lnSpc>
              <a:spcBef>
                <a:spcPts val="100"/>
              </a:spcBef>
            </a:pPr>
            <a:r>
              <a:rPr sz="2000" spc="-5" dirty="0">
                <a:cs typeface="Arial MT"/>
              </a:rPr>
              <a:t>Creating</a:t>
            </a:r>
            <a:r>
              <a:rPr sz="2000" spc="15" dirty="0">
                <a:cs typeface="Arial MT"/>
              </a:rPr>
              <a:t> </a:t>
            </a:r>
            <a:r>
              <a:rPr sz="2000" spc="-5" dirty="0">
                <a:cs typeface="Arial MT"/>
              </a:rPr>
              <a:t>Distribution</a:t>
            </a:r>
            <a:r>
              <a:rPr sz="2000" spc="30" dirty="0">
                <a:cs typeface="Arial MT"/>
              </a:rPr>
              <a:t> </a:t>
            </a:r>
            <a:r>
              <a:rPr sz="2000" spc="-5" dirty="0">
                <a:cs typeface="Arial MT"/>
              </a:rPr>
              <a:t>curve</a:t>
            </a:r>
            <a:r>
              <a:rPr sz="2000" spc="5" dirty="0">
                <a:cs typeface="Arial MT"/>
              </a:rPr>
              <a:t> </a:t>
            </a:r>
            <a:r>
              <a:rPr sz="2000" dirty="0">
                <a:cs typeface="Arial MT"/>
              </a:rPr>
              <a:t>from</a:t>
            </a:r>
            <a:r>
              <a:rPr sz="2000" spc="-30" dirty="0">
                <a:cs typeface="Arial MT"/>
              </a:rPr>
              <a:t> </a:t>
            </a:r>
            <a:r>
              <a:rPr sz="2000" b="1" i="1" spc="-5" dirty="0">
                <a:cs typeface="Arial"/>
              </a:rPr>
              <a:t>Feature</a:t>
            </a:r>
            <a:r>
              <a:rPr sz="2000" b="1" i="1" spc="5" dirty="0">
                <a:cs typeface="Arial"/>
              </a:rPr>
              <a:t> </a:t>
            </a:r>
            <a:r>
              <a:rPr sz="2000" b="1" i="1" spc="-5" dirty="0">
                <a:cs typeface="Arial"/>
              </a:rPr>
              <a:t>Data</a:t>
            </a:r>
            <a:r>
              <a:rPr sz="2000" b="1" i="1" spc="15" dirty="0">
                <a:cs typeface="Arial"/>
              </a:rPr>
              <a:t> </a:t>
            </a:r>
            <a:r>
              <a:rPr sz="2000" spc="-5" dirty="0">
                <a:cs typeface="Arial MT"/>
              </a:rPr>
              <a:t>and</a:t>
            </a:r>
            <a:r>
              <a:rPr sz="2000" spc="20" dirty="0">
                <a:cs typeface="Arial MT"/>
              </a:rPr>
              <a:t> </a:t>
            </a:r>
            <a:r>
              <a:rPr sz="2000" b="1" i="1" dirty="0">
                <a:cs typeface="Arial"/>
              </a:rPr>
              <a:t>Quality</a:t>
            </a:r>
            <a:r>
              <a:rPr sz="2000" b="1" i="1" spc="-10" dirty="0">
                <a:cs typeface="Arial"/>
              </a:rPr>
              <a:t> </a:t>
            </a:r>
            <a:r>
              <a:rPr sz="2000" b="1" i="1" dirty="0">
                <a:cs typeface="Arial"/>
              </a:rPr>
              <a:t>form</a:t>
            </a:r>
            <a:r>
              <a:rPr sz="2000" b="1" i="1" spc="5" dirty="0">
                <a:cs typeface="Arial"/>
              </a:rPr>
              <a:t> </a:t>
            </a:r>
            <a:r>
              <a:rPr sz="2000" b="1" i="1" spc="-5" dirty="0">
                <a:cs typeface="Arial"/>
              </a:rPr>
              <a:t>Data</a:t>
            </a:r>
            <a:endParaRPr sz="2000" dirty="0">
              <a:cs typeface="Arial"/>
            </a:endParaRPr>
          </a:p>
        </p:txBody>
      </p:sp>
      <p:sp>
        <p:nvSpPr>
          <p:cNvPr id="4" name="Slide Number Placeholder 3">
            <a:extLst>
              <a:ext uri="{FF2B5EF4-FFF2-40B4-BE49-F238E27FC236}">
                <a16:creationId xmlns:a16="http://schemas.microsoft.com/office/drawing/2014/main" id="{6D5600A9-B406-C3E5-E065-37762FC7770A}"/>
              </a:ext>
            </a:extLst>
          </p:cNvPr>
          <p:cNvSpPr>
            <a:spLocks noGrp="1"/>
          </p:cNvSpPr>
          <p:nvPr>
            <p:ph type="sldNum" sz="quarter" idx="7"/>
          </p:nvPr>
        </p:nvSpPr>
        <p:spPr/>
        <p:txBody>
          <a:bodyPr/>
          <a:lstStyle/>
          <a:p>
            <a:fld id="{B6F15528-21DE-4FAA-801E-634DDDAF4B2B}" type="slidenum">
              <a:rPr lang="en-US" smtClean="0"/>
              <a:t>63</a:t>
            </a:fld>
            <a:endParaRPr lang="en-US"/>
          </a:p>
        </p:txBody>
      </p:sp>
      <p:sp>
        <p:nvSpPr>
          <p:cNvPr id="7" name="Rectangle 6">
            <a:extLst>
              <a:ext uri="{FF2B5EF4-FFF2-40B4-BE49-F238E27FC236}">
                <a16:creationId xmlns:a16="http://schemas.microsoft.com/office/drawing/2014/main" id="{A9941F3D-E613-4408-A347-B316233051F7}"/>
              </a:ext>
            </a:extLst>
          </p:cNvPr>
          <p:cNvSpPr/>
          <p:nvPr/>
        </p:nvSpPr>
        <p:spPr>
          <a:xfrm>
            <a:off x="3810000" y="1885950"/>
            <a:ext cx="152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CUSUM</a:t>
            </a:r>
          </a:p>
        </p:txBody>
      </p:sp>
      <p:sp>
        <p:nvSpPr>
          <p:cNvPr id="8" name="Rectangle 7">
            <a:extLst>
              <a:ext uri="{FF2B5EF4-FFF2-40B4-BE49-F238E27FC236}">
                <a16:creationId xmlns:a16="http://schemas.microsoft.com/office/drawing/2014/main" id="{2E0D68CB-7910-4D2C-9E2E-D2EE75B3C21F}"/>
              </a:ext>
            </a:extLst>
          </p:cNvPr>
          <p:cNvSpPr/>
          <p:nvPr/>
        </p:nvSpPr>
        <p:spPr>
          <a:xfrm>
            <a:off x="3742660" y="2770950"/>
            <a:ext cx="1658679" cy="613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Sandalina_CUSUM</a:t>
            </a:r>
            <a:endParaRPr lang="en-US" sz="1400" dirty="0"/>
          </a:p>
        </p:txBody>
      </p:sp>
      <p:sp>
        <p:nvSpPr>
          <p:cNvPr id="9" name="Rectangle 8">
            <a:extLst>
              <a:ext uri="{FF2B5EF4-FFF2-40B4-BE49-F238E27FC236}">
                <a16:creationId xmlns:a16="http://schemas.microsoft.com/office/drawing/2014/main" id="{1B470CC1-498D-4655-9770-A5835DA51C32}"/>
              </a:ext>
            </a:extLst>
          </p:cNvPr>
          <p:cNvSpPr/>
          <p:nvPr/>
        </p:nvSpPr>
        <p:spPr>
          <a:xfrm>
            <a:off x="3742659" y="3811804"/>
            <a:ext cx="1658679" cy="613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Sandalina_CUSUM_TFM</a:t>
            </a:r>
            <a:endParaRPr lang="en-US" sz="1400" dirty="0"/>
          </a:p>
        </p:txBody>
      </p:sp>
      <p:sp>
        <p:nvSpPr>
          <p:cNvPr id="10" name="Rectangle 9">
            <a:extLst>
              <a:ext uri="{FF2B5EF4-FFF2-40B4-BE49-F238E27FC236}">
                <a16:creationId xmlns:a16="http://schemas.microsoft.com/office/drawing/2014/main" id="{EF0E4601-1B69-43F9-8728-E84F9919A816}"/>
              </a:ext>
            </a:extLst>
          </p:cNvPr>
          <p:cNvSpPr/>
          <p:nvPr/>
        </p:nvSpPr>
        <p:spPr>
          <a:xfrm>
            <a:off x="6400800" y="3816186"/>
            <a:ext cx="1524000" cy="6086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Sandalina_CUSUM_NO</a:t>
            </a:r>
            <a:endParaRPr lang="en-US" sz="1400" dirty="0"/>
          </a:p>
        </p:txBody>
      </p:sp>
      <p:sp>
        <p:nvSpPr>
          <p:cNvPr id="11" name="Arrow: Down 10">
            <a:extLst>
              <a:ext uri="{FF2B5EF4-FFF2-40B4-BE49-F238E27FC236}">
                <a16:creationId xmlns:a16="http://schemas.microsoft.com/office/drawing/2014/main" id="{52D16D2D-304E-4FEE-B917-356891A423C3}"/>
              </a:ext>
            </a:extLst>
          </p:cNvPr>
          <p:cNvSpPr/>
          <p:nvPr/>
        </p:nvSpPr>
        <p:spPr>
          <a:xfrm>
            <a:off x="4572000" y="2343150"/>
            <a:ext cx="45719" cy="427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A2001D85-A285-4516-B171-79EA1B5660BD}"/>
              </a:ext>
            </a:extLst>
          </p:cNvPr>
          <p:cNvSpPr/>
          <p:nvPr/>
        </p:nvSpPr>
        <p:spPr>
          <a:xfrm>
            <a:off x="4572000" y="3384004"/>
            <a:ext cx="45719" cy="427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444C2B51-A704-4853-B42A-14D0A74DCF72}"/>
              </a:ext>
            </a:extLst>
          </p:cNvPr>
          <p:cNvSpPr/>
          <p:nvPr/>
        </p:nvSpPr>
        <p:spPr>
          <a:xfrm>
            <a:off x="5401338" y="4095750"/>
            <a:ext cx="99946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47700" cy="5143500"/>
          </a:xfrm>
          <a:custGeom>
            <a:avLst/>
            <a:gdLst/>
            <a:ahLst/>
            <a:cxnLst/>
            <a:rect l="l" t="t" r="r" b="b"/>
            <a:pathLst>
              <a:path w="647700" h="5143500">
                <a:moveTo>
                  <a:pt x="647700" y="0"/>
                </a:moveTo>
                <a:lnTo>
                  <a:pt x="0" y="0"/>
                </a:lnTo>
                <a:lnTo>
                  <a:pt x="0" y="5143500"/>
                </a:lnTo>
                <a:lnTo>
                  <a:pt x="647700" y="5143500"/>
                </a:lnTo>
                <a:lnTo>
                  <a:pt x="647700" y="0"/>
                </a:lnTo>
                <a:close/>
              </a:path>
            </a:pathLst>
          </a:custGeom>
          <a:solidFill>
            <a:srgbClr val="D2D2D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p:nvPr/>
        </p:nvSpPr>
        <p:spPr>
          <a:xfrm>
            <a:off x="7703819" y="4604003"/>
            <a:ext cx="721360" cy="539750"/>
          </a:xfrm>
          <a:custGeom>
            <a:avLst/>
            <a:gdLst/>
            <a:ahLst/>
            <a:cxnLst/>
            <a:rect l="l" t="t" r="r" b="b"/>
            <a:pathLst>
              <a:path w="721359" h="539750">
                <a:moveTo>
                  <a:pt x="720851" y="539494"/>
                </a:moveTo>
                <a:lnTo>
                  <a:pt x="720851" y="0"/>
                </a:lnTo>
                <a:lnTo>
                  <a:pt x="0" y="0"/>
                </a:lnTo>
                <a:lnTo>
                  <a:pt x="0" y="539494"/>
                </a:lnTo>
              </a:path>
            </a:pathLst>
          </a:custGeom>
          <a:ln w="9525">
            <a:solidFill>
              <a:srgbClr val="4475C9"/>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18181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p:nvPr/>
        </p:nvSpPr>
        <p:spPr>
          <a:xfrm>
            <a:off x="143255" y="539495"/>
            <a:ext cx="36830" cy="36830"/>
          </a:xfrm>
          <a:custGeom>
            <a:avLst/>
            <a:gdLst/>
            <a:ahLst/>
            <a:cxnLst/>
            <a:rect l="l" t="t" r="r" b="b"/>
            <a:pathLst>
              <a:path w="36830" h="36829">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object 15"/>
          <p:cNvSpPr/>
          <p:nvPr/>
        </p:nvSpPr>
        <p:spPr>
          <a:xfrm>
            <a:off x="143255" y="899160"/>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143255" y="1258824"/>
            <a:ext cx="36830" cy="36830"/>
          </a:xfrm>
          <a:custGeom>
            <a:avLst/>
            <a:gdLst/>
            <a:ahLst/>
            <a:cxnLst/>
            <a:rect l="l" t="t" r="r" b="b"/>
            <a:pathLst>
              <a:path w="36830" h="36830">
                <a:moveTo>
                  <a:pt x="18288" y="0"/>
                </a:moveTo>
                <a:lnTo>
                  <a:pt x="11171" y="1428"/>
                </a:lnTo>
                <a:lnTo>
                  <a:pt x="5357" y="5334"/>
                </a:lnTo>
                <a:lnTo>
                  <a:pt x="1437" y="11144"/>
                </a:lnTo>
                <a:lnTo>
                  <a:pt x="0" y="18287"/>
                </a:lnTo>
                <a:lnTo>
                  <a:pt x="1437" y="25431"/>
                </a:lnTo>
                <a:lnTo>
                  <a:pt x="5357" y="31241"/>
                </a:lnTo>
                <a:lnTo>
                  <a:pt x="11171" y="35147"/>
                </a:lnTo>
                <a:lnTo>
                  <a:pt x="18288" y="36575"/>
                </a:lnTo>
                <a:lnTo>
                  <a:pt x="25404" y="35147"/>
                </a:lnTo>
                <a:lnTo>
                  <a:pt x="31218" y="31241"/>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p:nvPr/>
        </p:nvSpPr>
        <p:spPr>
          <a:xfrm>
            <a:off x="143255" y="1620011"/>
            <a:ext cx="36830" cy="35560"/>
          </a:xfrm>
          <a:custGeom>
            <a:avLst/>
            <a:gdLst/>
            <a:ahLst/>
            <a:cxnLst/>
            <a:rect l="l" t="t" r="r" b="b"/>
            <a:pathLst>
              <a:path w="36830" h="35560">
                <a:moveTo>
                  <a:pt x="28384" y="0"/>
                </a:moveTo>
                <a:lnTo>
                  <a:pt x="8191" y="0"/>
                </a:lnTo>
                <a:lnTo>
                  <a:pt x="0" y="7874"/>
                </a:lnTo>
                <a:lnTo>
                  <a:pt x="0" y="17525"/>
                </a:lnTo>
                <a:lnTo>
                  <a:pt x="0" y="27177"/>
                </a:lnTo>
                <a:lnTo>
                  <a:pt x="8191" y="35051"/>
                </a:lnTo>
                <a:lnTo>
                  <a:pt x="28384" y="35051"/>
                </a:lnTo>
                <a:lnTo>
                  <a:pt x="36576" y="27177"/>
                </a:lnTo>
                <a:lnTo>
                  <a:pt x="36576"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18"/>
          <p:cNvSpPr/>
          <p:nvPr/>
        </p:nvSpPr>
        <p:spPr>
          <a:xfrm>
            <a:off x="143255" y="1979676"/>
            <a:ext cx="36830" cy="36830"/>
          </a:xfrm>
          <a:custGeom>
            <a:avLst/>
            <a:gdLst/>
            <a:ahLst/>
            <a:cxnLst/>
            <a:rect l="l" t="t" r="r" b="b"/>
            <a:pathLst>
              <a:path w="36830" h="36830">
                <a:moveTo>
                  <a:pt x="18288" y="0"/>
                </a:moveTo>
                <a:lnTo>
                  <a:pt x="11171" y="1428"/>
                </a:lnTo>
                <a:lnTo>
                  <a:pt x="5357" y="5333"/>
                </a:lnTo>
                <a:lnTo>
                  <a:pt x="1437" y="11144"/>
                </a:lnTo>
                <a:lnTo>
                  <a:pt x="0" y="18287"/>
                </a:lnTo>
                <a:lnTo>
                  <a:pt x="1437" y="25431"/>
                </a:lnTo>
                <a:lnTo>
                  <a:pt x="5357" y="31241"/>
                </a:lnTo>
                <a:lnTo>
                  <a:pt x="11171" y="35147"/>
                </a:lnTo>
                <a:lnTo>
                  <a:pt x="18288" y="36575"/>
                </a:lnTo>
                <a:lnTo>
                  <a:pt x="25404" y="35147"/>
                </a:lnTo>
                <a:lnTo>
                  <a:pt x="31218" y="31242"/>
                </a:lnTo>
                <a:lnTo>
                  <a:pt x="35138" y="25431"/>
                </a:lnTo>
                <a:lnTo>
                  <a:pt x="36576" y="18287"/>
                </a:lnTo>
                <a:lnTo>
                  <a:pt x="35138" y="11144"/>
                </a:lnTo>
                <a:lnTo>
                  <a:pt x="31218" y="5334"/>
                </a:lnTo>
                <a:lnTo>
                  <a:pt x="25404"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467868" y="539495"/>
            <a:ext cx="36830" cy="36830"/>
          </a:xfrm>
          <a:custGeom>
            <a:avLst/>
            <a:gdLst/>
            <a:ahLst/>
            <a:cxnLst/>
            <a:rect l="l" t="t" r="r" b="b"/>
            <a:pathLst>
              <a:path w="36829" h="36829">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object 20"/>
          <p:cNvSpPr/>
          <p:nvPr/>
        </p:nvSpPr>
        <p:spPr>
          <a:xfrm>
            <a:off x="467868" y="899160"/>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467868" y="1258824"/>
            <a:ext cx="36830" cy="36830"/>
          </a:xfrm>
          <a:custGeom>
            <a:avLst/>
            <a:gdLst/>
            <a:ahLst/>
            <a:cxnLst/>
            <a:rect l="l" t="t" r="r" b="b"/>
            <a:pathLst>
              <a:path w="36829" h="36830">
                <a:moveTo>
                  <a:pt x="18287" y="0"/>
                </a:moveTo>
                <a:lnTo>
                  <a:pt x="11171" y="1428"/>
                </a:lnTo>
                <a:lnTo>
                  <a:pt x="5357" y="5334"/>
                </a:lnTo>
                <a:lnTo>
                  <a:pt x="1437" y="11144"/>
                </a:lnTo>
                <a:lnTo>
                  <a:pt x="0" y="18287"/>
                </a:lnTo>
                <a:lnTo>
                  <a:pt x="1437" y="25431"/>
                </a:lnTo>
                <a:lnTo>
                  <a:pt x="5357" y="31241"/>
                </a:lnTo>
                <a:lnTo>
                  <a:pt x="11171" y="35147"/>
                </a:lnTo>
                <a:lnTo>
                  <a:pt x="18287" y="36575"/>
                </a:lnTo>
                <a:lnTo>
                  <a:pt x="25404" y="35147"/>
                </a:lnTo>
                <a:lnTo>
                  <a:pt x="31218" y="31241"/>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p:nvPr/>
        </p:nvSpPr>
        <p:spPr>
          <a:xfrm>
            <a:off x="467868" y="1620011"/>
            <a:ext cx="36830" cy="35560"/>
          </a:xfrm>
          <a:custGeom>
            <a:avLst/>
            <a:gdLst/>
            <a:ahLst/>
            <a:cxnLst/>
            <a:rect l="l" t="t" r="r" b="b"/>
            <a:pathLst>
              <a:path w="36829" h="35560">
                <a:moveTo>
                  <a:pt x="28384" y="0"/>
                </a:moveTo>
                <a:lnTo>
                  <a:pt x="8191" y="0"/>
                </a:lnTo>
                <a:lnTo>
                  <a:pt x="0" y="7874"/>
                </a:lnTo>
                <a:lnTo>
                  <a:pt x="0" y="17525"/>
                </a:lnTo>
                <a:lnTo>
                  <a:pt x="0" y="27177"/>
                </a:lnTo>
                <a:lnTo>
                  <a:pt x="8191" y="35051"/>
                </a:lnTo>
                <a:lnTo>
                  <a:pt x="28384" y="35051"/>
                </a:lnTo>
                <a:lnTo>
                  <a:pt x="36575" y="27177"/>
                </a:lnTo>
                <a:lnTo>
                  <a:pt x="36575" y="7874"/>
                </a:lnTo>
                <a:lnTo>
                  <a:pt x="28384"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object 23"/>
          <p:cNvSpPr/>
          <p:nvPr/>
        </p:nvSpPr>
        <p:spPr>
          <a:xfrm>
            <a:off x="467868" y="1979676"/>
            <a:ext cx="36830" cy="36830"/>
          </a:xfrm>
          <a:custGeom>
            <a:avLst/>
            <a:gdLst/>
            <a:ahLst/>
            <a:cxnLst/>
            <a:rect l="l" t="t" r="r" b="b"/>
            <a:pathLst>
              <a:path w="36829" h="36830">
                <a:moveTo>
                  <a:pt x="18287" y="0"/>
                </a:moveTo>
                <a:lnTo>
                  <a:pt x="11171" y="1428"/>
                </a:lnTo>
                <a:lnTo>
                  <a:pt x="5357" y="5333"/>
                </a:lnTo>
                <a:lnTo>
                  <a:pt x="1437" y="11144"/>
                </a:lnTo>
                <a:lnTo>
                  <a:pt x="0" y="18287"/>
                </a:lnTo>
                <a:lnTo>
                  <a:pt x="1437" y="25431"/>
                </a:lnTo>
                <a:lnTo>
                  <a:pt x="5357" y="31241"/>
                </a:lnTo>
                <a:lnTo>
                  <a:pt x="11171" y="35147"/>
                </a:lnTo>
                <a:lnTo>
                  <a:pt x="18287" y="36575"/>
                </a:lnTo>
                <a:lnTo>
                  <a:pt x="25404" y="35147"/>
                </a:lnTo>
                <a:lnTo>
                  <a:pt x="31218" y="31242"/>
                </a:lnTo>
                <a:lnTo>
                  <a:pt x="35138" y="25431"/>
                </a:lnTo>
                <a:lnTo>
                  <a:pt x="36575" y="18287"/>
                </a:lnTo>
                <a:lnTo>
                  <a:pt x="35138" y="11144"/>
                </a:lnTo>
                <a:lnTo>
                  <a:pt x="31218" y="5334"/>
                </a:lnTo>
                <a:lnTo>
                  <a:pt x="25404" y="1428"/>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24"/>
          <p:cNvSpPr/>
          <p:nvPr/>
        </p:nvSpPr>
        <p:spPr>
          <a:xfrm>
            <a:off x="8639556" y="3127248"/>
            <a:ext cx="36830" cy="36830"/>
          </a:xfrm>
          <a:custGeom>
            <a:avLst/>
            <a:gdLst/>
            <a:ahLst/>
            <a:cxnLst/>
            <a:rect l="l" t="t" r="r" b="b"/>
            <a:pathLst>
              <a:path w="36829" h="36830">
                <a:moveTo>
                  <a:pt x="18288" y="0"/>
                </a:moveTo>
                <a:lnTo>
                  <a:pt x="11144" y="1428"/>
                </a:lnTo>
                <a:lnTo>
                  <a:pt x="5333" y="5333"/>
                </a:lnTo>
                <a:lnTo>
                  <a:pt x="1428" y="11144"/>
                </a:lnTo>
                <a:lnTo>
                  <a:pt x="0" y="18287"/>
                </a:lnTo>
                <a:lnTo>
                  <a:pt x="1428" y="25431"/>
                </a:lnTo>
                <a:lnTo>
                  <a:pt x="5334" y="31241"/>
                </a:lnTo>
                <a:lnTo>
                  <a:pt x="11144" y="35147"/>
                </a:lnTo>
                <a:lnTo>
                  <a:pt x="18288" y="36575"/>
                </a:lnTo>
                <a:lnTo>
                  <a:pt x="25431" y="35147"/>
                </a:lnTo>
                <a:lnTo>
                  <a:pt x="31242" y="31242"/>
                </a:lnTo>
                <a:lnTo>
                  <a:pt x="35147" y="25431"/>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bject 25"/>
          <p:cNvSpPr/>
          <p:nvPr/>
        </p:nvSpPr>
        <p:spPr>
          <a:xfrm>
            <a:off x="8639556" y="3488435"/>
            <a:ext cx="36830" cy="35560"/>
          </a:xfrm>
          <a:custGeom>
            <a:avLst/>
            <a:gdLst/>
            <a:ahLst/>
            <a:cxnLst/>
            <a:rect l="l" t="t" r="r" b="b"/>
            <a:pathLst>
              <a:path w="36829" h="35560">
                <a:moveTo>
                  <a:pt x="28448" y="0"/>
                </a:moveTo>
                <a:lnTo>
                  <a:pt x="8127" y="0"/>
                </a:lnTo>
                <a:lnTo>
                  <a:pt x="0" y="7874"/>
                </a:lnTo>
                <a:lnTo>
                  <a:pt x="0" y="17525"/>
                </a:lnTo>
                <a:lnTo>
                  <a:pt x="0" y="27177"/>
                </a:lnTo>
                <a:lnTo>
                  <a:pt x="8127" y="35051"/>
                </a:lnTo>
                <a:lnTo>
                  <a:pt x="28448" y="35051"/>
                </a:lnTo>
                <a:lnTo>
                  <a:pt x="36575" y="27177"/>
                </a:lnTo>
                <a:lnTo>
                  <a:pt x="36575" y="7874"/>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object 26"/>
          <p:cNvSpPr/>
          <p:nvPr/>
        </p:nvSpPr>
        <p:spPr>
          <a:xfrm>
            <a:off x="8639556" y="3848100"/>
            <a:ext cx="36830" cy="36830"/>
          </a:xfrm>
          <a:custGeom>
            <a:avLst/>
            <a:gdLst/>
            <a:ahLst/>
            <a:cxnLst/>
            <a:rect l="l" t="t" r="r" b="b"/>
            <a:pathLst>
              <a:path w="36829" h="36829">
                <a:moveTo>
                  <a:pt x="18288" y="0"/>
                </a:moveTo>
                <a:lnTo>
                  <a:pt x="11144" y="1428"/>
                </a:lnTo>
                <a:lnTo>
                  <a:pt x="5333" y="5334"/>
                </a:lnTo>
                <a:lnTo>
                  <a:pt x="1428" y="11144"/>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44"/>
                </a:lnTo>
                <a:lnTo>
                  <a:pt x="31242" y="5334"/>
                </a:lnTo>
                <a:lnTo>
                  <a:pt x="25431" y="1428"/>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p:nvPr/>
        </p:nvSpPr>
        <p:spPr>
          <a:xfrm>
            <a:off x="8639556" y="4207764"/>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28"/>
          <p:cNvSpPr/>
          <p:nvPr/>
        </p:nvSpPr>
        <p:spPr>
          <a:xfrm>
            <a:off x="8639556" y="4567428"/>
            <a:ext cx="36830" cy="36830"/>
          </a:xfrm>
          <a:custGeom>
            <a:avLst/>
            <a:gdLst/>
            <a:ahLst/>
            <a:cxnLst/>
            <a:rect l="l" t="t" r="r" b="b"/>
            <a:pathLst>
              <a:path w="36829" h="36829">
                <a:moveTo>
                  <a:pt x="18288" y="0"/>
                </a:moveTo>
                <a:lnTo>
                  <a:pt x="11144" y="1437"/>
                </a:lnTo>
                <a:lnTo>
                  <a:pt x="5333" y="5357"/>
                </a:lnTo>
                <a:lnTo>
                  <a:pt x="1428" y="11171"/>
                </a:lnTo>
                <a:lnTo>
                  <a:pt x="0" y="18288"/>
                </a:lnTo>
                <a:lnTo>
                  <a:pt x="1428" y="25404"/>
                </a:lnTo>
                <a:lnTo>
                  <a:pt x="5334" y="31218"/>
                </a:lnTo>
                <a:lnTo>
                  <a:pt x="11144" y="35138"/>
                </a:lnTo>
                <a:lnTo>
                  <a:pt x="18288" y="36576"/>
                </a:lnTo>
                <a:lnTo>
                  <a:pt x="25431" y="35138"/>
                </a:lnTo>
                <a:lnTo>
                  <a:pt x="31242" y="31218"/>
                </a:lnTo>
                <a:lnTo>
                  <a:pt x="35147" y="25404"/>
                </a:lnTo>
                <a:lnTo>
                  <a:pt x="36575" y="18288"/>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bject 29"/>
          <p:cNvSpPr/>
          <p:nvPr/>
        </p:nvSpPr>
        <p:spPr>
          <a:xfrm>
            <a:off x="8964168" y="3127248"/>
            <a:ext cx="35560" cy="36830"/>
          </a:xfrm>
          <a:custGeom>
            <a:avLst/>
            <a:gdLst/>
            <a:ahLst/>
            <a:cxnLst/>
            <a:rect l="l" t="t" r="r" b="b"/>
            <a:pathLst>
              <a:path w="35559" h="36830">
                <a:moveTo>
                  <a:pt x="27177" y="0"/>
                </a:moveTo>
                <a:lnTo>
                  <a:pt x="7874" y="0"/>
                </a:lnTo>
                <a:lnTo>
                  <a:pt x="0" y="8127"/>
                </a:lnTo>
                <a:lnTo>
                  <a:pt x="0" y="18287"/>
                </a:lnTo>
                <a:lnTo>
                  <a:pt x="0" y="28447"/>
                </a:lnTo>
                <a:lnTo>
                  <a:pt x="7874" y="36575"/>
                </a:lnTo>
                <a:lnTo>
                  <a:pt x="27177" y="36575"/>
                </a:lnTo>
                <a:lnTo>
                  <a:pt x="35051" y="28447"/>
                </a:lnTo>
                <a:lnTo>
                  <a:pt x="35051" y="8127"/>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30"/>
          <p:cNvSpPr/>
          <p:nvPr/>
        </p:nvSpPr>
        <p:spPr>
          <a:xfrm>
            <a:off x="8964168" y="3488435"/>
            <a:ext cx="35560" cy="35560"/>
          </a:xfrm>
          <a:custGeom>
            <a:avLst/>
            <a:gdLst/>
            <a:ahLst/>
            <a:cxnLst/>
            <a:rect l="l" t="t" r="r" b="b"/>
            <a:pathLst>
              <a:path w="35559" h="35560">
                <a:moveTo>
                  <a:pt x="27177" y="0"/>
                </a:moveTo>
                <a:lnTo>
                  <a:pt x="7874" y="0"/>
                </a:lnTo>
                <a:lnTo>
                  <a:pt x="0" y="7874"/>
                </a:lnTo>
                <a:lnTo>
                  <a:pt x="0" y="17525"/>
                </a:lnTo>
                <a:lnTo>
                  <a:pt x="0" y="27177"/>
                </a:lnTo>
                <a:lnTo>
                  <a:pt x="7874" y="35051"/>
                </a:lnTo>
                <a:lnTo>
                  <a:pt x="27177" y="35051"/>
                </a:lnTo>
                <a:lnTo>
                  <a:pt x="35051" y="27177"/>
                </a:lnTo>
                <a:lnTo>
                  <a:pt x="35051" y="7874"/>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8964168" y="3848100"/>
            <a:ext cx="35560" cy="36830"/>
          </a:xfrm>
          <a:custGeom>
            <a:avLst/>
            <a:gdLst/>
            <a:ahLst/>
            <a:cxnLst/>
            <a:rect l="l" t="t" r="r" b="b"/>
            <a:pathLst>
              <a:path w="35559" h="36829">
                <a:moveTo>
                  <a:pt x="27177" y="0"/>
                </a:moveTo>
                <a:lnTo>
                  <a:pt x="7874" y="0"/>
                </a:lnTo>
                <a:lnTo>
                  <a:pt x="0" y="8128"/>
                </a:lnTo>
                <a:lnTo>
                  <a:pt x="0" y="18287"/>
                </a:lnTo>
                <a:lnTo>
                  <a:pt x="0" y="28384"/>
                </a:lnTo>
                <a:lnTo>
                  <a:pt x="7874" y="36575"/>
                </a:lnTo>
                <a:lnTo>
                  <a:pt x="27177" y="36575"/>
                </a:lnTo>
                <a:lnTo>
                  <a:pt x="35051" y="28384"/>
                </a:lnTo>
                <a:lnTo>
                  <a:pt x="35051" y="8128"/>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p:nvPr/>
        </p:nvSpPr>
        <p:spPr>
          <a:xfrm>
            <a:off x="8964168" y="4207764"/>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33"/>
          <p:cNvSpPr/>
          <p:nvPr/>
        </p:nvSpPr>
        <p:spPr>
          <a:xfrm>
            <a:off x="8964168" y="4567428"/>
            <a:ext cx="35560" cy="36830"/>
          </a:xfrm>
          <a:custGeom>
            <a:avLst/>
            <a:gdLst/>
            <a:ahLst/>
            <a:cxnLst/>
            <a:rect l="l" t="t" r="r" b="b"/>
            <a:pathLst>
              <a:path w="35559" h="36829">
                <a:moveTo>
                  <a:pt x="27177" y="0"/>
                </a:moveTo>
                <a:lnTo>
                  <a:pt x="7874" y="0"/>
                </a:lnTo>
                <a:lnTo>
                  <a:pt x="0" y="8191"/>
                </a:lnTo>
                <a:lnTo>
                  <a:pt x="0" y="18288"/>
                </a:lnTo>
                <a:lnTo>
                  <a:pt x="0" y="28384"/>
                </a:lnTo>
                <a:lnTo>
                  <a:pt x="7874" y="36576"/>
                </a:lnTo>
                <a:lnTo>
                  <a:pt x="27177" y="36576"/>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object 34"/>
          <p:cNvSpPr/>
          <p:nvPr/>
        </p:nvSpPr>
        <p:spPr>
          <a:xfrm>
            <a:off x="7235952" y="4693920"/>
            <a:ext cx="36830" cy="36830"/>
          </a:xfrm>
          <a:custGeom>
            <a:avLst/>
            <a:gdLst/>
            <a:ahLst/>
            <a:cxnLst/>
            <a:rect l="l" t="t" r="r" b="b"/>
            <a:pathLst>
              <a:path w="36829" h="36829">
                <a:moveTo>
                  <a:pt x="18288" y="0"/>
                </a:moveTo>
                <a:lnTo>
                  <a:pt x="11144" y="1437"/>
                </a:lnTo>
                <a:lnTo>
                  <a:pt x="5333" y="5357"/>
                </a:lnTo>
                <a:lnTo>
                  <a:pt x="1428" y="11171"/>
                </a:lnTo>
                <a:lnTo>
                  <a:pt x="0" y="18287"/>
                </a:lnTo>
                <a:lnTo>
                  <a:pt x="1428" y="25404"/>
                </a:lnTo>
                <a:lnTo>
                  <a:pt x="5334" y="31218"/>
                </a:lnTo>
                <a:lnTo>
                  <a:pt x="11144" y="35138"/>
                </a:lnTo>
                <a:lnTo>
                  <a:pt x="18288" y="36575"/>
                </a:lnTo>
                <a:lnTo>
                  <a:pt x="25431" y="35138"/>
                </a:lnTo>
                <a:lnTo>
                  <a:pt x="31242" y="31218"/>
                </a:lnTo>
                <a:lnTo>
                  <a:pt x="35147" y="25404"/>
                </a:lnTo>
                <a:lnTo>
                  <a:pt x="36575" y="18287"/>
                </a:lnTo>
                <a:lnTo>
                  <a:pt x="35147" y="11171"/>
                </a:lnTo>
                <a:lnTo>
                  <a:pt x="31242" y="5357"/>
                </a:lnTo>
                <a:lnTo>
                  <a:pt x="25431" y="1437"/>
                </a:lnTo>
                <a:lnTo>
                  <a:pt x="1828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object 35"/>
          <p:cNvSpPr/>
          <p:nvPr/>
        </p:nvSpPr>
        <p:spPr>
          <a:xfrm>
            <a:off x="6876288"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1"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object 36"/>
          <p:cNvSpPr/>
          <p:nvPr/>
        </p:nvSpPr>
        <p:spPr>
          <a:xfrm>
            <a:off x="6516623" y="4693920"/>
            <a:ext cx="36830" cy="36830"/>
          </a:xfrm>
          <a:custGeom>
            <a:avLst/>
            <a:gdLst/>
            <a:ahLst/>
            <a:cxnLst/>
            <a:rect l="l" t="t" r="r" b="b"/>
            <a:pathLst>
              <a:path w="36829" h="36829">
                <a:moveTo>
                  <a:pt x="18287" y="0"/>
                </a:moveTo>
                <a:lnTo>
                  <a:pt x="11144" y="1437"/>
                </a:lnTo>
                <a:lnTo>
                  <a:pt x="5333" y="5357"/>
                </a:lnTo>
                <a:lnTo>
                  <a:pt x="1428" y="11171"/>
                </a:lnTo>
                <a:lnTo>
                  <a:pt x="0" y="18287"/>
                </a:lnTo>
                <a:lnTo>
                  <a:pt x="1428" y="25404"/>
                </a:lnTo>
                <a:lnTo>
                  <a:pt x="5333" y="31218"/>
                </a:lnTo>
                <a:lnTo>
                  <a:pt x="11144" y="35138"/>
                </a:lnTo>
                <a:lnTo>
                  <a:pt x="18287" y="36575"/>
                </a:lnTo>
                <a:lnTo>
                  <a:pt x="25431" y="35138"/>
                </a:lnTo>
                <a:lnTo>
                  <a:pt x="31242" y="31218"/>
                </a:lnTo>
                <a:lnTo>
                  <a:pt x="35147" y="25404"/>
                </a:lnTo>
                <a:lnTo>
                  <a:pt x="36575" y="18287"/>
                </a:lnTo>
                <a:lnTo>
                  <a:pt x="35147" y="11171"/>
                </a:lnTo>
                <a:lnTo>
                  <a:pt x="31241" y="5357"/>
                </a:lnTo>
                <a:lnTo>
                  <a:pt x="25431" y="1437"/>
                </a:lnTo>
                <a:lnTo>
                  <a:pt x="1828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object 37"/>
          <p:cNvSpPr/>
          <p:nvPr/>
        </p:nvSpPr>
        <p:spPr>
          <a:xfrm>
            <a:off x="6156959"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object 38"/>
          <p:cNvSpPr/>
          <p:nvPr/>
        </p:nvSpPr>
        <p:spPr>
          <a:xfrm>
            <a:off x="5797296" y="4693920"/>
            <a:ext cx="35560" cy="36830"/>
          </a:xfrm>
          <a:custGeom>
            <a:avLst/>
            <a:gdLst/>
            <a:ahLst/>
            <a:cxnLst/>
            <a:rect l="l" t="t" r="r" b="b"/>
            <a:pathLst>
              <a:path w="35560" h="36829">
                <a:moveTo>
                  <a:pt x="27177" y="0"/>
                </a:moveTo>
                <a:lnTo>
                  <a:pt x="7874" y="0"/>
                </a:lnTo>
                <a:lnTo>
                  <a:pt x="0" y="8191"/>
                </a:lnTo>
                <a:lnTo>
                  <a:pt x="0" y="18287"/>
                </a:lnTo>
                <a:lnTo>
                  <a:pt x="0" y="28384"/>
                </a:lnTo>
                <a:lnTo>
                  <a:pt x="7874" y="36575"/>
                </a:lnTo>
                <a:lnTo>
                  <a:pt x="27177" y="36575"/>
                </a:lnTo>
                <a:lnTo>
                  <a:pt x="35051" y="28384"/>
                </a:lnTo>
                <a:lnTo>
                  <a:pt x="35051" y="8191"/>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object 39"/>
          <p:cNvSpPr/>
          <p:nvPr/>
        </p:nvSpPr>
        <p:spPr>
          <a:xfrm>
            <a:off x="7235952"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40"/>
          <p:cNvSpPr/>
          <p:nvPr/>
        </p:nvSpPr>
        <p:spPr>
          <a:xfrm>
            <a:off x="6876288" y="5018532"/>
            <a:ext cx="36830" cy="35560"/>
          </a:xfrm>
          <a:custGeom>
            <a:avLst/>
            <a:gdLst/>
            <a:ahLst/>
            <a:cxnLst/>
            <a:rect l="l" t="t" r="r" b="b"/>
            <a:pathLst>
              <a:path w="36829" h="35560">
                <a:moveTo>
                  <a:pt x="28447" y="0"/>
                </a:moveTo>
                <a:lnTo>
                  <a:pt x="8127" y="0"/>
                </a:lnTo>
                <a:lnTo>
                  <a:pt x="0" y="7846"/>
                </a:lnTo>
                <a:lnTo>
                  <a:pt x="0" y="17525"/>
                </a:lnTo>
                <a:lnTo>
                  <a:pt x="0" y="27204"/>
                </a:lnTo>
                <a:lnTo>
                  <a:pt x="8127" y="35051"/>
                </a:lnTo>
                <a:lnTo>
                  <a:pt x="28447" y="35051"/>
                </a:lnTo>
                <a:lnTo>
                  <a:pt x="36575" y="27204"/>
                </a:lnTo>
                <a:lnTo>
                  <a:pt x="36575" y="7846"/>
                </a:lnTo>
                <a:lnTo>
                  <a:pt x="2844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41"/>
          <p:cNvSpPr/>
          <p:nvPr/>
        </p:nvSpPr>
        <p:spPr>
          <a:xfrm>
            <a:off x="6516623" y="5018532"/>
            <a:ext cx="36830" cy="35560"/>
          </a:xfrm>
          <a:custGeom>
            <a:avLst/>
            <a:gdLst/>
            <a:ahLst/>
            <a:cxnLst/>
            <a:rect l="l" t="t" r="r" b="b"/>
            <a:pathLst>
              <a:path w="36829" h="35560">
                <a:moveTo>
                  <a:pt x="28448" y="0"/>
                </a:moveTo>
                <a:lnTo>
                  <a:pt x="8127" y="0"/>
                </a:lnTo>
                <a:lnTo>
                  <a:pt x="0" y="7846"/>
                </a:lnTo>
                <a:lnTo>
                  <a:pt x="0" y="17525"/>
                </a:lnTo>
                <a:lnTo>
                  <a:pt x="0" y="27204"/>
                </a:lnTo>
                <a:lnTo>
                  <a:pt x="8127" y="35051"/>
                </a:lnTo>
                <a:lnTo>
                  <a:pt x="28448" y="35051"/>
                </a:lnTo>
                <a:lnTo>
                  <a:pt x="36575" y="27204"/>
                </a:lnTo>
                <a:lnTo>
                  <a:pt x="36575" y="7846"/>
                </a:lnTo>
                <a:lnTo>
                  <a:pt x="28448"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42"/>
          <p:cNvSpPr/>
          <p:nvPr/>
        </p:nvSpPr>
        <p:spPr>
          <a:xfrm>
            <a:off x="6156959"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43"/>
          <p:cNvSpPr/>
          <p:nvPr/>
        </p:nvSpPr>
        <p:spPr>
          <a:xfrm>
            <a:off x="5797296" y="5018532"/>
            <a:ext cx="35560" cy="35560"/>
          </a:xfrm>
          <a:custGeom>
            <a:avLst/>
            <a:gdLst/>
            <a:ahLst/>
            <a:cxnLst/>
            <a:rect l="l" t="t" r="r" b="b"/>
            <a:pathLst>
              <a:path w="35560" h="35560">
                <a:moveTo>
                  <a:pt x="27177" y="0"/>
                </a:moveTo>
                <a:lnTo>
                  <a:pt x="7874" y="0"/>
                </a:lnTo>
                <a:lnTo>
                  <a:pt x="0" y="7846"/>
                </a:lnTo>
                <a:lnTo>
                  <a:pt x="0" y="17525"/>
                </a:lnTo>
                <a:lnTo>
                  <a:pt x="0" y="27204"/>
                </a:lnTo>
                <a:lnTo>
                  <a:pt x="7874" y="35051"/>
                </a:lnTo>
                <a:lnTo>
                  <a:pt x="27177" y="35051"/>
                </a:lnTo>
                <a:lnTo>
                  <a:pt x="35051" y="27204"/>
                </a:lnTo>
                <a:lnTo>
                  <a:pt x="35051" y="7846"/>
                </a:lnTo>
                <a:lnTo>
                  <a:pt x="27177" y="0"/>
                </a:lnTo>
                <a:close/>
              </a:path>
            </a:pathLst>
          </a:custGeom>
          <a:solidFill>
            <a:srgbClr val="1818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Google Shape;955;p32">
            <a:extLst>
              <a:ext uri="{FF2B5EF4-FFF2-40B4-BE49-F238E27FC236}">
                <a16:creationId xmlns:a16="http://schemas.microsoft.com/office/drawing/2014/main" id="{7C7F6B79-C3CC-78CB-4EBF-6FB545ED6F80}"/>
              </a:ext>
            </a:extLst>
          </p:cNvPr>
          <p:cNvSpPr txBox="1">
            <a:spLocks/>
          </p:cNvSpPr>
          <p:nvPr/>
        </p:nvSpPr>
        <p:spPr>
          <a:xfrm>
            <a:off x="813992" y="43296"/>
            <a:ext cx="7704673" cy="5397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9pPr>
          </a:lstStyle>
          <a:p>
            <a:pPr marL="0" marR="0" lvl="0" indent="0" algn="ctr" defTabSz="914400" rtl="0" eaLnBrk="1" fontAlgn="auto" latinLnBrk="0" hangingPunct="1">
              <a:lnSpc>
                <a:spcPct val="100000"/>
              </a:lnSpc>
              <a:spcBef>
                <a:spcPts val="0"/>
              </a:spcBef>
              <a:spcAft>
                <a:spcPts val="0"/>
              </a:spcAft>
              <a:buClr>
                <a:srgbClr val="191919"/>
              </a:buClr>
              <a:buSzPts val="3000"/>
              <a:buFont typeface="Montserrat ExtraBold"/>
              <a:buNone/>
              <a:tabLst/>
              <a:defRPr/>
            </a:pPr>
            <a:r>
              <a:rPr kumimoji="0" lang="en-US" sz="3200" b="1" i="0" u="none" strike="noStrike" kern="0" cap="none" spc="0" normalizeH="0" baseline="0" noProof="0" dirty="0">
                <a:ln>
                  <a:noFill/>
                </a:ln>
                <a:solidFill>
                  <a:srgbClr val="191919"/>
                </a:solidFill>
                <a:effectLst/>
                <a:uLnTx/>
                <a:uFillTx/>
                <a:latin typeface="+mj-lt"/>
                <a:sym typeface="Montserrat ExtraBold"/>
              </a:rPr>
              <a:t>CUSUM Chart</a:t>
            </a:r>
          </a:p>
        </p:txBody>
      </p:sp>
      <p:sp>
        <p:nvSpPr>
          <p:cNvPr id="8" name="TextBox 7">
            <a:extLst>
              <a:ext uri="{FF2B5EF4-FFF2-40B4-BE49-F238E27FC236}">
                <a16:creationId xmlns:a16="http://schemas.microsoft.com/office/drawing/2014/main" id="{D5ABFB47-FB48-CB20-51B6-1506A364AA5E}"/>
              </a:ext>
            </a:extLst>
          </p:cNvPr>
          <p:cNvSpPr txBox="1"/>
          <p:nvPr/>
        </p:nvSpPr>
        <p:spPr>
          <a:xfrm>
            <a:off x="722149" y="3629044"/>
            <a:ext cx="3618710" cy="738664"/>
          </a:xfrm>
          <a:prstGeom prst="rect">
            <a:avLst/>
          </a:prstGeom>
          <a:noFill/>
        </p:spPr>
        <p:txBody>
          <a:bodyPr wrap="square" rtlCol="0">
            <a:spAutoFit/>
          </a:bodyPr>
          <a:lstStyle/>
          <a:p>
            <a:pPr>
              <a:buClr>
                <a:srgbClr val="000000"/>
              </a:buClr>
              <a:buFont typeface="Arial"/>
              <a:buNone/>
            </a:pPr>
            <a:r>
              <a:rPr lang="en-US" b="1" kern="0" dirty="0">
                <a:solidFill>
                  <a:srgbClr val="000000"/>
                </a:solidFill>
                <a:cs typeface="Arial"/>
                <a:sym typeface="Arial"/>
              </a:rPr>
              <a:t>DAX Code:</a:t>
            </a:r>
          </a:p>
          <a:p>
            <a:pPr>
              <a:buClr>
                <a:srgbClr val="000000"/>
              </a:buClr>
              <a:buFont typeface="Arial"/>
              <a:buNone/>
            </a:pPr>
            <a:r>
              <a:rPr lang="en-US" sz="1200" kern="0" dirty="0" err="1">
                <a:solidFill>
                  <a:srgbClr val="000000"/>
                </a:solidFill>
                <a:ea typeface="Times New Roman" panose="02020603050405020304" pitchFamily="18" charset="0"/>
                <a:cs typeface="Times New Roman" panose="02020603050405020304" pitchFamily="18" charset="0"/>
                <a:sym typeface="Arial"/>
              </a:rPr>
              <a:t>Sandalina_CUSUM</a:t>
            </a:r>
            <a:r>
              <a:rPr lang="en-US" sz="1200" kern="0" dirty="0">
                <a:solidFill>
                  <a:srgbClr val="000000"/>
                </a:solidFill>
                <a:ea typeface="Times New Roman" panose="02020603050405020304" pitchFamily="18" charset="0"/>
                <a:cs typeface="Times New Roman" panose="02020603050405020304" pitchFamily="18" charset="0"/>
                <a:sym typeface="Arial"/>
              </a:rPr>
              <a:t> = </a:t>
            </a:r>
            <a:r>
              <a:rPr lang="en-US" sz="1200" kern="0" dirty="0">
                <a:solidFill>
                  <a:srgbClr val="3165BB"/>
                </a:solidFill>
                <a:ea typeface="Times New Roman" panose="02020603050405020304" pitchFamily="18" charset="0"/>
                <a:cs typeface="Times New Roman" panose="02020603050405020304" pitchFamily="18" charset="0"/>
                <a:sym typeface="Arial"/>
              </a:rPr>
              <a:t>CALCULATETABLE</a:t>
            </a:r>
            <a:r>
              <a:rPr lang="en-US" sz="1200" kern="0" dirty="0">
                <a:solidFill>
                  <a:srgbClr val="000000"/>
                </a:solidFill>
                <a:ea typeface="Times New Roman" panose="02020603050405020304" pitchFamily="18" charset="0"/>
                <a:cs typeface="Times New Roman" panose="02020603050405020304" pitchFamily="18" charset="0"/>
                <a:sym typeface="Arial"/>
              </a:rPr>
              <a:t>(CUSUM,CUSUM[Soap]=</a:t>
            </a:r>
            <a:r>
              <a:rPr lang="en-US" sz="1200" kern="0" dirty="0">
                <a:solidFill>
                  <a:srgbClr val="A31515"/>
                </a:solidFill>
                <a:ea typeface="Times New Roman" panose="02020603050405020304" pitchFamily="18" charset="0"/>
                <a:cs typeface="Times New Roman" panose="02020603050405020304" pitchFamily="18" charset="0"/>
                <a:sym typeface="Arial"/>
              </a:rPr>
              <a:t>"</a:t>
            </a:r>
            <a:r>
              <a:rPr lang="en-US" sz="1200" kern="0" dirty="0" err="1">
                <a:solidFill>
                  <a:srgbClr val="A31515"/>
                </a:solidFill>
                <a:ea typeface="Times New Roman" panose="02020603050405020304" pitchFamily="18" charset="0"/>
                <a:cs typeface="Times New Roman" panose="02020603050405020304" pitchFamily="18" charset="0"/>
                <a:sym typeface="Arial"/>
              </a:rPr>
              <a:t>Sandalina</a:t>
            </a:r>
            <a:r>
              <a:rPr lang="en-US" sz="1200" kern="0" dirty="0">
                <a:solidFill>
                  <a:srgbClr val="A31515"/>
                </a:solidFill>
                <a:ea typeface="Times New Roman" panose="02020603050405020304" pitchFamily="18" charset="0"/>
                <a:cs typeface="Times New Roman" panose="02020603050405020304" pitchFamily="18" charset="0"/>
                <a:sym typeface="Arial"/>
              </a:rPr>
              <a:t>"</a:t>
            </a:r>
            <a:r>
              <a:rPr lang="en-US" sz="1200" kern="0" dirty="0">
                <a:solidFill>
                  <a:srgbClr val="000000"/>
                </a:solidFill>
                <a:ea typeface="Times New Roman" panose="02020603050405020304" pitchFamily="18" charset="0"/>
                <a:cs typeface="Times New Roman" panose="02020603050405020304" pitchFamily="18" charset="0"/>
                <a:sym typeface="Arial"/>
              </a:rPr>
              <a:t>)</a:t>
            </a:r>
            <a:endParaRPr lang="en-US" sz="1050" kern="0" dirty="0">
              <a:solidFill>
                <a:srgbClr val="80A1DB"/>
              </a:solidFill>
              <a:cs typeface="Arial"/>
              <a:sym typeface="Arial"/>
            </a:endParaRPr>
          </a:p>
        </p:txBody>
      </p:sp>
      <p:pic>
        <p:nvPicPr>
          <p:cNvPr id="9" name="Picture 8">
            <a:extLst>
              <a:ext uri="{FF2B5EF4-FFF2-40B4-BE49-F238E27FC236}">
                <a16:creationId xmlns:a16="http://schemas.microsoft.com/office/drawing/2014/main" id="{1E5743A7-ABE9-E0C0-DA6B-1B6764840940}"/>
              </a:ext>
            </a:extLst>
          </p:cNvPr>
          <p:cNvPicPr>
            <a:picLocks noChangeAspect="1"/>
          </p:cNvPicPr>
          <p:nvPr/>
        </p:nvPicPr>
        <p:blipFill rotWithShape="1">
          <a:blip r:embed="rId3">
            <a:extLst>
              <a:ext uri="{28A0092B-C50C-407E-A947-70E740481C1C}">
                <a14:useLocalDpi xmlns:a14="http://schemas.microsoft.com/office/drawing/2010/main" val="0"/>
              </a:ext>
            </a:extLst>
          </a:blip>
          <a:srcRect b="38622"/>
          <a:stretch/>
        </p:blipFill>
        <p:spPr>
          <a:xfrm>
            <a:off x="807311" y="728918"/>
            <a:ext cx="3692677" cy="2774362"/>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00D1B8BF-B4A2-77F5-1A38-02A637E0BD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08722" y="728918"/>
            <a:ext cx="3422503" cy="2770257"/>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237A2384-EC98-0969-ED2F-CB26C1F2E25F}"/>
              </a:ext>
            </a:extLst>
          </p:cNvPr>
          <p:cNvSpPr txBox="1"/>
          <p:nvPr/>
        </p:nvSpPr>
        <p:spPr>
          <a:xfrm>
            <a:off x="4842959" y="3551596"/>
            <a:ext cx="3554027" cy="1024896"/>
          </a:xfrm>
          <a:prstGeom prst="rect">
            <a:avLst/>
          </a:prstGeom>
          <a:noFill/>
        </p:spPr>
        <p:txBody>
          <a:bodyPr wrap="square" rtlCol="0">
            <a:spAutoFit/>
          </a:bodyPr>
          <a:lstStyle/>
          <a:p>
            <a:pPr>
              <a:buClr>
                <a:srgbClr val="000000"/>
              </a:buClr>
              <a:buFont typeface="Arial"/>
              <a:buNone/>
            </a:pPr>
            <a:r>
              <a:rPr lang="en-US" sz="2000" b="1" kern="0" dirty="0">
                <a:solidFill>
                  <a:srgbClr val="000000"/>
                </a:solidFill>
                <a:cs typeface="Arial"/>
                <a:sym typeface="Arial"/>
              </a:rPr>
              <a:t>DAX Code:</a:t>
            </a:r>
          </a:p>
          <a:p>
            <a:pPr algn="just">
              <a:lnSpc>
                <a:spcPts val="1350"/>
              </a:lnSpc>
              <a:spcBef>
                <a:spcPts val="600"/>
              </a:spcBef>
              <a:buClr>
                <a:srgbClr val="000000"/>
              </a:buClr>
              <a:buFont typeface="Arial"/>
              <a:buNone/>
            </a:pPr>
            <a:r>
              <a:rPr lang="en-US" sz="1200" kern="0" dirty="0" err="1">
                <a:solidFill>
                  <a:srgbClr val="000000"/>
                </a:solidFill>
                <a:ea typeface="Times New Roman" panose="02020603050405020304" pitchFamily="18" charset="0"/>
                <a:cs typeface="Arial"/>
                <a:sym typeface="Arial"/>
              </a:rPr>
              <a:t>Sandalina_CUSUM_TFM</a:t>
            </a:r>
            <a:r>
              <a:rPr lang="en-US" sz="1200" kern="0" dirty="0">
                <a:solidFill>
                  <a:srgbClr val="000000"/>
                </a:solidFill>
                <a:ea typeface="Times New Roman" panose="02020603050405020304" pitchFamily="18" charset="0"/>
                <a:cs typeface="Arial"/>
                <a:sym typeface="Arial"/>
              </a:rPr>
              <a:t>=</a:t>
            </a:r>
            <a:r>
              <a:rPr lang="en-US" sz="1200" kern="0" dirty="0">
                <a:solidFill>
                  <a:srgbClr val="3165BB"/>
                </a:solidFill>
                <a:ea typeface="Times New Roman" panose="02020603050405020304" pitchFamily="18" charset="0"/>
                <a:cs typeface="Arial"/>
                <a:sym typeface="Arial"/>
              </a:rPr>
              <a:t>SELECTCOLUMNS</a:t>
            </a:r>
            <a:r>
              <a:rPr lang="en-US" sz="1200" kern="0" dirty="0">
                <a:solidFill>
                  <a:srgbClr val="000000"/>
                </a:solidFill>
                <a:ea typeface="Times New Roman" panose="02020603050405020304" pitchFamily="18" charset="0"/>
                <a:cs typeface="Arial"/>
                <a:sym typeface="Arial"/>
              </a:rPr>
              <a:t>(</a:t>
            </a:r>
            <a:r>
              <a:rPr lang="en-US" sz="1200" kern="0" dirty="0" err="1">
                <a:solidFill>
                  <a:srgbClr val="001080"/>
                </a:solidFill>
                <a:ea typeface="Times New Roman" panose="02020603050405020304" pitchFamily="18" charset="0"/>
                <a:cs typeface="Arial"/>
                <a:sym typeface="Arial"/>
              </a:rPr>
              <a:t>Sandalina_CUSUM</a:t>
            </a:r>
            <a:r>
              <a:rPr lang="en-US" sz="1200" kern="0" dirty="0" err="1">
                <a:solidFill>
                  <a:srgbClr val="000000"/>
                </a:solidFill>
                <a:ea typeface="Times New Roman" panose="02020603050405020304" pitchFamily="18" charset="0"/>
                <a:cs typeface="Arial"/>
                <a:sym typeface="Arial"/>
              </a:rPr>
              <a:t>,</a:t>
            </a:r>
            <a:r>
              <a:rPr lang="en-US" sz="1200" kern="0" dirty="0" err="1">
                <a:solidFill>
                  <a:srgbClr val="A31515"/>
                </a:solidFill>
                <a:ea typeface="Times New Roman" panose="02020603050405020304" pitchFamily="18" charset="0"/>
                <a:cs typeface="Arial"/>
                <a:sym typeface="Arial"/>
              </a:rPr>
              <a:t>"DATE</a:t>
            </a:r>
            <a:r>
              <a:rPr lang="en-US" sz="1200" kern="0" dirty="0">
                <a:solidFill>
                  <a:srgbClr val="A31515"/>
                </a:solidFill>
                <a:ea typeface="Times New Roman" panose="02020603050405020304" pitchFamily="18" charset="0"/>
                <a:cs typeface="Arial"/>
                <a:sym typeface="Arial"/>
              </a:rPr>
              <a:t>"</a:t>
            </a:r>
            <a:r>
              <a:rPr lang="en-US" sz="1200" kern="0" dirty="0">
                <a:solidFill>
                  <a:srgbClr val="000000"/>
                </a:solidFill>
                <a:ea typeface="Times New Roman" panose="02020603050405020304" pitchFamily="18" charset="0"/>
                <a:cs typeface="Arial"/>
                <a:sym typeface="Arial"/>
              </a:rPr>
              <a:t>,</a:t>
            </a:r>
            <a:r>
              <a:rPr lang="en-US" sz="1200" kern="0" dirty="0">
                <a:solidFill>
                  <a:srgbClr val="001080"/>
                </a:solidFill>
                <a:ea typeface="Times New Roman" panose="02020603050405020304" pitchFamily="18" charset="0"/>
                <a:cs typeface="Arial"/>
                <a:sym typeface="Arial"/>
              </a:rPr>
              <a:t>[Date]</a:t>
            </a:r>
            <a:r>
              <a:rPr lang="en-US" sz="1200" kern="0" dirty="0">
                <a:solidFill>
                  <a:srgbClr val="000000"/>
                </a:solidFill>
                <a:ea typeface="Times New Roman" panose="02020603050405020304" pitchFamily="18" charset="0"/>
                <a:cs typeface="Arial"/>
                <a:sym typeface="Arial"/>
              </a:rPr>
              <a:t>,</a:t>
            </a:r>
            <a:r>
              <a:rPr lang="en-US" sz="1200" kern="0" dirty="0">
                <a:solidFill>
                  <a:srgbClr val="A31515"/>
                </a:solidFill>
                <a:ea typeface="Times New Roman" panose="02020603050405020304" pitchFamily="18" charset="0"/>
                <a:cs typeface="Arial"/>
                <a:sym typeface="Arial"/>
              </a:rPr>
              <a:t>"TFM"</a:t>
            </a:r>
            <a:r>
              <a:rPr lang="en-US" sz="1200" kern="0" dirty="0">
                <a:solidFill>
                  <a:srgbClr val="000000"/>
                </a:solidFill>
                <a:ea typeface="Times New Roman" panose="02020603050405020304" pitchFamily="18" charset="0"/>
                <a:cs typeface="Arial"/>
                <a:sym typeface="Arial"/>
              </a:rPr>
              <a:t>,</a:t>
            </a:r>
            <a:r>
              <a:rPr lang="en-US" sz="1200" kern="0" dirty="0">
                <a:solidFill>
                  <a:srgbClr val="001080"/>
                </a:solidFill>
                <a:ea typeface="Times New Roman" panose="02020603050405020304" pitchFamily="18" charset="0"/>
                <a:cs typeface="Arial"/>
                <a:sym typeface="Arial"/>
              </a:rPr>
              <a:t>[TFM]</a:t>
            </a:r>
            <a:r>
              <a:rPr lang="en-US" sz="1200" kern="0" dirty="0">
                <a:solidFill>
                  <a:srgbClr val="000000"/>
                </a:solidFill>
                <a:ea typeface="Times New Roman" panose="02020603050405020304" pitchFamily="18" charset="0"/>
                <a:cs typeface="Arial"/>
                <a:sym typeface="Arial"/>
              </a:rPr>
              <a:t>,</a:t>
            </a:r>
            <a:r>
              <a:rPr lang="en-US" sz="1200" kern="0" dirty="0">
                <a:solidFill>
                  <a:srgbClr val="A31515"/>
                </a:solidFill>
                <a:ea typeface="Times New Roman" panose="02020603050405020304" pitchFamily="18" charset="0"/>
                <a:cs typeface="Arial"/>
                <a:sym typeface="Arial"/>
              </a:rPr>
              <a:t>"Shift"</a:t>
            </a:r>
            <a:r>
              <a:rPr lang="en-US" sz="1200" kern="0" dirty="0">
                <a:solidFill>
                  <a:srgbClr val="000000"/>
                </a:solidFill>
                <a:ea typeface="Times New Roman" panose="02020603050405020304" pitchFamily="18" charset="0"/>
                <a:cs typeface="Arial"/>
                <a:sym typeface="Arial"/>
              </a:rPr>
              <a:t>,</a:t>
            </a:r>
            <a:r>
              <a:rPr lang="en-US" sz="1200" kern="0" dirty="0">
                <a:solidFill>
                  <a:srgbClr val="001080"/>
                </a:solidFill>
                <a:ea typeface="Times New Roman" panose="02020603050405020304" pitchFamily="18" charset="0"/>
                <a:cs typeface="Arial"/>
                <a:sym typeface="Arial"/>
              </a:rPr>
              <a:t>[Shift]</a:t>
            </a:r>
            <a:r>
              <a:rPr lang="en-US" sz="1200" kern="0" dirty="0">
                <a:solidFill>
                  <a:srgbClr val="000000"/>
                </a:solidFill>
                <a:ea typeface="Times New Roman" panose="02020603050405020304" pitchFamily="18" charset="0"/>
                <a:cs typeface="Arial"/>
                <a:sym typeface="Arial"/>
              </a:rPr>
              <a:t>,</a:t>
            </a:r>
            <a:r>
              <a:rPr lang="en-US" sz="1200" kern="0" dirty="0">
                <a:solidFill>
                  <a:srgbClr val="A31515"/>
                </a:solidFill>
                <a:ea typeface="Times New Roman" panose="02020603050405020304" pitchFamily="18" charset="0"/>
                <a:cs typeface="Arial"/>
                <a:sym typeface="Arial"/>
              </a:rPr>
              <a:t>"No."</a:t>
            </a:r>
            <a:r>
              <a:rPr lang="en-US" sz="1200" kern="0" dirty="0">
                <a:solidFill>
                  <a:srgbClr val="000000"/>
                </a:solidFill>
                <a:ea typeface="Times New Roman" panose="02020603050405020304" pitchFamily="18" charset="0"/>
                <a:cs typeface="Arial"/>
                <a:sym typeface="Arial"/>
              </a:rPr>
              <a:t>,</a:t>
            </a:r>
            <a:r>
              <a:rPr lang="en-US" sz="1200" kern="0" dirty="0">
                <a:solidFill>
                  <a:srgbClr val="001080"/>
                </a:solidFill>
                <a:ea typeface="Times New Roman" panose="02020603050405020304" pitchFamily="18" charset="0"/>
                <a:cs typeface="Arial"/>
                <a:sym typeface="Arial"/>
              </a:rPr>
              <a:t>[No.]</a:t>
            </a:r>
            <a:r>
              <a:rPr lang="en-US" sz="1200" kern="0" dirty="0">
                <a:solidFill>
                  <a:srgbClr val="000000"/>
                </a:solidFill>
                <a:ea typeface="Times New Roman" panose="02020603050405020304" pitchFamily="18" charset="0"/>
                <a:cs typeface="Arial"/>
                <a:sym typeface="Arial"/>
              </a:rPr>
              <a:t>)</a:t>
            </a:r>
            <a:endParaRPr lang="en-US" sz="1200" kern="0" dirty="0">
              <a:solidFill>
                <a:srgbClr val="000000"/>
              </a:solidFill>
              <a:ea typeface="Calibri" panose="020F0502020204030204" pitchFamily="34" charset="0"/>
              <a:cs typeface="Arial"/>
              <a:sym typeface="Arial"/>
            </a:endParaRPr>
          </a:p>
        </p:txBody>
      </p:sp>
      <p:sp>
        <p:nvSpPr>
          <p:cNvPr id="3" name="Slide Number Placeholder 2">
            <a:extLst>
              <a:ext uri="{FF2B5EF4-FFF2-40B4-BE49-F238E27FC236}">
                <a16:creationId xmlns:a16="http://schemas.microsoft.com/office/drawing/2014/main" id="{CFD6D98F-3EFF-C0BA-2DCC-38344FCA5C34}"/>
              </a:ext>
            </a:extLst>
          </p:cNvPr>
          <p:cNvSpPr>
            <a:spLocks noGrp="1"/>
          </p:cNvSpPr>
          <p:nvPr>
            <p:ph type="sldNum" sz="quarter" idx="7"/>
          </p:nvPr>
        </p:nvSpPr>
        <p:spPr/>
        <p:txBody>
          <a:bodyPr/>
          <a:lstStyle/>
          <a:p>
            <a:fld id="{B6F15528-21DE-4FAA-801E-634DDDAF4B2B}" type="slidenum">
              <a:rPr lang="en-US" smtClean="0"/>
              <a:t>64</a:t>
            </a:fld>
            <a:endParaRPr lang="en-US"/>
          </a:p>
        </p:txBody>
      </p:sp>
    </p:spTree>
    <p:extLst>
      <p:ext uri="{BB962C8B-B14F-4D97-AF65-F5344CB8AC3E}">
        <p14:creationId xmlns:p14="http://schemas.microsoft.com/office/powerpoint/2010/main" val="245125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3735" y="424022"/>
            <a:ext cx="3509962" cy="505267"/>
          </a:xfrm>
          <a:prstGeom prst="rect">
            <a:avLst/>
          </a:prstGeom>
        </p:spPr>
        <p:txBody>
          <a:bodyPr vert="horz" wrap="square" lIns="0" tIns="12700" rIns="0" bIns="0" rtlCol="0">
            <a:spAutoFit/>
          </a:bodyPr>
          <a:lstStyle/>
          <a:p>
            <a:pPr marL="12700" algn="ctr">
              <a:lnSpc>
                <a:spcPct val="100000"/>
              </a:lnSpc>
              <a:spcBef>
                <a:spcPts val="100"/>
              </a:spcBef>
            </a:pPr>
            <a:r>
              <a:rPr sz="3200" spc="-80" dirty="0">
                <a:latin typeface="+mj-lt"/>
              </a:rPr>
              <a:t>CU</a:t>
            </a:r>
            <a:r>
              <a:rPr sz="3200" spc="-65" dirty="0">
                <a:latin typeface="+mj-lt"/>
              </a:rPr>
              <a:t>S</a:t>
            </a:r>
            <a:r>
              <a:rPr sz="3200" spc="-30" dirty="0">
                <a:latin typeface="+mj-lt"/>
              </a:rPr>
              <a:t>UM</a:t>
            </a:r>
            <a:r>
              <a:rPr sz="3200" spc="-170" dirty="0">
                <a:latin typeface="+mj-lt"/>
              </a:rPr>
              <a:t> </a:t>
            </a:r>
            <a:r>
              <a:rPr sz="3200" spc="-65" dirty="0">
                <a:latin typeface="+mj-lt"/>
              </a:rPr>
              <a:t>Chart</a:t>
            </a:r>
          </a:p>
        </p:txBody>
      </p:sp>
      <p:sp>
        <p:nvSpPr>
          <p:cNvPr id="4" name="TextBox 3">
            <a:extLst>
              <a:ext uri="{FF2B5EF4-FFF2-40B4-BE49-F238E27FC236}">
                <a16:creationId xmlns:a16="http://schemas.microsoft.com/office/drawing/2014/main" id="{0C99BE54-1F95-37AE-61F3-4A7E0DF28018}"/>
              </a:ext>
            </a:extLst>
          </p:cNvPr>
          <p:cNvSpPr txBox="1"/>
          <p:nvPr/>
        </p:nvSpPr>
        <p:spPr>
          <a:xfrm>
            <a:off x="2060944" y="1595390"/>
            <a:ext cx="4575544" cy="272319"/>
          </a:xfrm>
          <a:prstGeom prst="rect">
            <a:avLst/>
          </a:prstGeom>
          <a:noFill/>
        </p:spPr>
        <p:txBody>
          <a:bodyPr wrap="square">
            <a:spAutoFit/>
          </a:bodyPr>
          <a:lstStyle/>
          <a:p>
            <a:pPr algn="just">
              <a:lnSpc>
                <a:spcPts val="1350"/>
              </a:lnSpc>
              <a:spcBef>
                <a:spcPts val="600"/>
              </a:spcBef>
              <a:buClr>
                <a:srgbClr val="000000"/>
              </a:buClr>
              <a:buFont typeface="Arial"/>
              <a:buNone/>
            </a:pPr>
            <a:r>
              <a:rPr lang="en-US" sz="1400" kern="0" dirty="0">
                <a:solidFill>
                  <a:srgbClr val="000000"/>
                </a:solidFill>
                <a:ea typeface="Times New Roman" panose="02020603050405020304" pitchFamily="18" charset="0"/>
                <a:cs typeface="Arial"/>
                <a:sym typeface="Arial"/>
              </a:rPr>
              <a:t>Deviation = [TFM]-</a:t>
            </a:r>
            <a:r>
              <a:rPr lang="en-US" sz="1400" kern="0" dirty="0">
                <a:solidFill>
                  <a:srgbClr val="3165BB"/>
                </a:solidFill>
                <a:ea typeface="Times New Roman" panose="02020603050405020304" pitchFamily="18" charset="0"/>
                <a:cs typeface="Arial"/>
                <a:sym typeface="Arial"/>
              </a:rPr>
              <a:t>AVERAGE</a:t>
            </a:r>
            <a:r>
              <a:rPr lang="en-US" sz="1400" kern="0" dirty="0">
                <a:solidFill>
                  <a:srgbClr val="000000"/>
                </a:solidFill>
                <a:ea typeface="Times New Roman" panose="02020603050405020304" pitchFamily="18" charset="0"/>
                <a:cs typeface="Arial"/>
                <a:sym typeface="Arial"/>
              </a:rPr>
              <a:t>([TFM])</a:t>
            </a:r>
            <a:endParaRPr lang="en-US" sz="1400" kern="0" dirty="0">
              <a:solidFill>
                <a:srgbClr val="000000"/>
              </a:solidFill>
              <a:ea typeface="Calibri" panose="020F0502020204030204" pitchFamily="34" charset="0"/>
              <a:cs typeface="Arial"/>
              <a:sym typeface="Arial"/>
            </a:endParaRPr>
          </a:p>
        </p:txBody>
      </p:sp>
      <p:sp>
        <p:nvSpPr>
          <p:cNvPr id="5" name="TextBox 4">
            <a:extLst>
              <a:ext uri="{FF2B5EF4-FFF2-40B4-BE49-F238E27FC236}">
                <a16:creationId xmlns:a16="http://schemas.microsoft.com/office/drawing/2014/main" id="{0093E415-EAC3-C8B9-F3F3-8D7825F8241E}"/>
              </a:ext>
            </a:extLst>
          </p:cNvPr>
          <p:cNvSpPr txBox="1"/>
          <p:nvPr/>
        </p:nvSpPr>
        <p:spPr>
          <a:xfrm>
            <a:off x="2060944" y="1964722"/>
            <a:ext cx="4575544" cy="1477777"/>
          </a:xfrm>
          <a:prstGeom prst="rect">
            <a:avLst/>
          </a:prstGeom>
          <a:noFill/>
        </p:spPr>
        <p:txBody>
          <a:bodyPr wrap="square">
            <a:spAutoFit/>
          </a:bodyPr>
          <a:lstStyle/>
          <a:p>
            <a:pPr algn="just">
              <a:lnSpc>
                <a:spcPts val="1350"/>
              </a:lnSpc>
              <a:spcBef>
                <a:spcPts val="600"/>
              </a:spcBef>
              <a:buClr>
                <a:srgbClr val="000000"/>
              </a:buClr>
              <a:buFont typeface="Arial"/>
              <a:buNone/>
            </a:pPr>
            <a:r>
              <a:rPr lang="en-US" sz="1400" kern="0" dirty="0">
                <a:solidFill>
                  <a:srgbClr val="000000"/>
                </a:solidFill>
                <a:ea typeface="Times New Roman" panose="02020603050405020304" pitchFamily="18" charset="0"/>
                <a:cs typeface="Arial"/>
                <a:sym typeface="Arial"/>
              </a:rPr>
              <a:t>CUSUM =</a:t>
            </a:r>
            <a:endParaRPr lang="en-US" sz="1400" kern="0" dirty="0">
              <a:solidFill>
                <a:srgbClr val="000000"/>
              </a:solidFill>
              <a:ea typeface="Calibri" panose="020F0502020204030204" pitchFamily="34" charset="0"/>
              <a:cs typeface="Arial"/>
              <a:sym typeface="Arial"/>
            </a:endParaRPr>
          </a:p>
          <a:p>
            <a:pPr algn="just">
              <a:lnSpc>
                <a:spcPts val="1350"/>
              </a:lnSpc>
              <a:spcBef>
                <a:spcPts val="600"/>
              </a:spcBef>
              <a:buClr>
                <a:srgbClr val="000000"/>
              </a:buClr>
              <a:buFont typeface="Arial"/>
              <a:buNone/>
            </a:pPr>
            <a:r>
              <a:rPr lang="en-US" sz="1400" kern="0" dirty="0">
                <a:solidFill>
                  <a:srgbClr val="3165BB"/>
                </a:solidFill>
                <a:ea typeface="Times New Roman" panose="02020603050405020304" pitchFamily="18" charset="0"/>
                <a:cs typeface="Arial"/>
                <a:sym typeface="Arial"/>
              </a:rPr>
              <a:t>CALCULATE</a:t>
            </a:r>
            <a:r>
              <a:rPr lang="en-US" sz="1400" kern="0" dirty="0">
                <a:solidFill>
                  <a:srgbClr val="000000"/>
                </a:solidFill>
                <a:ea typeface="Times New Roman" panose="02020603050405020304" pitchFamily="18" charset="0"/>
                <a:cs typeface="Arial"/>
                <a:sym typeface="Arial"/>
              </a:rPr>
              <a:t>(</a:t>
            </a:r>
            <a:endParaRPr lang="en-US" sz="1400" kern="0" dirty="0">
              <a:solidFill>
                <a:srgbClr val="000000"/>
              </a:solidFill>
              <a:ea typeface="Calibri" panose="020F0502020204030204" pitchFamily="34" charset="0"/>
              <a:cs typeface="Arial"/>
              <a:sym typeface="Arial"/>
            </a:endParaRPr>
          </a:p>
          <a:p>
            <a:pPr indent="457200" algn="just">
              <a:lnSpc>
                <a:spcPts val="1350"/>
              </a:lnSpc>
              <a:spcBef>
                <a:spcPts val="600"/>
              </a:spcBef>
              <a:buClr>
                <a:srgbClr val="000000"/>
              </a:buClr>
              <a:buFont typeface="Arial"/>
              <a:buNone/>
            </a:pPr>
            <a:r>
              <a:rPr lang="en-US" sz="1400" kern="0" dirty="0">
                <a:solidFill>
                  <a:srgbClr val="3165BB"/>
                </a:solidFill>
                <a:ea typeface="Times New Roman" panose="02020603050405020304" pitchFamily="18" charset="0"/>
                <a:cs typeface="Arial"/>
                <a:sym typeface="Arial"/>
              </a:rPr>
              <a:t>SUM</a:t>
            </a:r>
            <a:r>
              <a:rPr lang="en-US" sz="1400" kern="0" dirty="0">
                <a:solidFill>
                  <a:srgbClr val="000000"/>
                </a:solidFill>
                <a:ea typeface="Times New Roman" panose="02020603050405020304" pitchFamily="18" charset="0"/>
                <a:cs typeface="Arial"/>
                <a:sym typeface="Arial"/>
              </a:rPr>
              <a:t>(</a:t>
            </a:r>
            <a:r>
              <a:rPr lang="en-US" sz="1400" kern="0" dirty="0" err="1">
                <a:solidFill>
                  <a:srgbClr val="001080"/>
                </a:solidFill>
                <a:ea typeface="Times New Roman" panose="02020603050405020304" pitchFamily="18" charset="0"/>
                <a:cs typeface="Arial"/>
                <a:sym typeface="Arial"/>
              </a:rPr>
              <a:t>Sandalina_CUSUM_TFM</a:t>
            </a:r>
            <a:r>
              <a:rPr lang="en-US" sz="1400" kern="0" dirty="0">
                <a:solidFill>
                  <a:srgbClr val="001080"/>
                </a:solidFill>
                <a:ea typeface="Times New Roman" panose="02020603050405020304" pitchFamily="18" charset="0"/>
                <a:cs typeface="Arial"/>
                <a:sym typeface="Arial"/>
              </a:rPr>
              <a:t>[Deviation]</a:t>
            </a:r>
            <a:r>
              <a:rPr lang="en-US" sz="1400" kern="0" dirty="0">
                <a:solidFill>
                  <a:srgbClr val="000000"/>
                </a:solidFill>
                <a:ea typeface="Times New Roman" panose="02020603050405020304" pitchFamily="18" charset="0"/>
                <a:cs typeface="Arial"/>
                <a:sym typeface="Arial"/>
              </a:rPr>
              <a:t>),</a:t>
            </a:r>
            <a:endParaRPr lang="en-US" sz="1400" kern="0" dirty="0">
              <a:solidFill>
                <a:srgbClr val="000000"/>
              </a:solidFill>
              <a:ea typeface="Calibri" panose="020F0502020204030204" pitchFamily="34" charset="0"/>
              <a:cs typeface="Arial"/>
              <a:sym typeface="Arial"/>
            </a:endParaRPr>
          </a:p>
          <a:p>
            <a:pPr indent="457200" algn="just">
              <a:lnSpc>
                <a:spcPts val="1350"/>
              </a:lnSpc>
              <a:spcBef>
                <a:spcPts val="600"/>
              </a:spcBef>
              <a:buClr>
                <a:srgbClr val="000000"/>
              </a:buClr>
              <a:buFont typeface="Arial"/>
              <a:buNone/>
            </a:pPr>
            <a:r>
              <a:rPr lang="en-US" sz="1400" kern="0" dirty="0">
                <a:solidFill>
                  <a:srgbClr val="3165BB"/>
                </a:solidFill>
                <a:ea typeface="Times New Roman" panose="02020603050405020304" pitchFamily="18" charset="0"/>
                <a:cs typeface="Arial"/>
                <a:sym typeface="Arial"/>
              </a:rPr>
              <a:t>MAX</a:t>
            </a:r>
            <a:r>
              <a:rPr lang="en-US" sz="1400" kern="0" dirty="0">
                <a:solidFill>
                  <a:srgbClr val="000000"/>
                </a:solidFill>
                <a:ea typeface="Times New Roman" panose="02020603050405020304" pitchFamily="18" charset="0"/>
                <a:cs typeface="Arial"/>
                <a:sym typeface="Arial"/>
              </a:rPr>
              <a:t>(</a:t>
            </a:r>
            <a:r>
              <a:rPr lang="en-US" sz="1400" kern="0" dirty="0" err="1">
                <a:solidFill>
                  <a:srgbClr val="001080"/>
                </a:solidFill>
                <a:ea typeface="Times New Roman" panose="02020603050405020304" pitchFamily="18" charset="0"/>
                <a:cs typeface="Arial"/>
                <a:sym typeface="Arial"/>
              </a:rPr>
              <a:t>Sandalina_CUSUM_TFM_No</a:t>
            </a:r>
            <a:r>
              <a:rPr lang="en-US" sz="1400" kern="0" dirty="0">
                <a:solidFill>
                  <a:srgbClr val="001080"/>
                </a:solidFill>
                <a:ea typeface="Times New Roman" panose="02020603050405020304" pitchFamily="18" charset="0"/>
                <a:cs typeface="Arial"/>
                <a:sym typeface="Arial"/>
              </a:rPr>
              <a:t>.[No.]</a:t>
            </a:r>
            <a:r>
              <a:rPr lang="en-US" sz="1400" kern="0" dirty="0">
                <a:solidFill>
                  <a:srgbClr val="000000"/>
                </a:solidFill>
                <a:ea typeface="Times New Roman" panose="02020603050405020304" pitchFamily="18" charset="0"/>
                <a:cs typeface="Arial"/>
                <a:sym typeface="Arial"/>
              </a:rPr>
              <a:t>)&gt;=</a:t>
            </a:r>
            <a:r>
              <a:rPr lang="en-US" sz="1400" kern="0" dirty="0" err="1">
                <a:solidFill>
                  <a:srgbClr val="001080"/>
                </a:solidFill>
                <a:ea typeface="Times New Roman" panose="02020603050405020304" pitchFamily="18" charset="0"/>
                <a:cs typeface="Arial"/>
                <a:sym typeface="Arial"/>
              </a:rPr>
              <a:t>Sandalina_CUSUM_TFM_No</a:t>
            </a:r>
            <a:r>
              <a:rPr lang="en-US" sz="1400" kern="0" dirty="0">
                <a:solidFill>
                  <a:srgbClr val="001080"/>
                </a:solidFill>
                <a:ea typeface="Times New Roman" panose="02020603050405020304" pitchFamily="18" charset="0"/>
                <a:cs typeface="Arial"/>
                <a:sym typeface="Arial"/>
              </a:rPr>
              <a:t>.[No.]</a:t>
            </a:r>
            <a:endParaRPr lang="en-US" sz="1400" kern="0" dirty="0">
              <a:solidFill>
                <a:srgbClr val="000000"/>
              </a:solidFill>
              <a:ea typeface="Calibri" panose="020F0502020204030204" pitchFamily="34" charset="0"/>
              <a:cs typeface="Arial"/>
              <a:sym typeface="Arial"/>
            </a:endParaRPr>
          </a:p>
          <a:p>
            <a:pPr algn="just">
              <a:lnSpc>
                <a:spcPts val="1350"/>
              </a:lnSpc>
              <a:spcBef>
                <a:spcPts val="600"/>
              </a:spcBef>
              <a:buClr>
                <a:srgbClr val="000000"/>
              </a:buClr>
              <a:buFont typeface="Arial"/>
              <a:buNone/>
            </a:pPr>
            <a:r>
              <a:rPr lang="en-US" sz="1400" kern="0" dirty="0">
                <a:solidFill>
                  <a:srgbClr val="000000"/>
                </a:solidFill>
                <a:ea typeface="Times New Roman" panose="02020603050405020304" pitchFamily="18" charset="0"/>
                <a:cs typeface="Arial"/>
                <a:sym typeface="Arial"/>
              </a:rPr>
              <a:t>)</a:t>
            </a:r>
            <a:endParaRPr lang="en-US" sz="1400" kern="0" dirty="0">
              <a:solidFill>
                <a:srgbClr val="000000"/>
              </a:solidFill>
              <a:ea typeface="Calibri" panose="020F0502020204030204" pitchFamily="34" charset="0"/>
              <a:cs typeface="Arial"/>
              <a:sym typeface="Arial"/>
            </a:endParaRPr>
          </a:p>
        </p:txBody>
      </p:sp>
      <p:sp>
        <p:nvSpPr>
          <p:cNvPr id="6" name="TextBox 5">
            <a:extLst>
              <a:ext uri="{FF2B5EF4-FFF2-40B4-BE49-F238E27FC236}">
                <a16:creationId xmlns:a16="http://schemas.microsoft.com/office/drawing/2014/main" id="{BF854968-82A6-8EBA-D3F5-737B3138C0B0}"/>
              </a:ext>
            </a:extLst>
          </p:cNvPr>
          <p:cNvSpPr txBox="1"/>
          <p:nvPr/>
        </p:nvSpPr>
        <p:spPr>
          <a:xfrm>
            <a:off x="1637414" y="1186375"/>
            <a:ext cx="1242648" cy="400110"/>
          </a:xfrm>
          <a:prstGeom prst="rect">
            <a:avLst/>
          </a:prstGeom>
          <a:noFill/>
        </p:spPr>
        <p:txBody>
          <a:bodyPr wrap="none" rtlCol="0">
            <a:spAutoFit/>
          </a:bodyPr>
          <a:lstStyle/>
          <a:p>
            <a:pPr>
              <a:buClr>
                <a:srgbClr val="000000"/>
              </a:buClr>
              <a:buFont typeface="Arial"/>
              <a:buNone/>
            </a:pPr>
            <a:r>
              <a:rPr lang="en-US" sz="2000" b="1" kern="0" dirty="0">
                <a:solidFill>
                  <a:srgbClr val="000000"/>
                </a:solidFill>
                <a:cs typeface="Arial"/>
                <a:sym typeface="Arial"/>
              </a:rPr>
              <a:t>DAX Code</a:t>
            </a:r>
          </a:p>
        </p:txBody>
      </p:sp>
      <p:sp>
        <p:nvSpPr>
          <p:cNvPr id="3" name="Slide Number Placeholder 2">
            <a:extLst>
              <a:ext uri="{FF2B5EF4-FFF2-40B4-BE49-F238E27FC236}">
                <a16:creationId xmlns:a16="http://schemas.microsoft.com/office/drawing/2014/main" id="{2B18039B-63C4-AFA9-5A0D-5E3AA0FB7D3E}"/>
              </a:ext>
            </a:extLst>
          </p:cNvPr>
          <p:cNvSpPr>
            <a:spLocks noGrp="1"/>
          </p:cNvSpPr>
          <p:nvPr>
            <p:ph type="sldNum" sz="quarter" idx="7"/>
          </p:nvPr>
        </p:nvSpPr>
        <p:spPr/>
        <p:txBody>
          <a:bodyPr/>
          <a:lstStyle/>
          <a:p>
            <a:fld id="{B6F15528-21DE-4FAA-801E-634DDDAF4B2B}" type="slidenum">
              <a:rPr lang="en-US" smtClean="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790700" cy="5143500"/>
            <a:chOff x="0" y="0"/>
            <a:chExt cx="1790700" cy="5143500"/>
          </a:xfrm>
        </p:grpSpPr>
        <p:sp>
          <p:nvSpPr>
            <p:cNvPr id="3" name="object 3"/>
            <p:cNvSpPr/>
            <p:nvPr/>
          </p:nvSpPr>
          <p:spPr>
            <a:xfrm>
              <a:off x="0" y="4873751"/>
              <a:ext cx="1790700" cy="269875"/>
            </a:xfrm>
            <a:custGeom>
              <a:avLst/>
              <a:gdLst/>
              <a:ahLst/>
              <a:cxnLst/>
              <a:rect l="l" t="t" r="r" b="b"/>
              <a:pathLst>
                <a:path w="1790700" h="269875">
                  <a:moveTo>
                    <a:pt x="1790700" y="269747"/>
                  </a:moveTo>
                  <a:lnTo>
                    <a:pt x="1790700" y="0"/>
                  </a:lnTo>
                  <a:lnTo>
                    <a:pt x="0" y="0"/>
                  </a:lnTo>
                  <a:lnTo>
                    <a:pt x="0" y="269747"/>
                  </a:lnTo>
                  <a:lnTo>
                    <a:pt x="1790700" y="269747"/>
                  </a:lnTo>
                  <a:close/>
                </a:path>
              </a:pathLst>
            </a:custGeom>
            <a:solidFill>
              <a:srgbClr val="4475C9"/>
            </a:solidFill>
          </p:spPr>
          <p:txBody>
            <a:bodyPr wrap="square" lIns="0" tIns="0" rIns="0" bIns="0" rtlCol="0"/>
            <a:lstStyle/>
            <a:p>
              <a:endParaRPr/>
            </a:p>
          </p:txBody>
        </p:sp>
        <p:sp>
          <p:nvSpPr>
            <p:cNvPr id="4" name="object 4"/>
            <p:cNvSpPr/>
            <p:nvPr/>
          </p:nvSpPr>
          <p:spPr>
            <a:xfrm>
              <a:off x="143256" y="539495"/>
              <a:ext cx="361315" cy="1477010"/>
            </a:xfrm>
            <a:custGeom>
              <a:avLst/>
              <a:gdLst/>
              <a:ahLst/>
              <a:cxnLst/>
              <a:rect l="l" t="t" r="r" b="b"/>
              <a:pathLst>
                <a:path w="361315" h="1477010">
                  <a:moveTo>
                    <a:pt x="36576" y="1458468"/>
                  </a:moveTo>
                  <a:lnTo>
                    <a:pt x="35128" y="1451330"/>
                  </a:lnTo>
                  <a:lnTo>
                    <a:pt x="31216" y="1445514"/>
                  </a:lnTo>
                  <a:lnTo>
                    <a:pt x="25400" y="1441615"/>
                  </a:lnTo>
                  <a:lnTo>
                    <a:pt x="18288" y="1440180"/>
                  </a:lnTo>
                  <a:lnTo>
                    <a:pt x="11163" y="1441615"/>
                  </a:lnTo>
                  <a:lnTo>
                    <a:pt x="5346" y="1445514"/>
                  </a:lnTo>
                  <a:lnTo>
                    <a:pt x="1435" y="1451330"/>
                  </a:lnTo>
                  <a:lnTo>
                    <a:pt x="0" y="1458468"/>
                  </a:lnTo>
                  <a:lnTo>
                    <a:pt x="1435" y="1465618"/>
                  </a:lnTo>
                  <a:lnTo>
                    <a:pt x="5346" y="1471422"/>
                  </a:lnTo>
                  <a:lnTo>
                    <a:pt x="11163" y="1475333"/>
                  </a:lnTo>
                  <a:lnTo>
                    <a:pt x="18288" y="1476756"/>
                  </a:lnTo>
                  <a:lnTo>
                    <a:pt x="25400" y="1475333"/>
                  </a:lnTo>
                  <a:lnTo>
                    <a:pt x="31216" y="1471422"/>
                  </a:lnTo>
                  <a:lnTo>
                    <a:pt x="35128" y="1465618"/>
                  </a:lnTo>
                  <a:lnTo>
                    <a:pt x="36576" y="1458468"/>
                  </a:lnTo>
                  <a:close/>
                </a:path>
                <a:path w="361315" h="1477010">
                  <a:moveTo>
                    <a:pt x="36576" y="1088390"/>
                  </a:moveTo>
                  <a:lnTo>
                    <a:pt x="28384" y="1080516"/>
                  </a:lnTo>
                  <a:lnTo>
                    <a:pt x="8191" y="1080516"/>
                  </a:lnTo>
                  <a:lnTo>
                    <a:pt x="0" y="1088390"/>
                  </a:lnTo>
                  <a:lnTo>
                    <a:pt x="0" y="1098042"/>
                  </a:lnTo>
                  <a:lnTo>
                    <a:pt x="0" y="1107694"/>
                  </a:lnTo>
                  <a:lnTo>
                    <a:pt x="8191" y="1115568"/>
                  </a:lnTo>
                  <a:lnTo>
                    <a:pt x="28384" y="1115568"/>
                  </a:lnTo>
                  <a:lnTo>
                    <a:pt x="36576" y="1107694"/>
                  </a:lnTo>
                  <a:lnTo>
                    <a:pt x="36576" y="1088390"/>
                  </a:lnTo>
                  <a:close/>
                </a:path>
                <a:path w="361315" h="1477010">
                  <a:moveTo>
                    <a:pt x="36576" y="737616"/>
                  </a:moveTo>
                  <a:lnTo>
                    <a:pt x="35128" y="730478"/>
                  </a:lnTo>
                  <a:lnTo>
                    <a:pt x="31216" y="724662"/>
                  </a:lnTo>
                  <a:lnTo>
                    <a:pt x="25400" y="720763"/>
                  </a:lnTo>
                  <a:lnTo>
                    <a:pt x="18288" y="719328"/>
                  </a:lnTo>
                  <a:lnTo>
                    <a:pt x="11163" y="720763"/>
                  </a:lnTo>
                  <a:lnTo>
                    <a:pt x="5346" y="724662"/>
                  </a:lnTo>
                  <a:lnTo>
                    <a:pt x="1435" y="730478"/>
                  </a:lnTo>
                  <a:lnTo>
                    <a:pt x="0" y="737616"/>
                  </a:lnTo>
                  <a:lnTo>
                    <a:pt x="1435" y="744766"/>
                  </a:lnTo>
                  <a:lnTo>
                    <a:pt x="5346" y="750570"/>
                  </a:lnTo>
                  <a:lnTo>
                    <a:pt x="11163" y="754481"/>
                  </a:lnTo>
                  <a:lnTo>
                    <a:pt x="18288" y="755904"/>
                  </a:lnTo>
                  <a:lnTo>
                    <a:pt x="25400" y="754481"/>
                  </a:lnTo>
                  <a:lnTo>
                    <a:pt x="31216" y="750570"/>
                  </a:lnTo>
                  <a:lnTo>
                    <a:pt x="35128" y="744766"/>
                  </a:lnTo>
                  <a:lnTo>
                    <a:pt x="36576" y="737616"/>
                  </a:lnTo>
                  <a:close/>
                </a:path>
                <a:path w="361315" h="1477010">
                  <a:moveTo>
                    <a:pt x="36576" y="377952"/>
                  </a:moveTo>
                  <a:lnTo>
                    <a:pt x="35128" y="370814"/>
                  </a:lnTo>
                  <a:lnTo>
                    <a:pt x="31216" y="364998"/>
                  </a:lnTo>
                  <a:lnTo>
                    <a:pt x="25400" y="361099"/>
                  </a:lnTo>
                  <a:lnTo>
                    <a:pt x="18288" y="359664"/>
                  </a:lnTo>
                  <a:lnTo>
                    <a:pt x="11163" y="361099"/>
                  </a:lnTo>
                  <a:lnTo>
                    <a:pt x="5346" y="364998"/>
                  </a:lnTo>
                  <a:lnTo>
                    <a:pt x="1435" y="370814"/>
                  </a:lnTo>
                  <a:lnTo>
                    <a:pt x="0" y="377952"/>
                  </a:lnTo>
                  <a:lnTo>
                    <a:pt x="1435" y="385102"/>
                  </a:lnTo>
                  <a:lnTo>
                    <a:pt x="5346" y="390906"/>
                  </a:lnTo>
                  <a:lnTo>
                    <a:pt x="11163" y="394817"/>
                  </a:lnTo>
                  <a:lnTo>
                    <a:pt x="18288" y="396240"/>
                  </a:lnTo>
                  <a:lnTo>
                    <a:pt x="25400" y="394817"/>
                  </a:lnTo>
                  <a:lnTo>
                    <a:pt x="31216" y="390906"/>
                  </a:lnTo>
                  <a:lnTo>
                    <a:pt x="35128" y="385102"/>
                  </a:lnTo>
                  <a:lnTo>
                    <a:pt x="36576" y="377952"/>
                  </a:lnTo>
                  <a:close/>
                </a:path>
                <a:path w="361315" h="1477010">
                  <a:moveTo>
                    <a:pt x="36576" y="18288"/>
                  </a:moveTo>
                  <a:lnTo>
                    <a:pt x="35128" y="11150"/>
                  </a:lnTo>
                  <a:lnTo>
                    <a:pt x="31216" y="5346"/>
                  </a:lnTo>
                  <a:lnTo>
                    <a:pt x="25400" y="1435"/>
                  </a:lnTo>
                  <a:lnTo>
                    <a:pt x="18288" y="0"/>
                  </a:lnTo>
                  <a:lnTo>
                    <a:pt x="11163" y="1435"/>
                  </a:lnTo>
                  <a:lnTo>
                    <a:pt x="5346" y="5346"/>
                  </a:lnTo>
                  <a:lnTo>
                    <a:pt x="1435" y="11150"/>
                  </a:lnTo>
                  <a:lnTo>
                    <a:pt x="0" y="18288"/>
                  </a:lnTo>
                  <a:lnTo>
                    <a:pt x="1435" y="25438"/>
                  </a:lnTo>
                  <a:lnTo>
                    <a:pt x="5346" y="31242"/>
                  </a:lnTo>
                  <a:lnTo>
                    <a:pt x="11163" y="35153"/>
                  </a:lnTo>
                  <a:lnTo>
                    <a:pt x="18288" y="36576"/>
                  </a:lnTo>
                  <a:lnTo>
                    <a:pt x="25400" y="35153"/>
                  </a:lnTo>
                  <a:lnTo>
                    <a:pt x="31216" y="31242"/>
                  </a:lnTo>
                  <a:lnTo>
                    <a:pt x="35128" y="25438"/>
                  </a:lnTo>
                  <a:lnTo>
                    <a:pt x="36576" y="18288"/>
                  </a:lnTo>
                  <a:close/>
                </a:path>
                <a:path w="361315" h="1477010">
                  <a:moveTo>
                    <a:pt x="361188" y="1458468"/>
                  </a:moveTo>
                  <a:lnTo>
                    <a:pt x="359740" y="1451330"/>
                  </a:lnTo>
                  <a:lnTo>
                    <a:pt x="355828" y="1445514"/>
                  </a:lnTo>
                  <a:lnTo>
                    <a:pt x="350012" y="1441615"/>
                  </a:lnTo>
                  <a:lnTo>
                    <a:pt x="342900" y="1440180"/>
                  </a:lnTo>
                  <a:lnTo>
                    <a:pt x="335775" y="1441615"/>
                  </a:lnTo>
                  <a:lnTo>
                    <a:pt x="329958" y="1445514"/>
                  </a:lnTo>
                  <a:lnTo>
                    <a:pt x="326047" y="1451330"/>
                  </a:lnTo>
                  <a:lnTo>
                    <a:pt x="324612" y="1458468"/>
                  </a:lnTo>
                  <a:lnTo>
                    <a:pt x="326047" y="1465618"/>
                  </a:lnTo>
                  <a:lnTo>
                    <a:pt x="329958" y="1471422"/>
                  </a:lnTo>
                  <a:lnTo>
                    <a:pt x="335775" y="1475333"/>
                  </a:lnTo>
                  <a:lnTo>
                    <a:pt x="342900" y="1476756"/>
                  </a:lnTo>
                  <a:lnTo>
                    <a:pt x="350012" y="1475333"/>
                  </a:lnTo>
                  <a:lnTo>
                    <a:pt x="355828" y="1471422"/>
                  </a:lnTo>
                  <a:lnTo>
                    <a:pt x="359740" y="1465618"/>
                  </a:lnTo>
                  <a:lnTo>
                    <a:pt x="361188" y="1458468"/>
                  </a:lnTo>
                  <a:close/>
                </a:path>
                <a:path w="361315" h="1477010">
                  <a:moveTo>
                    <a:pt x="361188" y="1088390"/>
                  </a:moveTo>
                  <a:lnTo>
                    <a:pt x="352996" y="1080516"/>
                  </a:lnTo>
                  <a:lnTo>
                    <a:pt x="332803" y="1080516"/>
                  </a:lnTo>
                  <a:lnTo>
                    <a:pt x="324612" y="1088390"/>
                  </a:lnTo>
                  <a:lnTo>
                    <a:pt x="324612" y="1098042"/>
                  </a:lnTo>
                  <a:lnTo>
                    <a:pt x="324612" y="1107694"/>
                  </a:lnTo>
                  <a:lnTo>
                    <a:pt x="332803" y="1115568"/>
                  </a:lnTo>
                  <a:lnTo>
                    <a:pt x="352996" y="1115568"/>
                  </a:lnTo>
                  <a:lnTo>
                    <a:pt x="361188" y="1107694"/>
                  </a:lnTo>
                  <a:lnTo>
                    <a:pt x="361188" y="1088390"/>
                  </a:lnTo>
                  <a:close/>
                </a:path>
                <a:path w="361315" h="1477010">
                  <a:moveTo>
                    <a:pt x="361188" y="737616"/>
                  </a:moveTo>
                  <a:lnTo>
                    <a:pt x="359740" y="730478"/>
                  </a:lnTo>
                  <a:lnTo>
                    <a:pt x="355828" y="724662"/>
                  </a:lnTo>
                  <a:lnTo>
                    <a:pt x="350012" y="720763"/>
                  </a:lnTo>
                  <a:lnTo>
                    <a:pt x="342900" y="719328"/>
                  </a:lnTo>
                  <a:lnTo>
                    <a:pt x="335775" y="720763"/>
                  </a:lnTo>
                  <a:lnTo>
                    <a:pt x="329958" y="724662"/>
                  </a:lnTo>
                  <a:lnTo>
                    <a:pt x="326047" y="730478"/>
                  </a:lnTo>
                  <a:lnTo>
                    <a:pt x="324612" y="737616"/>
                  </a:lnTo>
                  <a:lnTo>
                    <a:pt x="326047" y="744766"/>
                  </a:lnTo>
                  <a:lnTo>
                    <a:pt x="329958" y="750570"/>
                  </a:lnTo>
                  <a:lnTo>
                    <a:pt x="335775" y="754481"/>
                  </a:lnTo>
                  <a:lnTo>
                    <a:pt x="342900" y="755904"/>
                  </a:lnTo>
                  <a:lnTo>
                    <a:pt x="350012" y="754481"/>
                  </a:lnTo>
                  <a:lnTo>
                    <a:pt x="355828" y="750570"/>
                  </a:lnTo>
                  <a:lnTo>
                    <a:pt x="359740" y="744766"/>
                  </a:lnTo>
                  <a:lnTo>
                    <a:pt x="361188" y="737616"/>
                  </a:lnTo>
                  <a:close/>
                </a:path>
                <a:path w="361315" h="1477010">
                  <a:moveTo>
                    <a:pt x="361188" y="377952"/>
                  </a:moveTo>
                  <a:lnTo>
                    <a:pt x="359740" y="370814"/>
                  </a:lnTo>
                  <a:lnTo>
                    <a:pt x="355828" y="364998"/>
                  </a:lnTo>
                  <a:lnTo>
                    <a:pt x="350012" y="361099"/>
                  </a:lnTo>
                  <a:lnTo>
                    <a:pt x="342900" y="359664"/>
                  </a:lnTo>
                  <a:lnTo>
                    <a:pt x="335775" y="361099"/>
                  </a:lnTo>
                  <a:lnTo>
                    <a:pt x="329958" y="364998"/>
                  </a:lnTo>
                  <a:lnTo>
                    <a:pt x="326047" y="370814"/>
                  </a:lnTo>
                  <a:lnTo>
                    <a:pt x="324612" y="377952"/>
                  </a:lnTo>
                  <a:lnTo>
                    <a:pt x="326047" y="385102"/>
                  </a:lnTo>
                  <a:lnTo>
                    <a:pt x="329958" y="390906"/>
                  </a:lnTo>
                  <a:lnTo>
                    <a:pt x="335775" y="394817"/>
                  </a:lnTo>
                  <a:lnTo>
                    <a:pt x="342900" y="396240"/>
                  </a:lnTo>
                  <a:lnTo>
                    <a:pt x="350012" y="394817"/>
                  </a:lnTo>
                  <a:lnTo>
                    <a:pt x="355828" y="390906"/>
                  </a:lnTo>
                  <a:lnTo>
                    <a:pt x="359740" y="385102"/>
                  </a:lnTo>
                  <a:lnTo>
                    <a:pt x="361188" y="377952"/>
                  </a:lnTo>
                  <a:close/>
                </a:path>
                <a:path w="361315" h="1477010">
                  <a:moveTo>
                    <a:pt x="361188" y="18288"/>
                  </a:moveTo>
                  <a:lnTo>
                    <a:pt x="359740" y="11150"/>
                  </a:lnTo>
                  <a:lnTo>
                    <a:pt x="355828" y="5346"/>
                  </a:lnTo>
                  <a:lnTo>
                    <a:pt x="350012" y="1435"/>
                  </a:lnTo>
                  <a:lnTo>
                    <a:pt x="342900" y="0"/>
                  </a:lnTo>
                  <a:lnTo>
                    <a:pt x="335775" y="1435"/>
                  </a:lnTo>
                  <a:lnTo>
                    <a:pt x="329958" y="5346"/>
                  </a:lnTo>
                  <a:lnTo>
                    <a:pt x="326047" y="11150"/>
                  </a:lnTo>
                  <a:lnTo>
                    <a:pt x="324612" y="18288"/>
                  </a:lnTo>
                  <a:lnTo>
                    <a:pt x="326047" y="25438"/>
                  </a:lnTo>
                  <a:lnTo>
                    <a:pt x="329958" y="31242"/>
                  </a:lnTo>
                  <a:lnTo>
                    <a:pt x="335775" y="35153"/>
                  </a:lnTo>
                  <a:lnTo>
                    <a:pt x="342900" y="36576"/>
                  </a:lnTo>
                  <a:lnTo>
                    <a:pt x="350012" y="35153"/>
                  </a:lnTo>
                  <a:lnTo>
                    <a:pt x="355828" y="31242"/>
                  </a:lnTo>
                  <a:lnTo>
                    <a:pt x="359740" y="25438"/>
                  </a:lnTo>
                  <a:lnTo>
                    <a:pt x="361188" y="18288"/>
                  </a:lnTo>
                  <a:close/>
                </a:path>
              </a:pathLst>
            </a:custGeom>
            <a:solidFill>
              <a:srgbClr val="181818"/>
            </a:solidFill>
          </p:spPr>
          <p:txBody>
            <a:bodyPr wrap="square" lIns="0" tIns="0" rIns="0" bIns="0" rtlCol="0"/>
            <a:lstStyle/>
            <a:p>
              <a:endParaRPr/>
            </a:p>
          </p:txBody>
        </p:sp>
      </p:grpSp>
      <p:grpSp>
        <p:nvGrpSpPr>
          <p:cNvPr id="5" name="object 5"/>
          <p:cNvGrpSpPr/>
          <p:nvPr/>
        </p:nvGrpSpPr>
        <p:grpSpPr>
          <a:xfrm>
            <a:off x="7164323" y="0"/>
            <a:ext cx="1979930" cy="5143500"/>
            <a:chOff x="7164323" y="0"/>
            <a:chExt cx="1979930" cy="5143500"/>
          </a:xfrm>
        </p:grpSpPr>
        <p:sp>
          <p:nvSpPr>
            <p:cNvPr id="6" name="object 6"/>
            <p:cNvSpPr/>
            <p:nvPr/>
          </p:nvSpPr>
          <p:spPr>
            <a:xfrm>
              <a:off x="8496299" y="269747"/>
              <a:ext cx="647700" cy="4874260"/>
            </a:xfrm>
            <a:custGeom>
              <a:avLst/>
              <a:gdLst/>
              <a:ahLst/>
              <a:cxnLst/>
              <a:rect l="l" t="t" r="r" b="b"/>
              <a:pathLst>
                <a:path w="647700" h="4874260">
                  <a:moveTo>
                    <a:pt x="0" y="4873751"/>
                  </a:moveTo>
                  <a:lnTo>
                    <a:pt x="647700" y="4873751"/>
                  </a:lnTo>
                  <a:lnTo>
                    <a:pt x="647700" y="0"/>
                  </a:lnTo>
                  <a:lnTo>
                    <a:pt x="0" y="0"/>
                  </a:lnTo>
                  <a:lnTo>
                    <a:pt x="0" y="4873751"/>
                  </a:lnTo>
                  <a:close/>
                </a:path>
              </a:pathLst>
            </a:custGeom>
            <a:solidFill>
              <a:srgbClr val="D2D2D2"/>
            </a:solidFill>
          </p:spPr>
          <p:txBody>
            <a:bodyPr wrap="square" lIns="0" tIns="0" rIns="0" bIns="0" rtlCol="0"/>
            <a:lstStyle/>
            <a:p>
              <a:endParaRPr/>
            </a:p>
          </p:txBody>
        </p:sp>
        <p:sp>
          <p:nvSpPr>
            <p:cNvPr id="7" name="object 7"/>
            <p:cNvSpPr/>
            <p:nvPr/>
          </p:nvSpPr>
          <p:spPr>
            <a:xfrm>
              <a:off x="8639556" y="3127247"/>
              <a:ext cx="360045" cy="1477010"/>
            </a:xfrm>
            <a:custGeom>
              <a:avLst/>
              <a:gdLst/>
              <a:ahLst/>
              <a:cxnLst/>
              <a:rect l="l" t="t" r="r" b="b"/>
              <a:pathLst>
                <a:path w="360045" h="1477010">
                  <a:moveTo>
                    <a:pt x="36576" y="1458468"/>
                  </a:moveTo>
                  <a:lnTo>
                    <a:pt x="35140" y="1451356"/>
                  </a:lnTo>
                  <a:lnTo>
                    <a:pt x="31242" y="1445539"/>
                  </a:lnTo>
                  <a:lnTo>
                    <a:pt x="25425" y="1441627"/>
                  </a:lnTo>
                  <a:lnTo>
                    <a:pt x="18288" y="1440180"/>
                  </a:lnTo>
                  <a:lnTo>
                    <a:pt x="11137" y="1441627"/>
                  </a:lnTo>
                  <a:lnTo>
                    <a:pt x="5321" y="1445539"/>
                  </a:lnTo>
                  <a:lnTo>
                    <a:pt x="1422" y="1451356"/>
                  </a:lnTo>
                  <a:lnTo>
                    <a:pt x="0" y="1458468"/>
                  </a:lnTo>
                  <a:lnTo>
                    <a:pt x="1422" y="1465592"/>
                  </a:lnTo>
                  <a:lnTo>
                    <a:pt x="5334" y="1471409"/>
                  </a:lnTo>
                  <a:lnTo>
                    <a:pt x="11137" y="1475320"/>
                  </a:lnTo>
                  <a:lnTo>
                    <a:pt x="18288" y="1476756"/>
                  </a:lnTo>
                  <a:lnTo>
                    <a:pt x="25425" y="1475320"/>
                  </a:lnTo>
                  <a:lnTo>
                    <a:pt x="31242" y="1471409"/>
                  </a:lnTo>
                  <a:lnTo>
                    <a:pt x="35140" y="1465592"/>
                  </a:lnTo>
                  <a:lnTo>
                    <a:pt x="36576" y="1458468"/>
                  </a:lnTo>
                  <a:close/>
                </a:path>
                <a:path w="360045" h="1477010">
                  <a:moveTo>
                    <a:pt x="36576" y="1098804"/>
                  </a:moveTo>
                  <a:lnTo>
                    <a:pt x="35140" y="1091692"/>
                  </a:lnTo>
                  <a:lnTo>
                    <a:pt x="31242" y="1085875"/>
                  </a:lnTo>
                  <a:lnTo>
                    <a:pt x="25425" y="1081963"/>
                  </a:lnTo>
                  <a:lnTo>
                    <a:pt x="18288" y="1080516"/>
                  </a:lnTo>
                  <a:lnTo>
                    <a:pt x="11137" y="1081963"/>
                  </a:lnTo>
                  <a:lnTo>
                    <a:pt x="5321" y="1085875"/>
                  </a:lnTo>
                  <a:lnTo>
                    <a:pt x="1422" y="1091692"/>
                  </a:lnTo>
                  <a:lnTo>
                    <a:pt x="0" y="1098804"/>
                  </a:lnTo>
                  <a:lnTo>
                    <a:pt x="1422" y="1105928"/>
                  </a:lnTo>
                  <a:lnTo>
                    <a:pt x="5334" y="1111745"/>
                  </a:lnTo>
                  <a:lnTo>
                    <a:pt x="11137" y="1115656"/>
                  </a:lnTo>
                  <a:lnTo>
                    <a:pt x="18288" y="1117092"/>
                  </a:lnTo>
                  <a:lnTo>
                    <a:pt x="25425" y="1115656"/>
                  </a:lnTo>
                  <a:lnTo>
                    <a:pt x="31242" y="1111745"/>
                  </a:lnTo>
                  <a:lnTo>
                    <a:pt x="35140" y="1105928"/>
                  </a:lnTo>
                  <a:lnTo>
                    <a:pt x="36576" y="1098804"/>
                  </a:lnTo>
                  <a:close/>
                </a:path>
                <a:path w="360045" h="1477010">
                  <a:moveTo>
                    <a:pt x="36576" y="739140"/>
                  </a:moveTo>
                  <a:lnTo>
                    <a:pt x="35140" y="732002"/>
                  </a:lnTo>
                  <a:lnTo>
                    <a:pt x="31242" y="726186"/>
                  </a:lnTo>
                  <a:lnTo>
                    <a:pt x="25425" y="722287"/>
                  </a:lnTo>
                  <a:lnTo>
                    <a:pt x="18288" y="720852"/>
                  </a:lnTo>
                  <a:lnTo>
                    <a:pt x="11137" y="722287"/>
                  </a:lnTo>
                  <a:lnTo>
                    <a:pt x="5321" y="726186"/>
                  </a:lnTo>
                  <a:lnTo>
                    <a:pt x="1422" y="732002"/>
                  </a:lnTo>
                  <a:lnTo>
                    <a:pt x="0" y="739140"/>
                  </a:lnTo>
                  <a:lnTo>
                    <a:pt x="1422" y="746264"/>
                  </a:lnTo>
                  <a:lnTo>
                    <a:pt x="5334" y="752081"/>
                  </a:lnTo>
                  <a:lnTo>
                    <a:pt x="11137" y="755992"/>
                  </a:lnTo>
                  <a:lnTo>
                    <a:pt x="18288" y="757428"/>
                  </a:lnTo>
                  <a:lnTo>
                    <a:pt x="25425" y="755992"/>
                  </a:lnTo>
                  <a:lnTo>
                    <a:pt x="31242" y="752081"/>
                  </a:lnTo>
                  <a:lnTo>
                    <a:pt x="35140" y="746264"/>
                  </a:lnTo>
                  <a:lnTo>
                    <a:pt x="36576" y="739140"/>
                  </a:lnTo>
                  <a:close/>
                </a:path>
                <a:path w="360045" h="1477010">
                  <a:moveTo>
                    <a:pt x="36576" y="369074"/>
                  </a:moveTo>
                  <a:lnTo>
                    <a:pt x="28448" y="361188"/>
                  </a:lnTo>
                  <a:lnTo>
                    <a:pt x="8128" y="361188"/>
                  </a:lnTo>
                  <a:lnTo>
                    <a:pt x="0" y="369074"/>
                  </a:lnTo>
                  <a:lnTo>
                    <a:pt x="0" y="378714"/>
                  </a:lnTo>
                  <a:lnTo>
                    <a:pt x="0" y="388366"/>
                  </a:lnTo>
                  <a:lnTo>
                    <a:pt x="8128" y="396240"/>
                  </a:lnTo>
                  <a:lnTo>
                    <a:pt x="28448" y="396240"/>
                  </a:lnTo>
                  <a:lnTo>
                    <a:pt x="36576" y="388366"/>
                  </a:lnTo>
                  <a:lnTo>
                    <a:pt x="36576" y="369074"/>
                  </a:lnTo>
                  <a:close/>
                </a:path>
                <a:path w="360045" h="1477010">
                  <a:moveTo>
                    <a:pt x="36576" y="18288"/>
                  </a:moveTo>
                  <a:lnTo>
                    <a:pt x="35140" y="11150"/>
                  </a:lnTo>
                  <a:lnTo>
                    <a:pt x="31242" y="5346"/>
                  </a:lnTo>
                  <a:lnTo>
                    <a:pt x="25425" y="1435"/>
                  </a:lnTo>
                  <a:lnTo>
                    <a:pt x="18288" y="0"/>
                  </a:lnTo>
                  <a:lnTo>
                    <a:pt x="11137" y="1435"/>
                  </a:lnTo>
                  <a:lnTo>
                    <a:pt x="5321" y="5334"/>
                  </a:lnTo>
                  <a:lnTo>
                    <a:pt x="1422" y="11150"/>
                  </a:lnTo>
                  <a:lnTo>
                    <a:pt x="0" y="18288"/>
                  </a:lnTo>
                  <a:lnTo>
                    <a:pt x="1422" y="25438"/>
                  </a:lnTo>
                  <a:lnTo>
                    <a:pt x="5334" y="31242"/>
                  </a:lnTo>
                  <a:lnTo>
                    <a:pt x="11137" y="35153"/>
                  </a:lnTo>
                  <a:lnTo>
                    <a:pt x="18288" y="36576"/>
                  </a:lnTo>
                  <a:lnTo>
                    <a:pt x="25425" y="35153"/>
                  </a:lnTo>
                  <a:lnTo>
                    <a:pt x="31242" y="31254"/>
                  </a:lnTo>
                  <a:lnTo>
                    <a:pt x="35140" y="25438"/>
                  </a:lnTo>
                  <a:lnTo>
                    <a:pt x="36576" y="18288"/>
                  </a:lnTo>
                  <a:close/>
                </a:path>
                <a:path w="360045" h="1477010">
                  <a:moveTo>
                    <a:pt x="359664" y="1448371"/>
                  </a:moveTo>
                  <a:lnTo>
                    <a:pt x="351790" y="1440180"/>
                  </a:lnTo>
                  <a:lnTo>
                    <a:pt x="332486" y="1440180"/>
                  </a:lnTo>
                  <a:lnTo>
                    <a:pt x="324612" y="1448371"/>
                  </a:lnTo>
                  <a:lnTo>
                    <a:pt x="324612" y="1458468"/>
                  </a:lnTo>
                  <a:lnTo>
                    <a:pt x="324612" y="1468564"/>
                  </a:lnTo>
                  <a:lnTo>
                    <a:pt x="332486" y="1476756"/>
                  </a:lnTo>
                  <a:lnTo>
                    <a:pt x="351790" y="1476756"/>
                  </a:lnTo>
                  <a:lnTo>
                    <a:pt x="359664" y="1468564"/>
                  </a:lnTo>
                  <a:lnTo>
                    <a:pt x="359664" y="1448371"/>
                  </a:lnTo>
                  <a:close/>
                </a:path>
                <a:path w="360045" h="1477010">
                  <a:moveTo>
                    <a:pt x="359664" y="1088707"/>
                  </a:moveTo>
                  <a:lnTo>
                    <a:pt x="351790" y="1080516"/>
                  </a:lnTo>
                  <a:lnTo>
                    <a:pt x="332486" y="1080516"/>
                  </a:lnTo>
                  <a:lnTo>
                    <a:pt x="324612" y="1088707"/>
                  </a:lnTo>
                  <a:lnTo>
                    <a:pt x="324612" y="1098804"/>
                  </a:lnTo>
                  <a:lnTo>
                    <a:pt x="324612" y="1108900"/>
                  </a:lnTo>
                  <a:lnTo>
                    <a:pt x="332486" y="1117092"/>
                  </a:lnTo>
                  <a:lnTo>
                    <a:pt x="351790" y="1117092"/>
                  </a:lnTo>
                  <a:lnTo>
                    <a:pt x="359664" y="1108900"/>
                  </a:lnTo>
                  <a:lnTo>
                    <a:pt x="359664" y="1088707"/>
                  </a:lnTo>
                  <a:close/>
                </a:path>
                <a:path w="360045" h="1477010">
                  <a:moveTo>
                    <a:pt x="359664" y="728980"/>
                  </a:moveTo>
                  <a:lnTo>
                    <a:pt x="351790" y="720852"/>
                  </a:lnTo>
                  <a:lnTo>
                    <a:pt x="332486" y="720852"/>
                  </a:lnTo>
                  <a:lnTo>
                    <a:pt x="324612" y="728980"/>
                  </a:lnTo>
                  <a:lnTo>
                    <a:pt x="324612" y="739140"/>
                  </a:lnTo>
                  <a:lnTo>
                    <a:pt x="324612" y="749236"/>
                  </a:lnTo>
                  <a:lnTo>
                    <a:pt x="332486" y="757428"/>
                  </a:lnTo>
                  <a:lnTo>
                    <a:pt x="351790" y="757428"/>
                  </a:lnTo>
                  <a:lnTo>
                    <a:pt x="359664" y="749236"/>
                  </a:lnTo>
                  <a:lnTo>
                    <a:pt x="359664" y="728980"/>
                  </a:lnTo>
                  <a:close/>
                </a:path>
                <a:path w="360045" h="1477010">
                  <a:moveTo>
                    <a:pt x="359664" y="369074"/>
                  </a:moveTo>
                  <a:lnTo>
                    <a:pt x="351790" y="361188"/>
                  </a:lnTo>
                  <a:lnTo>
                    <a:pt x="332486" y="361188"/>
                  </a:lnTo>
                  <a:lnTo>
                    <a:pt x="324612" y="369074"/>
                  </a:lnTo>
                  <a:lnTo>
                    <a:pt x="324612" y="378714"/>
                  </a:lnTo>
                  <a:lnTo>
                    <a:pt x="324612" y="388366"/>
                  </a:lnTo>
                  <a:lnTo>
                    <a:pt x="332486" y="396240"/>
                  </a:lnTo>
                  <a:lnTo>
                    <a:pt x="351790" y="396240"/>
                  </a:lnTo>
                  <a:lnTo>
                    <a:pt x="359664" y="388366"/>
                  </a:lnTo>
                  <a:lnTo>
                    <a:pt x="359664" y="369074"/>
                  </a:lnTo>
                  <a:close/>
                </a:path>
                <a:path w="360045" h="1477010">
                  <a:moveTo>
                    <a:pt x="359664" y="8128"/>
                  </a:moveTo>
                  <a:lnTo>
                    <a:pt x="351790" y="0"/>
                  </a:lnTo>
                  <a:lnTo>
                    <a:pt x="332486" y="0"/>
                  </a:lnTo>
                  <a:lnTo>
                    <a:pt x="324612" y="8128"/>
                  </a:lnTo>
                  <a:lnTo>
                    <a:pt x="324612" y="18288"/>
                  </a:lnTo>
                  <a:lnTo>
                    <a:pt x="324612" y="28448"/>
                  </a:lnTo>
                  <a:lnTo>
                    <a:pt x="332486" y="36576"/>
                  </a:lnTo>
                  <a:lnTo>
                    <a:pt x="351790" y="36576"/>
                  </a:lnTo>
                  <a:lnTo>
                    <a:pt x="359664" y="28448"/>
                  </a:lnTo>
                  <a:lnTo>
                    <a:pt x="359664" y="8128"/>
                  </a:lnTo>
                  <a:close/>
                </a:path>
              </a:pathLst>
            </a:custGeom>
            <a:solidFill>
              <a:srgbClr val="181818"/>
            </a:solidFill>
          </p:spPr>
          <p:txBody>
            <a:bodyPr wrap="square" lIns="0" tIns="0" rIns="0" bIns="0" rtlCol="0"/>
            <a:lstStyle/>
            <a:p>
              <a:endParaRPr/>
            </a:p>
          </p:txBody>
        </p:sp>
        <p:sp>
          <p:nvSpPr>
            <p:cNvPr id="8" name="object 8"/>
            <p:cNvSpPr/>
            <p:nvPr/>
          </p:nvSpPr>
          <p:spPr>
            <a:xfrm>
              <a:off x="7164324" y="0"/>
              <a:ext cx="1979930" cy="5143500"/>
            </a:xfrm>
            <a:custGeom>
              <a:avLst/>
              <a:gdLst/>
              <a:ahLst/>
              <a:cxnLst/>
              <a:rect l="l" t="t" r="r" b="b"/>
              <a:pathLst>
                <a:path w="1979929" h="5143500">
                  <a:moveTo>
                    <a:pt x="539496" y="4604004"/>
                  </a:moveTo>
                  <a:lnTo>
                    <a:pt x="0" y="4604004"/>
                  </a:lnTo>
                  <a:lnTo>
                    <a:pt x="0" y="5143500"/>
                  </a:lnTo>
                  <a:lnTo>
                    <a:pt x="539496" y="5143500"/>
                  </a:lnTo>
                  <a:lnTo>
                    <a:pt x="539496" y="4604004"/>
                  </a:lnTo>
                  <a:close/>
                </a:path>
                <a:path w="1979929" h="5143500">
                  <a:moveTo>
                    <a:pt x="899160" y="4963668"/>
                  </a:moveTo>
                  <a:lnTo>
                    <a:pt x="719328" y="4963668"/>
                  </a:lnTo>
                  <a:lnTo>
                    <a:pt x="719328" y="5143500"/>
                  </a:lnTo>
                  <a:lnTo>
                    <a:pt x="899160" y="5143500"/>
                  </a:lnTo>
                  <a:lnTo>
                    <a:pt x="899160" y="4963668"/>
                  </a:lnTo>
                  <a:close/>
                </a:path>
                <a:path w="1979929" h="5143500">
                  <a:moveTo>
                    <a:pt x="1260348" y="4963668"/>
                  </a:moveTo>
                  <a:lnTo>
                    <a:pt x="1078992" y="4963668"/>
                  </a:lnTo>
                  <a:lnTo>
                    <a:pt x="1078992" y="5143500"/>
                  </a:lnTo>
                  <a:lnTo>
                    <a:pt x="1260348" y="5143500"/>
                  </a:lnTo>
                  <a:lnTo>
                    <a:pt x="1260348" y="4963668"/>
                  </a:lnTo>
                  <a:close/>
                </a:path>
                <a:path w="1979929" h="5143500">
                  <a:moveTo>
                    <a:pt x="1979676" y="0"/>
                  </a:moveTo>
                  <a:lnTo>
                    <a:pt x="179832" y="0"/>
                  </a:lnTo>
                  <a:lnTo>
                    <a:pt x="179832" y="269748"/>
                  </a:lnTo>
                  <a:lnTo>
                    <a:pt x="1979676" y="269748"/>
                  </a:lnTo>
                  <a:lnTo>
                    <a:pt x="1979676" y="0"/>
                  </a:lnTo>
                  <a:close/>
                </a:path>
              </a:pathLst>
            </a:custGeom>
            <a:solidFill>
              <a:srgbClr val="4475C9"/>
            </a:solidFill>
          </p:spPr>
          <p:txBody>
            <a:bodyPr wrap="square" lIns="0" tIns="0" rIns="0" bIns="0" rtlCol="0"/>
            <a:lstStyle/>
            <a:p>
              <a:endParaRPr/>
            </a:p>
          </p:txBody>
        </p:sp>
      </p:grpSp>
      <p:sp>
        <p:nvSpPr>
          <p:cNvPr id="9" name="object 9"/>
          <p:cNvSpPr/>
          <p:nvPr/>
        </p:nvSpPr>
        <p:spPr>
          <a:xfrm>
            <a:off x="6083808" y="0"/>
            <a:ext cx="539750" cy="539750"/>
          </a:xfrm>
          <a:custGeom>
            <a:avLst/>
            <a:gdLst/>
            <a:ahLst/>
            <a:cxnLst/>
            <a:rect l="l" t="t" r="r" b="b"/>
            <a:pathLst>
              <a:path w="539750" h="539750">
                <a:moveTo>
                  <a:pt x="539495" y="0"/>
                </a:moveTo>
                <a:lnTo>
                  <a:pt x="0" y="0"/>
                </a:lnTo>
                <a:lnTo>
                  <a:pt x="0" y="539496"/>
                </a:lnTo>
                <a:lnTo>
                  <a:pt x="539495" y="539496"/>
                </a:lnTo>
                <a:lnTo>
                  <a:pt x="539495" y="0"/>
                </a:lnTo>
                <a:close/>
              </a:path>
            </a:pathLst>
          </a:custGeom>
          <a:solidFill>
            <a:srgbClr val="4475C9"/>
          </a:solidFill>
        </p:spPr>
        <p:txBody>
          <a:bodyPr wrap="square" lIns="0" tIns="0" rIns="0" bIns="0" rtlCol="0"/>
          <a:lstStyle/>
          <a:p>
            <a:endParaRPr/>
          </a:p>
        </p:txBody>
      </p:sp>
      <p:sp>
        <p:nvSpPr>
          <p:cNvPr id="10" name="object 10"/>
          <p:cNvSpPr/>
          <p:nvPr/>
        </p:nvSpPr>
        <p:spPr>
          <a:xfrm>
            <a:off x="5724144"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11" name="object 11"/>
          <p:cNvSpPr/>
          <p:nvPr/>
        </p:nvSpPr>
        <p:spPr>
          <a:xfrm>
            <a:off x="5364479" y="0"/>
            <a:ext cx="180340" cy="180340"/>
          </a:xfrm>
          <a:custGeom>
            <a:avLst/>
            <a:gdLst/>
            <a:ahLst/>
            <a:cxnLst/>
            <a:rect l="l" t="t" r="r" b="b"/>
            <a:pathLst>
              <a:path w="180339" h="180340">
                <a:moveTo>
                  <a:pt x="179832" y="0"/>
                </a:moveTo>
                <a:lnTo>
                  <a:pt x="0" y="0"/>
                </a:lnTo>
                <a:lnTo>
                  <a:pt x="0" y="179832"/>
                </a:lnTo>
                <a:lnTo>
                  <a:pt x="179832" y="179832"/>
                </a:lnTo>
                <a:lnTo>
                  <a:pt x="179832" y="0"/>
                </a:lnTo>
                <a:close/>
              </a:path>
            </a:pathLst>
          </a:custGeom>
          <a:solidFill>
            <a:srgbClr val="4475C9"/>
          </a:solidFill>
        </p:spPr>
        <p:txBody>
          <a:bodyPr wrap="square" lIns="0" tIns="0" rIns="0" bIns="0" rtlCol="0"/>
          <a:lstStyle/>
          <a:p>
            <a:endParaRPr/>
          </a:p>
        </p:txBody>
      </p:sp>
      <p:sp>
        <p:nvSpPr>
          <p:cNvPr id="12" name="object 12"/>
          <p:cNvSpPr/>
          <p:nvPr/>
        </p:nvSpPr>
        <p:spPr>
          <a:xfrm>
            <a:off x="2348483" y="4604003"/>
            <a:ext cx="721360" cy="539750"/>
          </a:xfrm>
          <a:custGeom>
            <a:avLst/>
            <a:gdLst/>
            <a:ahLst/>
            <a:cxnLst/>
            <a:rect l="l" t="t" r="r" b="b"/>
            <a:pathLst>
              <a:path w="721360" h="539750">
                <a:moveTo>
                  <a:pt x="720851" y="539494"/>
                </a:moveTo>
                <a:lnTo>
                  <a:pt x="720851" y="0"/>
                </a:lnTo>
                <a:lnTo>
                  <a:pt x="0" y="0"/>
                </a:lnTo>
                <a:lnTo>
                  <a:pt x="0" y="539494"/>
                </a:lnTo>
              </a:path>
            </a:pathLst>
          </a:custGeom>
          <a:ln w="9525">
            <a:solidFill>
              <a:srgbClr val="181818"/>
            </a:solidFill>
          </a:ln>
        </p:spPr>
        <p:txBody>
          <a:bodyPr wrap="square" lIns="0" tIns="0" rIns="0" bIns="0" rtlCol="0"/>
          <a:lstStyle/>
          <a:p>
            <a:endParaRPr/>
          </a:p>
        </p:txBody>
      </p:sp>
      <p:sp>
        <p:nvSpPr>
          <p:cNvPr id="13" name="object 13"/>
          <p:cNvSpPr/>
          <p:nvPr/>
        </p:nvSpPr>
        <p:spPr>
          <a:xfrm>
            <a:off x="719327" y="0"/>
            <a:ext cx="721360" cy="539750"/>
          </a:xfrm>
          <a:custGeom>
            <a:avLst/>
            <a:gdLst/>
            <a:ahLst/>
            <a:cxnLst/>
            <a:rect l="l" t="t" r="r" b="b"/>
            <a:pathLst>
              <a:path w="721360" h="539750">
                <a:moveTo>
                  <a:pt x="0" y="539496"/>
                </a:moveTo>
                <a:lnTo>
                  <a:pt x="720852" y="539496"/>
                </a:lnTo>
                <a:lnTo>
                  <a:pt x="720852" y="0"/>
                </a:lnTo>
              </a:path>
              <a:path w="721360" h="539750">
                <a:moveTo>
                  <a:pt x="0" y="0"/>
                </a:moveTo>
                <a:lnTo>
                  <a:pt x="0" y="539496"/>
                </a:lnTo>
              </a:path>
            </a:pathLst>
          </a:custGeom>
          <a:ln w="9525">
            <a:solidFill>
              <a:srgbClr val="4475C9"/>
            </a:solidFill>
          </a:ln>
        </p:spPr>
        <p:txBody>
          <a:bodyPr wrap="square" lIns="0" tIns="0" rIns="0" bIns="0" rtlCol="0"/>
          <a:lstStyle/>
          <a:p>
            <a:endParaRPr/>
          </a:p>
        </p:txBody>
      </p:sp>
      <p:sp>
        <p:nvSpPr>
          <p:cNvPr id="14" name="object 14"/>
          <p:cNvSpPr txBox="1">
            <a:spLocks noGrp="1"/>
          </p:cNvSpPr>
          <p:nvPr>
            <p:ph type="title"/>
          </p:nvPr>
        </p:nvSpPr>
        <p:spPr>
          <a:xfrm>
            <a:off x="2263913" y="434090"/>
            <a:ext cx="4386580" cy="505267"/>
          </a:xfrm>
          <a:prstGeom prst="rect">
            <a:avLst/>
          </a:prstGeom>
        </p:spPr>
        <p:txBody>
          <a:bodyPr vert="horz" wrap="square" lIns="0" tIns="12700" rIns="0" bIns="0" rtlCol="0">
            <a:spAutoFit/>
          </a:bodyPr>
          <a:lstStyle/>
          <a:p>
            <a:pPr marL="12700" algn="ctr">
              <a:lnSpc>
                <a:spcPct val="100000"/>
              </a:lnSpc>
              <a:spcBef>
                <a:spcPts val="100"/>
              </a:spcBef>
            </a:pPr>
            <a:r>
              <a:rPr sz="3200" spc="-95" dirty="0">
                <a:latin typeface="+mj-lt"/>
              </a:rPr>
              <a:t>CUSUM</a:t>
            </a:r>
            <a:r>
              <a:rPr sz="3200" spc="-305" dirty="0">
                <a:latin typeface="+mj-lt"/>
              </a:rPr>
              <a:t> </a:t>
            </a:r>
            <a:r>
              <a:rPr sz="3200" spc="-105" dirty="0">
                <a:latin typeface="+mj-lt"/>
              </a:rPr>
              <a:t>Chart</a:t>
            </a:r>
            <a:endParaRPr sz="3200" dirty="0">
              <a:latin typeface="+mj-lt"/>
            </a:endParaRPr>
          </a:p>
        </p:txBody>
      </p:sp>
      <p:pic>
        <p:nvPicPr>
          <p:cNvPr id="15" name="object 15"/>
          <p:cNvPicPr/>
          <p:nvPr/>
        </p:nvPicPr>
        <p:blipFill>
          <a:blip r:embed="rId2" cstate="print"/>
          <a:stretch>
            <a:fillRect/>
          </a:stretch>
        </p:blipFill>
        <p:spPr>
          <a:xfrm>
            <a:off x="1264920" y="1194019"/>
            <a:ext cx="6614159" cy="3083052"/>
          </a:xfrm>
          <a:prstGeom prst="rect">
            <a:avLst/>
          </a:prstGeom>
          <a:ln>
            <a:noFill/>
          </a:ln>
          <a:effectLst>
            <a:outerShdw blurRad="292100" dist="139700" dir="2700000" algn="tl" rotWithShape="0">
              <a:srgbClr val="333333">
                <a:alpha val="65000"/>
              </a:srgbClr>
            </a:outerShdw>
          </a:effectLst>
        </p:spPr>
      </p:pic>
      <p:sp>
        <p:nvSpPr>
          <p:cNvPr id="16" name="Slide Number Placeholder 15">
            <a:extLst>
              <a:ext uri="{FF2B5EF4-FFF2-40B4-BE49-F238E27FC236}">
                <a16:creationId xmlns:a16="http://schemas.microsoft.com/office/drawing/2014/main" id="{AB05D238-2FEA-97ED-AB44-123DDA47F56E}"/>
              </a:ext>
            </a:extLst>
          </p:cNvPr>
          <p:cNvSpPr>
            <a:spLocks noGrp="1"/>
          </p:cNvSpPr>
          <p:nvPr>
            <p:ph type="sldNum" sz="quarter" idx="7"/>
          </p:nvPr>
        </p:nvSpPr>
        <p:spPr/>
        <p:txBody>
          <a:bodyPr/>
          <a:lstStyle/>
          <a:p>
            <a:fld id="{B6F15528-21DE-4FAA-801E-634DDDAF4B2B}" type="slidenum">
              <a:rPr lang="en-US" smtClean="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52;p46">
            <a:extLst>
              <a:ext uri="{FF2B5EF4-FFF2-40B4-BE49-F238E27FC236}">
                <a16:creationId xmlns:a16="http://schemas.microsoft.com/office/drawing/2014/main" id="{D9657D2B-AA24-1B0B-41B3-337EFC060299}"/>
              </a:ext>
            </a:extLst>
          </p:cNvPr>
          <p:cNvSpPr txBox="1">
            <a:spLocks/>
          </p:cNvSpPr>
          <p:nvPr/>
        </p:nvSpPr>
        <p:spPr>
          <a:xfrm>
            <a:off x="2667000" y="1431138"/>
            <a:ext cx="4104000" cy="1293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ExtraBold"/>
              <a:buNone/>
              <a:defRPr sz="72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3000"/>
              <a:buFont typeface="Montserrat ExtraBold"/>
              <a:buNone/>
              <a:defRPr sz="3000" b="0" i="0" u="none" strike="noStrike" cap="none">
                <a:solidFill>
                  <a:schemeClr val="dk1"/>
                </a:solidFill>
                <a:latin typeface="Montserrat ExtraBold"/>
                <a:ea typeface="Montserrat ExtraBold"/>
                <a:cs typeface="Montserrat ExtraBold"/>
                <a:sym typeface="Montserrat ExtraBold"/>
              </a:defRPr>
            </a:lvl9pPr>
          </a:lstStyle>
          <a:p>
            <a:pPr marL="0" marR="0" lvl="0" indent="0" algn="ctr" defTabSz="914400" rtl="0" eaLnBrk="1" fontAlgn="auto" latinLnBrk="0" hangingPunct="1">
              <a:lnSpc>
                <a:spcPct val="100000"/>
              </a:lnSpc>
              <a:spcBef>
                <a:spcPts val="0"/>
              </a:spcBef>
              <a:spcAft>
                <a:spcPts val="0"/>
              </a:spcAft>
              <a:buClr>
                <a:srgbClr val="191919"/>
              </a:buClr>
              <a:buSzPts val="3000"/>
              <a:buFont typeface="Montserrat ExtraBold"/>
              <a:buNone/>
              <a:tabLst/>
              <a:defRPr/>
            </a:pPr>
            <a:r>
              <a:rPr kumimoji="0" lang="en-US" sz="7200" b="1" i="0" u="none" strike="noStrike" kern="0" cap="none" spc="0" normalizeH="0" baseline="0" noProof="0" dirty="0">
                <a:ln>
                  <a:noFill/>
                </a:ln>
                <a:solidFill>
                  <a:srgbClr val="191919"/>
                </a:solidFill>
                <a:effectLst/>
                <a:uLnTx/>
                <a:uFillTx/>
                <a:latin typeface="+mj-lt"/>
                <a:sym typeface="Montserrat ExtraBold"/>
              </a:rPr>
              <a:t>Thanks</a:t>
            </a:r>
            <a:r>
              <a:rPr kumimoji="0" lang="en-US" sz="7200" b="0" i="0" u="none" strike="noStrike" kern="0" cap="none" spc="0" normalizeH="0" baseline="0" noProof="0" dirty="0">
                <a:ln>
                  <a:noFill/>
                </a:ln>
                <a:solidFill>
                  <a:srgbClr val="191919"/>
                </a:solidFill>
                <a:effectLst/>
                <a:uLnTx/>
                <a:uFillTx/>
                <a:latin typeface="+mj-lt"/>
                <a:sym typeface="Montserrat ExtraBold"/>
              </a:rPr>
              <a:t>!</a:t>
            </a:r>
          </a:p>
        </p:txBody>
      </p:sp>
      <p:sp>
        <p:nvSpPr>
          <p:cNvPr id="3" name="Google Shape;1153;p46">
            <a:extLst>
              <a:ext uri="{FF2B5EF4-FFF2-40B4-BE49-F238E27FC236}">
                <a16:creationId xmlns:a16="http://schemas.microsoft.com/office/drawing/2014/main" id="{1378D89D-4827-4320-5FC8-2BDD540C9F35}"/>
              </a:ext>
            </a:extLst>
          </p:cNvPr>
          <p:cNvSpPr txBox="1">
            <a:spLocks/>
          </p:cNvSpPr>
          <p:nvPr/>
        </p:nvSpPr>
        <p:spPr>
          <a:xfrm>
            <a:off x="2667000" y="2876550"/>
            <a:ext cx="4104000" cy="104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marR="0" lvl="0" indent="0" algn="ctr" defTabSz="914400" rtl="0" eaLnBrk="1" fontAlgn="auto" latinLnBrk="0" hangingPunct="1">
              <a:lnSpc>
                <a:spcPct val="100000"/>
              </a:lnSpc>
              <a:spcBef>
                <a:spcPts val="0"/>
              </a:spcBef>
              <a:spcAft>
                <a:spcPts val="0"/>
              </a:spcAft>
              <a:buClr>
                <a:srgbClr val="191919"/>
              </a:buClr>
              <a:buSzPts val="1200"/>
              <a:buFont typeface="Open Sans"/>
              <a:buNone/>
              <a:tabLst/>
              <a:defRPr/>
            </a:pPr>
            <a:r>
              <a:rPr kumimoji="0" lang="en-US" sz="2000" b="1" i="0" u="none" strike="noStrike" kern="0" cap="none" spc="0" normalizeH="0" baseline="0" noProof="0" dirty="0">
                <a:ln>
                  <a:noFill/>
                </a:ln>
                <a:solidFill>
                  <a:srgbClr val="191919"/>
                </a:solidFill>
                <a:effectLst/>
                <a:uLnTx/>
                <a:uFillTx/>
                <a:latin typeface="+mj-lt"/>
                <a:ea typeface="Raleway"/>
                <a:cs typeface="Raleway"/>
                <a:sym typeface="Raleway"/>
              </a:rPr>
              <a:t>Do you have any questions?</a:t>
            </a:r>
          </a:p>
        </p:txBody>
      </p:sp>
      <p:cxnSp>
        <p:nvCxnSpPr>
          <p:cNvPr id="4" name="Google Shape;1167;p46">
            <a:extLst>
              <a:ext uri="{FF2B5EF4-FFF2-40B4-BE49-F238E27FC236}">
                <a16:creationId xmlns:a16="http://schemas.microsoft.com/office/drawing/2014/main" id="{28B2B1BD-0228-4B52-9273-6EB812F3F9CE}"/>
              </a:ext>
            </a:extLst>
          </p:cNvPr>
          <p:cNvCxnSpPr/>
          <p:nvPr/>
        </p:nvCxnSpPr>
        <p:spPr>
          <a:xfrm>
            <a:off x="2757000" y="2800344"/>
            <a:ext cx="3924000" cy="0"/>
          </a:xfrm>
          <a:prstGeom prst="straightConnector1">
            <a:avLst/>
          </a:prstGeom>
          <a:noFill/>
          <a:ln w="19050" cap="flat" cmpd="sng">
            <a:solidFill>
              <a:srgbClr val="191919"/>
            </a:solidFill>
            <a:prstDash val="solid"/>
            <a:round/>
            <a:headEnd type="none" w="med" len="med"/>
            <a:tailEnd type="none" w="med" len="med"/>
          </a:ln>
        </p:spPr>
      </p:cxnSp>
      <p:sp>
        <p:nvSpPr>
          <p:cNvPr id="5" name="Slide Number Placeholder 4">
            <a:extLst>
              <a:ext uri="{FF2B5EF4-FFF2-40B4-BE49-F238E27FC236}">
                <a16:creationId xmlns:a16="http://schemas.microsoft.com/office/drawing/2014/main" id="{1972A122-30E0-6CB1-1E45-62634C2E7855}"/>
              </a:ext>
            </a:extLst>
          </p:cNvPr>
          <p:cNvSpPr>
            <a:spLocks noGrp="1"/>
          </p:cNvSpPr>
          <p:nvPr>
            <p:ph type="sldNum" sz="quarter" idx="7"/>
          </p:nvPr>
        </p:nvSpPr>
        <p:spPr/>
        <p:txBody>
          <a:bodyPr/>
          <a:lstStyle/>
          <a:p>
            <a:fld id="{B6F15528-21DE-4FAA-801E-634DDDAF4B2B}" type="slidenum">
              <a:rPr lang="en-US" smtClean="0"/>
              <a:t>67</a:t>
            </a:fld>
            <a:endParaRPr lang="en-US"/>
          </a:p>
        </p:txBody>
      </p:sp>
    </p:spTree>
    <p:extLst>
      <p:ext uri="{BB962C8B-B14F-4D97-AF65-F5344CB8AC3E}">
        <p14:creationId xmlns:p14="http://schemas.microsoft.com/office/powerpoint/2010/main" val="602472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_final">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1712</TotalTime>
  <Words>1643</Words>
  <Application>Microsoft Office PowerPoint</Application>
  <PresentationFormat>On-screen Show (16:9)</PresentationFormat>
  <Paragraphs>519</Paragraphs>
  <Slides>67</Slides>
  <Notes>26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67</vt:i4>
      </vt:variant>
    </vt:vector>
  </HeadingPairs>
  <TitlesOfParts>
    <vt:vector size="80" baseType="lpstr">
      <vt:lpstr>Arial</vt:lpstr>
      <vt:lpstr>Arial MT</vt:lpstr>
      <vt:lpstr>Calibri</vt:lpstr>
      <vt:lpstr>Calibri Light</vt:lpstr>
      <vt:lpstr>Fira Sans</vt:lpstr>
      <vt:lpstr>Lucida Sans Unicode</vt:lpstr>
      <vt:lpstr>Montserrat ExtraBold</vt:lpstr>
      <vt:lpstr>Open Sans</vt:lpstr>
      <vt:lpstr>Times New Roman</vt:lpstr>
      <vt:lpstr>Verdana</vt:lpstr>
      <vt:lpstr>Wingdings</vt:lpstr>
      <vt:lpstr>Office Theme</vt:lpstr>
      <vt:lpstr>Custom Design</vt:lpstr>
      <vt:lpstr>Kohinoor Chemicals Co. (Bd) Ltd.</vt:lpstr>
      <vt:lpstr>Overview</vt:lpstr>
      <vt:lpstr>Product Categories</vt:lpstr>
      <vt:lpstr>Soaps</vt:lpstr>
      <vt:lpstr>Cosmetics </vt:lpstr>
      <vt:lpstr>Home Care </vt:lpstr>
      <vt:lpstr>Grooming Products </vt:lpstr>
      <vt:lpstr>Departments</vt:lpstr>
      <vt:lpstr>PowerPoint Presentation</vt:lpstr>
      <vt:lpstr>PowerPoint Presentation</vt:lpstr>
      <vt:lpstr>PowerPoint Presentation</vt:lpstr>
      <vt:lpstr>Pan</vt:lpstr>
      <vt:lpstr>PowerPoint Presentation</vt:lpstr>
      <vt:lpstr>PowerPoint Presentation</vt:lpstr>
      <vt:lpstr>PowerPoint Presentation</vt:lpstr>
      <vt:lpstr>PowerPoint Presentation</vt:lpstr>
      <vt:lpstr>Cosmetics Section</vt:lpstr>
      <vt:lpstr>PowerPoint Presentation</vt:lpstr>
      <vt:lpstr>PowerPoint Presentation</vt:lpstr>
      <vt:lpstr>PowerPoint Presentation</vt:lpstr>
      <vt:lpstr>PowerPoint Presentation</vt:lpstr>
      <vt:lpstr>PowerPoint Presentation</vt:lpstr>
      <vt:lpstr>Functions of the QC Sub-department</vt:lpstr>
      <vt:lpstr>Functions of the QA Sub-department</vt:lpstr>
      <vt:lpstr>Functions of the R&amp;D Sub-department</vt:lpstr>
      <vt:lpstr>PROJECTS</vt:lpstr>
      <vt:lpstr>PowerPoint Presentation</vt:lpstr>
      <vt:lpstr>Table of contents</vt:lpstr>
      <vt:lpstr>Observations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of contents</vt:lpstr>
      <vt:lpstr>Observations</vt:lpstr>
      <vt:lpstr>PowerPoint Presentation</vt:lpstr>
      <vt:lpstr>Solution</vt:lpstr>
      <vt:lpstr>Features</vt:lpstr>
      <vt:lpstr>Features (Easy Data Entry)</vt:lpstr>
      <vt:lpstr>Features (Easy Data Entry)</vt:lpstr>
      <vt:lpstr>Features (Easy Data Entry)</vt:lpstr>
      <vt:lpstr>Features (Automatic Outputs)</vt:lpstr>
      <vt:lpstr>Features (Automatic Outputs)</vt:lpstr>
      <vt:lpstr>Features (Automatic Updates)</vt:lpstr>
      <vt:lpstr>Features (Easy Filtering) </vt:lpstr>
      <vt:lpstr>Features (Easy Filtering) </vt:lpstr>
      <vt:lpstr>Features (Easy Filtering) </vt:lpstr>
      <vt:lpstr>Methodology</vt:lpstr>
      <vt:lpstr>PowerPoint Presentation</vt:lpstr>
      <vt:lpstr>Segregating Soap Data</vt:lpstr>
      <vt:lpstr>PowerPoint Presentation</vt:lpstr>
      <vt:lpstr>Acquiring Feature Data</vt:lpstr>
      <vt:lpstr>PowerPoint Presentation</vt:lpstr>
      <vt:lpstr>PowerPoint Presentation</vt:lpstr>
      <vt:lpstr>PowerPoint Presentation</vt:lpstr>
      <vt:lpstr>Distribution Curve</vt:lpstr>
      <vt:lpstr>PowerPoint Presentation</vt:lpstr>
      <vt:lpstr>PowerPoint Presentation</vt:lpstr>
      <vt:lpstr>CUSUM Chart</vt:lpstr>
      <vt:lpstr>CUSUM Chart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Quality Control with Exell and Power BI Project 2</dc:title>
  <dc:creator>ASUS</dc:creator>
  <cp:lastModifiedBy>0424082030 - Mostafizur Rahman Khan</cp:lastModifiedBy>
  <cp:revision>53</cp:revision>
  <dcterms:created xsi:type="dcterms:W3CDTF">2023-08-03T12:38:57Z</dcterms:created>
  <dcterms:modified xsi:type="dcterms:W3CDTF">2026-10-03T12:35:33Z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2023-08-03T00:00:00Z</vt:filetime>
  </property>
  <property fmtid="{D5CDD505-2E9C-101B-9397-08002B2CF9AE}" pid="3" name="Creator">
    <vt:lpwstr>Microsoft® PowerPoint® for Microsoft 365</vt:lpwstr>
  </property>
  <property fmtid="{D5CDD505-2E9C-101B-9397-08002B2CF9AE}" pid="4" name="LastSaved">
    <vt:filetime>2023-08-03T00:00:00Z</vt:filetime>
  </property>
</Properties>
</file>